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B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AI Use Case Intake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B477A"/>
                </a:solidFill>
                <a:latin typeface="Calibri"/>
              </a:rPr>
              <a:t>to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B7280"/>
                </a:solidFill>
                <a:latin typeface="Calibri"/>
              </a:rPr>
              <a:t>Step-by-Step Guide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8 steps from ideation to launch — who does what at every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5486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AI Power Team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0B0C8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A1A2E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801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9844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Identify &amp; Generate AI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350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Ideation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2880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4708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Submit Use Case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8366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Intake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9572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AI Enablement Team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3230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Assessment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4436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Project Setup &amp; Resource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8094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Setup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9300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Define the MVP &amp;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2958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Build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023360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4164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GTM Ready: Package the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07822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GTM Ready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57200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9028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GTM Push: Showcase &amp; Sales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2686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Go-To-Market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12064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13892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A1A2E"/>
                </a:solidFill>
                <a:latin typeface="Calibri"/>
              </a:rPr>
              <a:t>Track Results &amp; Continuous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7550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Calibri"/>
              </a:rPr>
              <a:t>Measure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Identify &amp; Generate AI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IDEATION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Talk to your Practice Lead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about client pain points and market gaps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Practice Lead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Brainstorm from in-flight projects, client conversations &amp; market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Check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Demo Catalog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(79+ solutions, 10 domains) to avoid duplication. Interested in a solution?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Request a demo directly with the Product Owner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Submit Use Case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INTAKE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Complete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AI Use-Case Intake Form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(one row per use case)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Answer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4 Core Questions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: What pain? Who feels it? Why it matters? Why unsolved?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Provide: title, practice, persona, business value, revenue potential, target accounts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Assign priority: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High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/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Medium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/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Low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 + Practice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AI Enablement Team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ASSESSMENT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Evaluate use case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based on business value &amp; tech depth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Assess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strategic alignment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, data maturity &amp; regulatory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 + AI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Confirm resource availability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across AI Forward Engineers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Prioritize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top 1–2 use cases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per champion for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011680"/>
            <a:ext cx="5760720" cy="22860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800" b="1">
                <a:solidFill>
                  <a:srgbClr val="D97706"/>
                </a:solidFill>
                <a:latin typeface="Calibri"/>
              </a:rPr>
              <a:t>RELEASE GATE</a:t>
            </a:r>
          </a:p>
          <a:p>
            <a:pPr algn="ctr"/>
            <a:r>
              <a:rPr sz="1400">
                <a:solidFill>
                  <a:srgbClr val="6B7280"/>
                </a:solidFill>
                <a:latin typeface="Calibri"/>
              </a:rPr>
              <a:t>Approved to proceed?  Yes → continue to build   |   No → return to ideation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Project Setup &amp;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SETUP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Asset Register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Model the AI solution into asset register (MP and above)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Business Sponsor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Set Up Jira &amp; Project Folder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Create Jira project and folder structure (epics, stories &amp; backlog defined during build)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Allocate Resources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Assign AI Forward Engineers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Set up healthy check-in cadence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demo → feedback → refine cycles (keep AI Enablement in the loop)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 + AI Fwd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Define the MVP &amp;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BUILD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Define MVP scope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features, demo expectations &amp; success criteria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Fwd Engineer + 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Develop through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sprint cycles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with iterative testing &amp; user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Fwd Engineer + AI Enablement + AI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Provide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sample data &amp; real-life use case scenarios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to guide the build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Build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demo environment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based on provided scenarios &amp;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Forward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Track: Backlog → Build In-Progress →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MVP Demo Complete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Present solution on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Governance Call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— explain solution, walk through architecture &amp; complete risk assessment before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Forward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011680"/>
            <a:ext cx="5760720" cy="22860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sz="2800" b="1">
                <a:solidFill>
                  <a:srgbClr val="DC2626"/>
                </a:solidFill>
                <a:latin typeface="Calibri"/>
              </a:rPr>
              <a:t>GOVERNANCE GATE</a:t>
            </a:r>
          </a:p>
          <a:p>
            <a:pPr algn="ctr"/>
            <a:r>
              <a:rPr sz="1400">
                <a:solidFill>
                  <a:srgbClr val="6B7280"/>
                </a:solidFill>
                <a:latin typeface="Calibri"/>
              </a:rPr>
              <a:t>AI Governance  •  Compliance Checks  •  Data Security Review  •  Model Risk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GTM Ready — Package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GTM READY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Prepare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demo materials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: demo script, mock data &amp; demo video recording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Fwd Engineer + 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Finalize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demo script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and conduct full run-throughs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Fwd Engineer + AI Champion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Prepare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"AI vs. Non-AI" talk track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(competitive differentiation)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 + Sales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Create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one-pager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, pricing template &amp; engagement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Domain Leader +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Map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target accounts &amp; buyer personas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; register in Demo Catalog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Sales + 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GTM Push — Showcase &amp; Sales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GO-TO-MARKET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AI Capability Showcases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(bi-weekly) — all AI Power Team members should attend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All AI Power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Run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Sales Activations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targeting specific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Sales + Account Partner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Assign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follow-up actions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with owners and due dates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Assemble GTM Folder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: demo video, demo script, sales one-slider &amp; sales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Publish to Capco MarketHub &amp; AI Lab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to reach a larger audience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3657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Track Results &amp;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438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MEASURE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79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2B477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Track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CTAR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(Client Target Account Revenue): pipeline generated, deals won, revenue attributed to each AI solution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+ AI Champion + Sponsor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Monitor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revenue metrics per solution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: total pipeline value, win rate, avg deal size &amp; time-to-close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+ Business Sponsor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Monitor maturity: Idea → In Build → Demo-Ready → GTM-Ready →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In Pursuit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Enablement Team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Capture </a:t>
                      </a:r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client feedback</a:t>
                      </a:r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 &amp; feed learnings back into next intake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B477A"/>
                          </a:solidFill>
                          <a:latin typeface="Calibri"/>
                        </a:rPr>
                        <a:t>AI Champion + Domain Leader + AI Enablement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