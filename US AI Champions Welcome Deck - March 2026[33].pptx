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modernComment_7FFFFFCB_7B773544.xml" ContentType="application/vnd.ms-powerpoint.comments+xml"/>
  <Override PartName="/ppt/comments/modernComment_7FFFFFCC_74A54F25.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omments/modernComment_7FFFFFD2_BC700DEC.xml" ContentType="application/vnd.ms-powerpoint.comments+xml"/>
  <Override PartName="/ppt/comments/modernComment_7FFFFFD3_1AD2C939.xml" ContentType="application/vnd.ms-powerpoint.comment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3" r:id="rId4"/>
  </p:sldMasterIdLst>
  <p:notesMasterIdLst>
    <p:notesMasterId r:id="rId16"/>
  </p:notesMasterIdLst>
  <p:handoutMasterIdLst>
    <p:handoutMasterId r:id="rId17"/>
  </p:handoutMasterIdLst>
  <p:sldIdLst>
    <p:sldId id="261" r:id="rId5"/>
    <p:sldId id="2147483594" r:id="rId6"/>
    <p:sldId id="2147483595" r:id="rId7"/>
    <p:sldId id="2147483596" r:id="rId8"/>
    <p:sldId id="2147483602" r:id="rId9"/>
    <p:sldId id="2147483603" r:id="rId10"/>
    <p:sldId id="2147483597" r:id="rId11"/>
    <p:sldId id="2147483604" r:id="rId12"/>
    <p:sldId id="2147483592" r:id="rId13"/>
    <p:sldId id="2147475225" r:id="rId14"/>
    <p:sldId id="258" r:id="rId15"/>
  </p:sldIdLst>
  <p:sldSz cx="12192000" cy="6858000"/>
  <p:notesSz cx="6858000" cy="9144000"/>
  <p:custDataLst>
    <p:tags r:id="rId1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6BE9EFC9-63B6-4798-95D7-52D9C8B766B9}">
          <p14:sldIdLst>
            <p14:sldId id="261"/>
            <p14:sldId id="2147483594"/>
          </p14:sldIdLst>
        </p14:section>
        <p14:section name="AI Offerings Champs" id="{F4FF9432-9490-C544-9C62-B6515AEF2B70}">
          <p14:sldIdLst>
            <p14:sldId id="2147483595"/>
            <p14:sldId id="2147483596"/>
            <p14:sldId id="2147483602"/>
          </p14:sldIdLst>
        </p14:section>
        <p14:section name="AI Infusion Champs" id="{554D70D8-72A9-5C45-8401-A13AA8DC037D}">
          <p14:sldIdLst>
            <p14:sldId id="2147483603"/>
            <p14:sldId id="2147483597"/>
            <p14:sldId id="2147483604"/>
          </p14:sldIdLst>
        </p14:section>
        <p14:section name="Fridays Showcase" id="{814F4134-E03E-4837-A19C-17D4049C92FD}">
          <p14:sldIdLst>
            <p14:sldId id="2147483592"/>
          </p14:sldIdLst>
        </p14:section>
        <p14:section name="Appendix" id="{19DEFCBE-D2D6-C849-84E7-90501ACD557F}">
          <p14:sldIdLst>
            <p14:sldId id="2147475225"/>
            <p14:sldId id="25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C26F92F-9F0B-2E4D-8A50-51BC3BEDCD2B}" name="Landsberg, Bridgette" initials="LB" userId="S::bridgette.landsberg@capco.com::58f4da37-4ac2-47d5-8afa-7500231f36ee" providerId="AD"/>
  <p188:author id="{03B6A68F-50A4-61D4-657B-E89E89044D88}" name="Sha, Hanni" initials="SH" userId="S::Hanni.Sha@Capco.com::e0e25460-4aed-424c-b6a5-67d9ff1186bb" providerId="AD"/>
  <p188:author id="{11CF90DC-73CE-9358-A67D-A25589FD11A5}" name="Chowdhury, Mahdi" initials="CM" userId="S::Mahdi.Chowdhury@capco.com::2114611b-7803-4076-81fd-273e50709d9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7F7F"/>
    <a:srgbClr val="003B3E"/>
    <a:srgbClr val="005F65"/>
    <a:srgbClr val="478C90"/>
    <a:srgbClr val="47B6BC"/>
    <a:srgbClr val="004346"/>
    <a:srgbClr val="477274"/>
    <a:srgbClr val="009AA2"/>
    <a:srgbClr val="1C1C1B"/>
    <a:srgbClr val="21212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4427B7-AF6B-464E-9AC3-780197B40A79}" v="8" dt="2026-03-20T18:07:45.747"/>
  </p1510:revLst>
</p1510:revInfo>
</file>

<file path=ppt/tableStyles.xml><?xml version="1.0" encoding="utf-8"?>
<a:tblStyleLst xmlns:a="http://schemas.openxmlformats.org/drawingml/2006/main" def="{5C22544A-7EE6-4342-B048-85BDC9FD1C3A}">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266" autoAdjust="0"/>
    <p:restoredTop sz="96695" autoAdjust="0"/>
  </p:normalViewPr>
  <p:slideViewPr>
    <p:cSldViewPr snapToGrid="0" snapToObjects="1">
      <p:cViewPr>
        <p:scale>
          <a:sx n="150" d="100"/>
          <a:sy n="150" d="100"/>
        </p:scale>
        <p:origin x="280" y="136"/>
      </p:cViewPr>
      <p:guideLst/>
    </p:cSldViewPr>
  </p:slideViewPr>
  <p:outlineViewPr>
    <p:cViewPr>
      <p:scale>
        <a:sx n="33" d="100"/>
        <a:sy n="33" d="100"/>
      </p:scale>
      <p:origin x="0" y="-6342"/>
    </p:cViewPr>
  </p:outlineViewPr>
  <p:notesTextViewPr>
    <p:cViewPr>
      <p:scale>
        <a:sx n="150" d="100"/>
        <a:sy n="150" d="100"/>
      </p:scale>
      <p:origin x="0" y="0"/>
    </p:cViewPr>
  </p:notesTextViewPr>
  <p:notesViewPr>
    <p:cSldViewPr snapToGrid="0" snapToObjects="1">
      <p:cViewPr varScale="1">
        <p:scale>
          <a:sx n="96" d="100"/>
          <a:sy n="96" d="100"/>
        </p:scale>
        <p:origin x="2480" y="1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omments/modernComment_7FFFFFCB_7B773544.xml><?xml version="1.0" encoding="utf-8"?>
<p188:cmLst xmlns:a="http://schemas.openxmlformats.org/drawingml/2006/main" xmlns:r="http://schemas.openxmlformats.org/officeDocument/2006/relationships" xmlns:p188="http://schemas.microsoft.com/office/powerpoint/2018/8/main">
  <p188:cm id="{17646A33-CDE7-2143-B54B-5E09832FDB0F}" authorId="{11CF90DC-73CE-9358-A67D-A25589FD11A5}" status="resolved" created="2026-03-17T13:41:23.583" startDate="2026-03-17T13:41:23.583" dueDate="2026-03-17T13:41:23.583" assignedTo="{11CF90DC-73CE-9358-A67D-A25589FD11A5}" complete="100000" title="@Chowdhury, Mahdi to review">
    <ac:txMkLst xmlns:ac="http://schemas.microsoft.com/office/drawing/2013/main/command">
      <pc:docMk xmlns:pc="http://schemas.microsoft.com/office/powerpoint/2013/main/command"/>
      <pc:sldMk xmlns:pc="http://schemas.microsoft.com/office/powerpoint/2013/main/command" cId="2071409988" sldId="2147483595"/>
      <ac:spMk id="2" creationId="{0888AD07-2F10-FE17-3E74-0C90D0DF4551}"/>
      <ac:txMk cp="0" len="58">
        <ac:context len="59" hash="31055010"/>
      </ac:txMk>
    </ac:txMkLst>
    <p188:pos x="8832358" y="341836"/>
    <p188:txBody>
      <a:bodyPr/>
      <a:lstStyle/>
      <a:p>
        <a:r>
          <a:rPr lang="en-US"/>
          <a:t>[@Chowdhury, Mahdi] to review</a:t>
        </a:r>
      </a:p>
    </p188:txBody>
    <p188:extLst>
      <p:ext xmlns:p="http://schemas.openxmlformats.org/presentationml/2006/main" uri="{5BB2D875-25FF-4072-B9AC-8F64D62656EB}">
        <p228:taskDetails xmlns:p228="http://schemas.microsoft.com/office/powerpoint/2022/08/main">
          <p228:history>
            <p228:event time="2026-03-17T13:41:23.583" id="{9E21A056-8B42-FC4B-8463-5658833268F3}">
              <p228:atrbtn authorId="{11CF90DC-73CE-9358-A67D-A25589FD11A5}"/>
              <p228:anchr>
                <p228:comment id="{17646A33-CDE7-2143-B54B-5E09832FDB0F}"/>
              </p228:anchr>
              <p228:add/>
            </p228:event>
            <p228:event time="2026-03-17T13:41:23.583" id="{69DC7FD5-40EE-7C47-B355-597E7DF9E46C}">
              <p228:atrbtn authorId="{11CF90DC-73CE-9358-A67D-A25589FD11A5}"/>
              <p228:anchr>
                <p228:comment id="{17646A33-CDE7-2143-B54B-5E09832FDB0F}"/>
              </p228:anchr>
              <p228:asgn authorId="{11CF90DC-73CE-9358-A67D-A25589FD11A5}"/>
            </p228:event>
            <p228:event time="2026-03-17T13:41:23.583" id="{AD547A79-A9CA-1741-9D50-301BD37B8108}">
              <p228:atrbtn authorId="{11CF90DC-73CE-9358-A67D-A25589FD11A5}"/>
              <p228:anchr>
                <p228:comment id="{17646A33-CDE7-2143-B54B-5E09832FDB0F}"/>
              </p228:anchr>
              <p228:title val="@Chowdhury, Mahdi to review"/>
            </p228:event>
            <p228:event time="2026-03-17T13:41:23.583" id="{2C4A6D75-E9C2-2742-BE2F-81B469CE9417}">
              <p228:atrbtn authorId="{11CF90DC-73CE-9358-A67D-A25589FD11A5}"/>
              <p228:anchr>
                <p228:comment id="{17646A33-CDE7-2143-B54B-5E09832FDB0F}"/>
              </p228:anchr>
              <p228:date stDt="2026-03-17T13:41:23.583" endDt="2026-03-17T13:41:23.583"/>
            </p228:event>
            <p228:event time="2026-03-17T18:32:31.603" id="{E4136586-585E-4D4A-BE71-A65D4869D968}">
              <p228:atrbtn authorId="{11CF90DC-73CE-9358-A67D-A25589FD11A5}"/>
              <p228:anchr>
                <p228:comment id="{00000000-0000-0000-0000-000000000000}"/>
              </p228:anchr>
              <p228:pcntCmplt val="100000"/>
            </p228:event>
          </p228:history>
        </p228:taskDetails>
      </p:ext>
    </p188:extLst>
  </p188:cm>
  <p188:cm id="{D50530F1-6E85-C14C-90BC-CA6922874AA5}" authorId="{11CF90DC-73CE-9358-A67D-A25589FD11A5}" status="resolved" created="2026-03-17T13:50:05" complete="100000">
    <pc:sldMkLst xmlns:pc="http://schemas.microsoft.com/office/powerpoint/2013/main/command">
      <pc:docMk/>
      <pc:sldMk cId="2071409988" sldId="2147483595"/>
    </pc:sldMkLst>
    <p188:replyLst>
      <p188:reply id="{A061463D-D91D-5143-8961-728E42286359}" authorId="{11CF90DC-73CE-9358-A67D-A25589FD11A5}" created="2026-03-17T18:32:23.033">
        <p188:txBody>
          <a:bodyPr/>
          <a:lstStyle/>
          <a:p>
            <a:r>
              <a:rPr lang="en-US"/>
              <a:t>Resolved</a:t>
            </a:r>
          </a:p>
        </p188:txBody>
      </p188:reply>
    </p188:replyLst>
    <p188:txBody>
      <a:bodyPr/>
      <a:lstStyle/>
      <a:p>
        <a:r>
          <a:rPr lang="en-US"/>
          <a:t> @for #6, add marketing</a:t>
        </a:r>
      </a:p>
    </p188:txBody>
  </p188:cm>
</p188:cmLst>
</file>

<file path=ppt/comments/modernComment_7FFFFFCC_74A54F25.xml><?xml version="1.0" encoding="utf-8"?>
<p188:cmLst xmlns:a="http://schemas.openxmlformats.org/drawingml/2006/main" xmlns:r="http://schemas.openxmlformats.org/officeDocument/2006/relationships" xmlns:p188="http://schemas.microsoft.com/office/powerpoint/2018/8/main">
  <p188:cm id="{07285E0B-FC0E-D448-8546-CD7EA452CBF2}" authorId="{11CF90DC-73CE-9358-A67D-A25589FD11A5}" created="2026-03-17T13:49:40.464" startDate="2026-03-17T13:49:40.465" dueDate="2026-03-17T13:49:40.465" assignedTo="{11CF90DC-73CE-9358-A67D-A25589FD11A5}" title="@Chowdhury, Mahdi by April 30th, GTM materials is ready (Potentially pull in marketing)">
    <pc:sldMkLst xmlns:pc="http://schemas.microsoft.com/office/powerpoint/2013/main/command">
      <pc:docMk/>
      <pc:sldMk cId="1956990757" sldId="2147483596"/>
    </pc:sldMkLst>
    <p188:txBody>
      <a:bodyPr/>
      <a:lstStyle/>
      <a:p>
        <a:r>
          <a:rPr lang="en-US"/>
          <a:t>[@Chowdhury, Mahdi] by April 30th, GTM materials is ready (Potentially pull in marketing)</a:t>
        </a:r>
      </a:p>
    </p188:txBody>
    <p188:extLst>
      <p:ext xmlns:p="http://schemas.openxmlformats.org/presentationml/2006/main" uri="{5BB2D875-25FF-4072-B9AC-8F64D62656EB}">
        <p228:taskDetails xmlns:p228="http://schemas.microsoft.com/office/powerpoint/2022/08/main">
          <p228:history>
            <p228:event time="2026-03-17T13:49:40.464" id="{6099C27E-D92B-0A45-96F6-5BB50B6EAECA}">
              <p228:atrbtn authorId="{11CF90DC-73CE-9358-A67D-A25589FD11A5}"/>
              <p228:anchr>
                <p228:comment id="{07285E0B-FC0E-D448-8546-CD7EA452CBF2}"/>
              </p228:anchr>
              <p228:add/>
            </p228:event>
            <p228:event time="2026-03-17T13:49:40.464" id="{008C19CF-1F51-3946-B230-3BC279163B86}">
              <p228:atrbtn authorId="{11CF90DC-73CE-9358-A67D-A25589FD11A5}"/>
              <p228:anchr>
                <p228:comment id="{07285E0B-FC0E-D448-8546-CD7EA452CBF2}"/>
              </p228:anchr>
              <p228:asgn authorId="{11CF90DC-73CE-9358-A67D-A25589FD11A5}"/>
            </p228:event>
            <p228:event time="2026-03-17T13:49:40.464" id="{74F22752-720E-444C-ABB7-5B0EAE1A30C1}">
              <p228:atrbtn authorId="{11CF90DC-73CE-9358-A67D-A25589FD11A5}"/>
              <p228:anchr>
                <p228:comment id="{07285E0B-FC0E-D448-8546-CD7EA452CBF2}"/>
              </p228:anchr>
              <p228:title val="@Chowdhury, Mahdi by April 30th, GTM materials is ready (Potentially pull in marketing)"/>
            </p228:event>
            <p228:event time="2026-03-17T13:49:40.464" id="{CCD29E09-7B90-4445-9C19-58E720E02ADC}">
              <p228:atrbtn authorId="{11CF90DC-73CE-9358-A67D-A25589FD11A5}"/>
              <p228:anchr>
                <p228:comment id="{07285E0B-FC0E-D448-8546-CD7EA452CBF2}"/>
              </p228:anchr>
              <p228:date stDt="2026-03-17T13:49:40.465" endDt="2026-03-17T13:49:40.465"/>
            </p228:event>
          </p228:history>
        </p228:taskDetails>
      </p:ext>
    </p188:extLst>
  </p188:cm>
</p188:cmLst>
</file>

<file path=ppt/comments/modernComment_7FFFFFD2_BC700DEC.xml><?xml version="1.0" encoding="utf-8"?>
<p188:cmLst xmlns:a="http://schemas.openxmlformats.org/drawingml/2006/main" xmlns:r="http://schemas.openxmlformats.org/officeDocument/2006/relationships" xmlns:p188="http://schemas.microsoft.com/office/powerpoint/2018/8/main">
  <p188:cm id="{10F61A4F-0996-1642-AE90-34C3A66B5152}" authorId="{11CF90DC-73CE-9358-A67D-A25589FD11A5}" status="resolved" created="2026-03-17T13:51:20.712" complete="100000">
    <pc:sldMkLst xmlns:pc="http://schemas.microsoft.com/office/powerpoint/2013/main/command">
      <pc:docMk/>
      <pc:sldMk cId="3161460204" sldId="2147483602"/>
    </pc:sldMkLst>
    <p188:txBody>
      <a:bodyPr/>
      <a:lstStyle/>
      <a:p>
        <a:r>
          <a:rPr lang="en-US"/>
          <a:t>Add Due date</a:t>
        </a:r>
      </a:p>
    </p188:txBody>
  </p188:cm>
  <p188:cm id="{AA98EB1B-F62E-0F41-AC35-76E253CF95C0}" authorId="{11CF90DC-73CE-9358-A67D-A25589FD11A5}" status="resolved" created="2026-03-17T14:04:04.664" complete="100000">
    <ac:txMkLst xmlns:ac="http://schemas.microsoft.com/office/drawing/2013/main/command">
      <pc:docMk xmlns:pc="http://schemas.microsoft.com/office/powerpoint/2013/main/command"/>
      <pc:sldMk xmlns:pc="http://schemas.microsoft.com/office/powerpoint/2013/main/command" cId="3161460204" sldId="2147483602"/>
      <ac:spMk id="8" creationId="{00000000-0000-0000-0000-000000000000}"/>
      <ac:txMk cp="0" len="53">
        <ac:context len="112" hash="952526476"/>
      </ac:txMk>
    </ac:txMkLst>
    <p188:txBody>
      <a:bodyPr/>
      <a:lstStyle/>
      <a:p>
        <a:r>
          <a:rPr lang="en-US"/>
          <a:t>Re word</a:t>
        </a:r>
      </a:p>
    </p188:txBody>
  </p188:cm>
  <p188:cm id="{4B079090-CF74-FE4E-B161-85A1CE9BF5ED}" authorId="{11CF90DC-73CE-9358-A67D-A25589FD11A5}" status="resolved" created="2026-03-17T14:08:08.749" startDate="2026-03-17T14:08:08.749" dueDate="2026-03-17T14:08:08.749" assignedTo="{11CF90DC-73CE-9358-A67D-A25589FD11A5}" complete="100000" title="@Chowdhury, Mahdi to update">
    <ac:txMkLst xmlns:ac="http://schemas.microsoft.com/office/drawing/2013/main/command">
      <pc:docMk xmlns:pc="http://schemas.microsoft.com/office/powerpoint/2013/main/command"/>
      <pc:sldMk xmlns:pc="http://schemas.microsoft.com/office/powerpoint/2013/main/command" cId="3161460204" sldId="2147483602"/>
      <ac:spMk id="6" creationId="{00000000-0000-0000-0000-000000000000}"/>
      <ac:txMk cp="262">
        <ac:context len="408" hash="2783796668"/>
      </ac:txMk>
    </ac:txMkLst>
    <p188:pos x="2908724" y="1657343"/>
    <p188:txBody>
      <a:bodyPr/>
      <a:lstStyle/>
      <a:p>
        <a:r>
          <a:rPr lang="en-US"/>
          <a:t>[@Chowdhury, Mahdi] to update</a:t>
        </a:r>
      </a:p>
    </p188:txBody>
    <p188:extLst>
      <p:ext xmlns:p="http://schemas.openxmlformats.org/presentationml/2006/main" uri="{5BB2D875-25FF-4072-B9AC-8F64D62656EB}">
        <p228:taskDetails xmlns:p228="http://schemas.microsoft.com/office/powerpoint/2022/08/main">
          <p228:history>
            <p228:event time="2026-03-17T14:08:08.749" id="{5BC3041B-409D-5546-A394-8A6EED23B1C2}">
              <p228:atrbtn authorId="{11CF90DC-73CE-9358-A67D-A25589FD11A5}"/>
              <p228:anchr>
                <p228:comment id="{4B079090-CF74-FE4E-B161-85A1CE9BF5ED}"/>
              </p228:anchr>
              <p228:add/>
            </p228:event>
            <p228:event time="2026-03-17T14:08:08.749" id="{4A182AC7-18F9-1741-B1F2-09B0E2BD1F88}">
              <p228:atrbtn authorId="{11CF90DC-73CE-9358-A67D-A25589FD11A5}"/>
              <p228:anchr>
                <p228:comment id="{4B079090-CF74-FE4E-B161-85A1CE9BF5ED}"/>
              </p228:anchr>
              <p228:asgn authorId="{11CF90DC-73CE-9358-A67D-A25589FD11A5}"/>
            </p228:event>
            <p228:event time="2026-03-17T14:08:08.749" id="{3642D4BF-A312-B24D-8C64-3EC177368790}">
              <p228:atrbtn authorId="{11CF90DC-73CE-9358-A67D-A25589FD11A5}"/>
              <p228:anchr>
                <p228:comment id="{4B079090-CF74-FE4E-B161-85A1CE9BF5ED}"/>
              </p228:anchr>
              <p228:title val="@Chowdhury, Mahdi to update"/>
            </p228:event>
            <p228:event time="2026-03-17T14:08:08.749" id="{6CD72FA7-C44D-A84C-B5D5-2F739BDBED2F}">
              <p228:atrbtn authorId="{11CF90DC-73CE-9358-A67D-A25589FD11A5}"/>
              <p228:anchr>
                <p228:comment id="{4B079090-CF74-FE4E-B161-85A1CE9BF5ED}"/>
              </p228:anchr>
              <p228:date stDt="2026-03-17T14:08:08.749" endDt="2026-03-17T14:08:08.749"/>
            </p228:event>
            <p228:event time="2026-03-17T19:07:06.633" id="{02564184-BA58-2942-991A-35CAB59857C7}">
              <p228:atrbtn authorId="{11CF90DC-73CE-9358-A67D-A25589FD11A5}"/>
              <p228:anchr>
                <p228:comment id="{00000000-0000-0000-0000-000000000000}"/>
              </p228:anchr>
              <p228:pcntCmplt val="100000"/>
            </p228:event>
          </p228:history>
        </p228:taskDetails>
      </p:ext>
    </p188:extLst>
  </p188:cm>
</p188:cmLst>
</file>

<file path=ppt/comments/modernComment_7FFFFFD3_1AD2C939.xml><?xml version="1.0" encoding="utf-8"?>
<p188:cmLst xmlns:a="http://schemas.openxmlformats.org/drawingml/2006/main" xmlns:r="http://schemas.openxmlformats.org/officeDocument/2006/relationships" xmlns:p188="http://schemas.microsoft.com/office/powerpoint/2018/8/main">
  <p188:cm id="{F4DD396D-F6F8-E640-BDF3-AF5226D5FA9A}" authorId="{11CF90DC-73CE-9358-A67D-A25589FD11A5}" created="2026-03-17T21:55:27.972">
    <pc:sldMkLst xmlns:pc="http://schemas.microsoft.com/office/powerpoint/2013/main/command">
      <pc:docMk/>
      <pc:sldMk cId="450021689" sldId="2147483603"/>
    </pc:sldMkLst>
    <p188:txBody>
      <a:bodyPr/>
      <a:lstStyle/>
      <a:p>
        <a:r>
          <a:rPr lang="en-US"/>
          <a:t>Emphasize first point</a:t>
        </a:r>
      </a:p>
    </p188:txBody>
  </p188:cm>
</p188:cmLst>
</file>

<file path=ppt/diagrams/_rels/data1.xml.rels><?xml version="1.0" encoding="UTF-8" standalone="yes"?>
<Relationships xmlns="http://schemas.openxmlformats.org/package/2006/relationships"><Relationship Id="rId1" Type="http://schemas.openxmlformats.org/officeDocument/2006/relationships/hyperlink" Target="https://capcoinc.sharepoint.com/:x:/r/sites/USGenAI/Shared%20Documents/General/AI%20Enablement%20Program/AI%20Use-Case%20Intake.xlsx?d=w28b0c42db1524ec08c123dc9a5d5a43b&amp;csf=1&amp;web=1&amp;e=3nT8Zy" TargetMode="External"/></Relationships>
</file>

<file path=ppt/diagrams/_rels/data2.xml.rels><?xml version="1.0" encoding="UTF-8" standalone="yes"?>
<Relationships xmlns="http://schemas.openxmlformats.org/package/2006/relationships"><Relationship Id="rId1" Type="http://schemas.openxmlformats.org/officeDocument/2006/relationships/hyperlink" Target="https://capcoinc-my.sharepoint.com/:x:/r/personal/mahdi_chowdhury_capco_com/Documents/AI%20Champions%20Workbook%20B%20-%20AI%20Infusion%20Intake.xlsx?d=w0db609b71f9f404f896fee78f475be3a&amp;csf=1&amp;web=1&amp;e=wB13Fj" TargetMode="External"/></Relationships>
</file>

<file path=ppt/diagrams/_rels/drawing1.xml.rels><?xml version="1.0" encoding="UTF-8" standalone="yes"?>
<Relationships xmlns="http://schemas.openxmlformats.org/package/2006/relationships"><Relationship Id="rId1" Type="http://schemas.openxmlformats.org/officeDocument/2006/relationships/hyperlink" Target="https://capcoinc.sharepoint.com/:x:/r/sites/USGenAI/Shared%20Documents/General/AI%20Enablement%20Program/AI%20Use-Case%20Intake.xlsx?d=w28b0c42db1524ec08c123dc9a5d5a43b&amp;csf=1&amp;web=1&amp;e=3nT8Zy" TargetMode="External"/></Relationships>
</file>

<file path=ppt/diagrams/_rels/drawing2.xml.rels><?xml version="1.0" encoding="UTF-8" standalone="yes"?>
<Relationships xmlns="http://schemas.openxmlformats.org/package/2006/relationships"><Relationship Id="rId1" Type="http://schemas.openxmlformats.org/officeDocument/2006/relationships/hyperlink" Target="https://capcoinc-my.sharepoint.com/:x:/r/personal/mahdi_chowdhury_capco_com/Documents/AI%20Champions%20Workbook%20B%20-%20AI%20Infusion%20Intake.xlsx?d=w0db609b71f9f404f896fee78f475be3a&amp;csf=1&amp;web=1&amp;e=wB13Fj" TargetMode="Externa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20C05FD-9BCD-EB48-B810-55498262ABD1}" type="doc">
      <dgm:prSet loTypeId="urn:microsoft.com/office/officeart/2005/8/layout/chevron1" loCatId="" qsTypeId="urn:microsoft.com/office/officeart/2005/8/quickstyle/simple1" qsCatId="simple" csTypeId="urn:microsoft.com/office/officeart/2005/8/colors/colorful4" csCatId="colorful" phldr="1"/>
      <dgm:spPr/>
    </dgm:pt>
    <dgm:pt modelId="{474C7200-0BC2-0D4F-B86D-30FC6B3ACF93}">
      <dgm:prSet phldrT="[Text]" custT="1"/>
      <dgm:spPr/>
      <dgm:t>
        <a:bodyPr/>
        <a:lstStyle/>
        <a:p>
          <a:r>
            <a:rPr lang="en-US" sz="1400" b="1">
              <a:latin typeface="Century Gothic" panose="020B0502020202020204" pitchFamily="34" charset="0"/>
            </a:rPr>
            <a:t>Current Week</a:t>
          </a:r>
        </a:p>
      </dgm:t>
    </dgm:pt>
    <dgm:pt modelId="{2548B99A-748C-4240-AA5D-AB227E55AD54}" type="parTrans" cxnId="{A68BEE83-F0EC-854F-B812-319212AC6B28}">
      <dgm:prSet/>
      <dgm:spPr/>
      <dgm:t>
        <a:bodyPr/>
        <a:lstStyle/>
        <a:p>
          <a:endParaRPr lang="en-US"/>
        </a:p>
      </dgm:t>
    </dgm:pt>
    <dgm:pt modelId="{89C05A93-49DB-8249-ADA9-FD4FDBD4784B}" type="sibTrans" cxnId="{A68BEE83-F0EC-854F-B812-319212AC6B28}">
      <dgm:prSet/>
      <dgm:spPr/>
      <dgm:t>
        <a:bodyPr/>
        <a:lstStyle/>
        <a:p>
          <a:endParaRPr lang="en-US"/>
        </a:p>
      </dgm:t>
    </dgm:pt>
    <dgm:pt modelId="{087AA6A8-6625-854A-8462-D1835E3C6D07}">
      <dgm:prSet phldrT="[Text]" custT="1"/>
      <dgm:spPr/>
      <dgm:t>
        <a:bodyPr/>
        <a:lstStyle/>
        <a:p>
          <a:r>
            <a:rPr lang="en-US" sz="1400" b="1">
              <a:latin typeface="Century Gothic" panose="020B0502020202020204" pitchFamily="34" charset="0"/>
            </a:rPr>
            <a:t>By April 10th </a:t>
          </a:r>
        </a:p>
      </dgm:t>
    </dgm:pt>
    <dgm:pt modelId="{D740D364-9AE5-C34A-BE2B-2096BCAB1F31}" type="parTrans" cxnId="{F38FD03E-5FC5-4345-8728-AC9EF8166F97}">
      <dgm:prSet/>
      <dgm:spPr/>
      <dgm:t>
        <a:bodyPr/>
        <a:lstStyle/>
        <a:p>
          <a:endParaRPr lang="en-US"/>
        </a:p>
      </dgm:t>
    </dgm:pt>
    <dgm:pt modelId="{823A1B7E-61BA-664E-B4C5-4585D7B956A3}" type="sibTrans" cxnId="{F38FD03E-5FC5-4345-8728-AC9EF8166F97}">
      <dgm:prSet/>
      <dgm:spPr/>
      <dgm:t>
        <a:bodyPr/>
        <a:lstStyle/>
        <a:p>
          <a:endParaRPr lang="en-US"/>
        </a:p>
      </dgm:t>
    </dgm:pt>
    <dgm:pt modelId="{88AAD836-73F0-594E-B519-FBC67C4FE970}">
      <dgm:prSet phldrT="[Text]" custT="1"/>
      <dgm:spPr/>
      <dgm:t>
        <a:bodyPr/>
        <a:lstStyle/>
        <a:p>
          <a:r>
            <a:rPr lang="en-US" sz="1400" b="1">
              <a:latin typeface="Century Gothic" panose="020B0502020202020204" pitchFamily="34" charset="0"/>
            </a:rPr>
            <a:t>By April 24th</a:t>
          </a:r>
        </a:p>
      </dgm:t>
    </dgm:pt>
    <dgm:pt modelId="{4135ACDB-C4A6-3047-9119-1F6C7B65356F}" type="parTrans" cxnId="{4231C9F9-EBDD-AF47-8A6F-4CC89583B017}">
      <dgm:prSet/>
      <dgm:spPr/>
      <dgm:t>
        <a:bodyPr/>
        <a:lstStyle/>
        <a:p>
          <a:endParaRPr lang="en-US"/>
        </a:p>
      </dgm:t>
    </dgm:pt>
    <dgm:pt modelId="{CB0EB2B5-ED68-9047-9364-90E1901DD3D3}" type="sibTrans" cxnId="{4231C9F9-EBDD-AF47-8A6F-4CC89583B017}">
      <dgm:prSet/>
      <dgm:spPr/>
      <dgm:t>
        <a:bodyPr/>
        <a:lstStyle/>
        <a:p>
          <a:endParaRPr lang="en-US"/>
        </a:p>
      </dgm:t>
    </dgm:pt>
    <dgm:pt modelId="{720111FB-1CBA-DD40-8945-FB304D9EA53A}">
      <dgm:prSet phldrT="[Text]" custT="1"/>
      <dgm:spPr/>
      <dgm:t>
        <a:bodyPr/>
        <a:lstStyle/>
        <a:p>
          <a:r>
            <a:rPr lang="en-US" sz="1400" b="1">
              <a:latin typeface="Century Gothic" panose="020B0502020202020204" pitchFamily="34" charset="0"/>
            </a:rPr>
            <a:t>By April 30th</a:t>
          </a:r>
        </a:p>
      </dgm:t>
    </dgm:pt>
    <dgm:pt modelId="{9FB8D625-DD03-3444-B6E4-52630D58F03E}" type="parTrans" cxnId="{B309F558-D1C9-494B-9B17-66DC13BB9431}">
      <dgm:prSet/>
      <dgm:spPr/>
      <dgm:t>
        <a:bodyPr/>
        <a:lstStyle/>
        <a:p>
          <a:endParaRPr lang="en-US"/>
        </a:p>
      </dgm:t>
    </dgm:pt>
    <dgm:pt modelId="{7C012520-D52A-6542-BD50-391F219124B4}" type="sibTrans" cxnId="{B309F558-D1C9-494B-9B17-66DC13BB9431}">
      <dgm:prSet/>
      <dgm:spPr/>
      <dgm:t>
        <a:bodyPr/>
        <a:lstStyle/>
        <a:p>
          <a:endParaRPr lang="en-US"/>
        </a:p>
      </dgm:t>
    </dgm:pt>
    <dgm:pt modelId="{7EFCE47C-990E-D04F-BBAF-C71FEBB55CA6}">
      <dgm:prSet phldrT="[Text]" custT="1"/>
      <dgm:spPr/>
      <dgm:t>
        <a:bodyPr/>
        <a:lstStyle/>
        <a:p>
          <a:pPr>
            <a:buClrTx/>
            <a:buSzTx/>
            <a:buFont typeface="Arial" panose="020B0604020202020204" pitchFamily="34" charset="0"/>
            <a:buChar char="•"/>
          </a:pPr>
          <a:r>
            <a:rPr kumimoji="0" lang="en-US" altLang="en-US" sz="1400" b="0" i="0" u="none" strike="noStrike" cap="none" normalizeH="0" baseline="0" dirty="0">
              <a:ln/>
              <a:effectLst/>
              <a:latin typeface="Century Gothic" panose="020B0502020202020204" pitchFamily="34" charset="0"/>
            </a:rPr>
            <a:t>Confirm </a:t>
          </a:r>
          <a:r>
            <a:rPr kumimoji="0" lang="en-US" altLang="en-US" sz="1400" b="1" i="0" u="none" strike="noStrike" cap="none" normalizeH="0" baseline="0" dirty="0">
              <a:ln/>
              <a:effectLst/>
              <a:latin typeface="Century Gothic" panose="020B0502020202020204" pitchFamily="34" charset="0"/>
            </a:rPr>
            <a:t>Service Offering Champion(s)</a:t>
          </a:r>
          <a:r>
            <a:rPr kumimoji="0" lang="en-US" altLang="en-US" sz="1400" b="0" i="0" u="none" strike="noStrike" cap="none" normalizeH="0" baseline="0" dirty="0">
              <a:ln/>
              <a:effectLst/>
              <a:latin typeface="Century Gothic" panose="020B0502020202020204" pitchFamily="34" charset="0"/>
            </a:rPr>
            <a:t> for your practice</a:t>
          </a:r>
          <a:endParaRPr lang="en-US" sz="1400" dirty="0">
            <a:latin typeface="Century Gothic" panose="020B0502020202020204" pitchFamily="34" charset="0"/>
          </a:endParaRPr>
        </a:p>
      </dgm:t>
    </dgm:pt>
    <dgm:pt modelId="{3F4B45B7-A3E5-1645-A9D2-D57D7A9548B8}" type="parTrans" cxnId="{6A50D242-63D2-EB4F-8959-5E7AAD3BF164}">
      <dgm:prSet/>
      <dgm:spPr/>
      <dgm:t>
        <a:bodyPr/>
        <a:lstStyle/>
        <a:p>
          <a:endParaRPr lang="en-US"/>
        </a:p>
      </dgm:t>
    </dgm:pt>
    <dgm:pt modelId="{1141ABD8-19B9-1843-A6A0-47264468C44A}" type="sibTrans" cxnId="{6A50D242-63D2-EB4F-8959-5E7AAD3BF164}">
      <dgm:prSet/>
      <dgm:spPr/>
      <dgm:t>
        <a:bodyPr/>
        <a:lstStyle/>
        <a:p>
          <a:endParaRPr lang="en-US"/>
        </a:p>
      </dgm:t>
    </dgm:pt>
    <dgm:pt modelId="{E6D1A894-1AAA-4B42-824E-DC1238FF7C57}">
      <dgm:prSet custT="1"/>
      <dgm:spPr/>
      <dgm:t>
        <a:bodyPr/>
        <a:lstStyle/>
        <a:p>
          <a:r>
            <a:rPr lang="en-US" altLang="en-US" sz="1400" dirty="0">
              <a:latin typeface="Century Gothic" panose="020B0502020202020204" pitchFamily="34" charset="0"/>
            </a:rPr>
            <a:t>Champions kick off session</a:t>
          </a:r>
          <a:endParaRPr kumimoji="0" lang="en-US" altLang="en-US" sz="1400" b="0" i="0" u="none" strike="noStrike" cap="none" normalizeH="0" baseline="0" dirty="0">
            <a:ln/>
            <a:effectLst/>
            <a:latin typeface="Century Gothic" panose="020B0502020202020204" pitchFamily="34" charset="0"/>
          </a:endParaRPr>
        </a:p>
      </dgm:t>
    </dgm:pt>
    <dgm:pt modelId="{3013575D-10DD-324A-8BD9-51C1883C8C95}" type="parTrans" cxnId="{D108469D-F717-754E-B86C-6351203CE9E9}">
      <dgm:prSet/>
      <dgm:spPr/>
      <dgm:t>
        <a:bodyPr/>
        <a:lstStyle/>
        <a:p>
          <a:endParaRPr lang="en-US"/>
        </a:p>
      </dgm:t>
    </dgm:pt>
    <dgm:pt modelId="{86BF42C4-BA4F-5E4B-A84D-9E82273A62FE}" type="sibTrans" cxnId="{D108469D-F717-754E-B86C-6351203CE9E9}">
      <dgm:prSet/>
      <dgm:spPr/>
      <dgm:t>
        <a:bodyPr/>
        <a:lstStyle/>
        <a:p>
          <a:endParaRPr lang="en-US"/>
        </a:p>
      </dgm:t>
    </dgm:pt>
    <dgm:pt modelId="{DD09DCD3-6956-C843-A6C1-225BB67B0445}">
      <dgm:prSet phldrT="[Text]" custT="1"/>
      <dgm:spPr/>
      <dgm:t>
        <a:bodyPr/>
        <a:lstStyle/>
        <a:p>
          <a:pPr>
            <a:buClrTx/>
            <a:buSzTx/>
            <a:buFont typeface="Arial" panose="020B0604020202020204" pitchFamily="34" charset="0"/>
            <a:buChar char="•"/>
          </a:pPr>
          <a:r>
            <a:rPr kumimoji="0" lang="en-US" altLang="en-US" sz="1400" b="0" i="0" u="none" strike="noStrike" cap="none" normalizeH="0" baseline="0" dirty="0">
              <a:ln/>
              <a:effectLst/>
              <a:latin typeface="Century Gothic" panose="020B0502020202020204" pitchFamily="34" charset="0"/>
            </a:rPr>
            <a:t>Use </a:t>
          </a:r>
          <a:r>
            <a:rPr kumimoji="0" lang="en-US" altLang="en-US" sz="1400" b="1" i="0" u="none" strike="noStrike" cap="none" normalizeH="0" baseline="0" dirty="0">
              <a:ln/>
              <a:effectLst/>
              <a:latin typeface="Century Gothic" panose="020B0502020202020204" pitchFamily="34" charset="0"/>
            </a:rPr>
            <a:t>Slide 5</a:t>
          </a:r>
          <a:r>
            <a:rPr kumimoji="0" lang="en-US" altLang="en-US" sz="1400" b="0" i="0" u="none" strike="noStrike" cap="none" normalizeH="0" baseline="0" dirty="0">
              <a:ln/>
              <a:effectLst/>
              <a:latin typeface="Century Gothic" panose="020B0502020202020204" pitchFamily="34" charset="0"/>
            </a:rPr>
            <a:t> to generate </a:t>
          </a:r>
          <a:r>
            <a:rPr kumimoji="0" lang="en-US" altLang="en-US" sz="1400" b="1" i="0" u="none" strike="noStrike" cap="none" normalizeH="0" baseline="0" dirty="0">
              <a:ln/>
              <a:effectLst/>
              <a:latin typeface="Century Gothic" panose="020B0502020202020204" pitchFamily="34" charset="0"/>
            </a:rPr>
            <a:t>use case ideas</a:t>
          </a:r>
          <a:r>
            <a:rPr kumimoji="0" lang="en-US" altLang="en-US" sz="1400" b="0" i="0" u="none" strike="noStrike" cap="none" normalizeH="0" baseline="0" dirty="0">
              <a:ln/>
              <a:effectLst/>
              <a:latin typeface="Century Gothic" panose="020B0502020202020204" pitchFamily="34" charset="0"/>
            </a:rPr>
            <a:t> for your practice </a:t>
          </a:r>
          <a:endParaRPr lang="en-US" sz="1400" dirty="0">
            <a:latin typeface="Century Gothic" panose="020B0502020202020204" pitchFamily="34" charset="0"/>
          </a:endParaRPr>
        </a:p>
      </dgm:t>
    </dgm:pt>
    <dgm:pt modelId="{8A31688E-942A-8A4A-AF23-A35ABB83467A}" type="parTrans" cxnId="{FEEE40CB-2BC9-1C4A-87B6-8A139622F11F}">
      <dgm:prSet/>
      <dgm:spPr/>
      <dgm:t>
        <a:bodyPr/>
        <a:lstStyle/>
        <a:p>
          <a:endParaRPr lang="en-US"/>
        </a:p>
      </dgm:t>
    </dgm:pt>
    <dgm:pt modelId="{9AB5A80B-4F96-7F4F-9600-70149922C9FE}" type="sibTrans" cxnId="{FEEE40CB-2BC9-1C4A-87B6-8A139622F11F}">
      <dgm:prSet/>
      <dgm:spPr/>
      <dgm:t>
        <a:bodyPr/>
        <a:lstStyle/>
        <a:p>
          <a:endParaRPr lang="en-US"/>
        </a:p>
      </dgm:t>
    </dgm:pt>
    <dgm:pt modelId="{315AF462-18FC-0B49-80AE-61827BA46F73}">
      <dgm:prSet custT="1"/>
      <dgm:spPr/>
      <dgm:t>
        <a:bodyPr/>
        <a:lstStyle/>
        <a:p>
          <a:r>
            <a:rPr kumimoji="0" lang="en-US" altLang="en-US" sz="1400" b="0" i="0" u="none" strike="noStrike" cap="none" normalizeH="0" baseline="0" dirty="0">
              <a:ln/>
              <a:effectLst/>
              <a:latin typeface="Century Gothic" panose="020B0502020202020204" pitchFamily="34" charset="0"/>
            </a:rPr>
            <a:t>Input your use case ideas into this file: </a:t>
          </a:r>
          <a:r>
            <a:rPr lang="en-US" sz="1400" b="1" dirty="0">
              <a:solidFill>
                <a:srgbClr val="00B0F0"/>
              </a:solidFill>
              <a:highlight>
                <a:srgbClr val="FFFF00"/>
              </a:highlight>
              <a:latin typeface="Century Gothic" panose="020B0502020202020204" pitchFamily="34" charset="0"/>
              <a:hlinkClick xmlns:r="http://schemas.openxmlformats.org/officeDocument/2006/relationships" r:id="rId1">
                <a:extLst>
                  <a:ext uri="{A12FA001-AC4F-418D-AE19-62706E023703}">
                    <ahyp:hlinkClr xmlns:ahyp="http://schemas.microsoft.com/office/drawing/2018/hyperlinkcolor" val="tx"/>
                  </a:ext>
                </a:extLst>
              </a:hlinkClick>
            </a:rPr>
            <a:t>Workbook A</a:t>
          </a:r>
          <a:endParaRPr lang="en-US" sz="1400" b="1" dirty="0">
            <a:solidFill>
              <a:srgbClr val="00B0F0"/>
            </a:solidFill>
            <a:highlight>
              <a:srgbClr val="FFFF00"/>
            </a:highlight>
            <a:latin typeface="Century Gothic" panose="020B0502020202020204" pitchFamily="34" charset="0"/>
          </a:endParaRPr>
        </a:p>
      </dgm:t>
    </dgm:pt>
    <dgm:pt modelId="{DA22E107-0777-234D-A76B-03473C47F4AD}" type="parTrans" cxnId="{304A49CC-F8C4-744A-851F-A42350ADF58D}">
      <dgm:prSet/>
      <dgm:spPr/>
      <dgm:t>
        <a:bodyPr/>
        <a:lstStyle/>
        <a:p>
          <a:endParaRPr lang="en-US"/>
        </a:p>
      </dgm:t>
    </dgm:pt>
    <dgm:pt modelId="{98CF25AE-F2CF-2C4D-A1F8-74927C25F892}" type="sibTrans" cxnId="{304A49CC-F8C4-744A-851F-A42350ADF58D}">
      <dgm:prSet/>
      <dgm:spPr/>
      <dgm:t>
        <a:bodyPr/>
        <a:lstStyle/>
        <a:p>
          <a:endParaRPr lang="en-US"/>
        </a:p>
      </dgm:t>
    </dgm:pt>
    <dgm:pt modelId="{098BF5DC-CCF2-3E4C-BD05-7C6FEE6E3091}">
      <dgm:prSet custT="1"/>
      <dgm:spPr/>
      <dgm:t>
        <a:bodyPr/>
        <a:lstStyle/>
        <a:p>
          <a:r>
            <a:rPr kumimoji="0" lang="en-US" altLang="en-US" sz="1400" b="0" i="0" u="none" strike="noStrike" cap="none" normalizeH="0" baseline="0" dirty="0">
              <a:ln/>
              <a:effectLst/>
              <a:latin typeface="Century Gothic" panose="020B0502020202020204" pitchFamily="34" charset="0"/>
            </a:rPr>
            <a:t>Identify </a:t>
          </a:r>
          <a:r>
            <a:rPr kumimoji="0" lang="en-US" altLang="en-US" sz="1400" b="1" i="0" u="none" strike="noStrike" cap="none" normalizeH="0" baseline="0" dirty="0">
              <a:ln/>
              <a:effectLst/>
              <a:latin typeface="Century Gothic" panose="020B0502020202020204" pitchFamily="34" charset="0"/>
            </a:rPr>
            <a:t>top 1–2 priorities</a:t>
          </a:r>
          <a:r>
            <a:rPr kumimoji="0" lang="en-US" altLang="en-US" sz="1400" b="0" i="0" u="none" strike="noStrike" cap="none" normalizeH="0" baseline="0" dirty="0">
              <a:ln/>
              <a:effectLst/>
              <a:latin typeface="Century Gothic" panose="020B0502020202020204" pitchFamily="34" charset="0"/>
            </a:rPr>
            <a:t> you want to move into development</a:t>
          </a:r>
          <a:endParaRPr lang="en-US" altLang="en-US" sz="1400" b="0" i="0" u="none" strike="noStrike" cap="none" normalizeH="0" baseline="0" dirty="0">
            <a:ln/>
            <a:effectLst/>
            <a:latin typeface="Century Gothic" panose="020B0502020202020204" pitchFamily="34" charset="0"/>
          </a:endParaRPr>
        </a:p>
      </dgm:t>
    </dgm:pt>
    <dgm:pt modelId="{056077CE-81BF-A746-8B76-CE6804638C6C}" type="parTrans" cxnId="{532C5D2D-45A5-394A-A22B-121395A4D71A}">
      <dgm:prSet/>
      <dgm:spPr/>
      <dgm:t>
        <a:bodyPr/>
        <a:lstStyle/>
        <a:p>
          <a:endParaRPr lang="en-US"/>
        </a:p>
      </dgm:t>
    </dgm:pt>
    <dgm:pt modelId="{861756C6-A74C-AF41-8576-B91CA7D2CEC2}" type="sibTrans" cxnId="{532C5D2D-45A5-394A-A22B-121395A4D71A}">
      <dgm:prSet/>
      <dgm:spPr/>
      <dgm:t>
        <a:bodyPr/>
        <a:lstStyle/>
        <a:p>
          <a:endParaRPr lang="en-US"/>
        </a:p>
      </dgm:t>
    </dgm:pt>
    <dgm:pt modelId="{13440DCC-46B5-0B4B-83B0-ED68D8C50E44}">
      <dgm:prSet phldrT="[Text]" custT="1"/>
      <dgm:spPr/>
      <dgm:t>
        <a:bodyPr/>
        <a:lstStyle/>
        <a:p>
          <a:pPr>
            <a:buFont typeface="Arial" panose="020B0604020202020204" pitchFamily="34" charset="0"/>
            <a:buChar char="•"/>
          </a:pPr>
          <a:r>
            <a:rPr lang="en-US" altLang="en-US" sz="1400" dirty="0">
              <a:latin typeface="Century Gothic" panose="020B0502020202020204" pitchFamily="34" charset="0"/>
            </a:rPr>
            <a:t>Meet with </a:t>
          </a:r>
          <a:r>
            <a:rPr lang="en-US" altLang="en-US" sz="1400" b="1" dirty="0">
              <a:latin typeface="Century Gothic" panose="020B0502020202020204" pitchFamily="34" charset="0"/>
            </a:rPr>
            <a:t>AI Forward Engineers + AI Sales Force</a:t>
          </a:r>
          <a:r>
            <a:rPr lang="en-US" altLang="en-US" sz="1400" dirty="0">
              <a:latin typeface="Century Gothic" panose="020B0502020202020204" pitchFamily="34" charset="0"/>
            </a:rPr>
            <a:t> to build top 1-2 use cases</a:t>
          </a:r>
          <a:endParaRPr lang="en-US" sz="1400" dirty="0">
            <a:latin typeface="Century Gothic" panose="020B0502020202020204" pitchFamily="34" charset="0"/>
          </a:endParaRPr>
        </a:p>
      </dgm:t>
    </dgm:pt>
    <dgm:pt modelId="{BC1E0D1A-8E2C-C840-894E-022C1668E3F1}" type="parTrans" cxnId="{CD44F2C9-94DA-5A46-9735-9045E31B9EBF}">
      <dgm:prSet/>
      <dgm:spPr/>
      <dgm:t>
        <a:bodyPr/>
        <a:lstStyle/>
        <a:p>
          <a:endParaRPr lang="en-US"/>
        </a:p>
      </dgm:t>
    </dgm:pt>
    <dgm:pt modelId="{97B1BEA1-4135-A841-AA36-325FE7583BF5}" type="sibTrans" cxnId="{CD44F2C9-94DA-5A46-9735-9045E31B9EBF}">
      <dgm:prSet/>
      <dgm:spPr/>
      <dgm:t>
        <a:bodyPr/>
        <a:lstStyle/>
        <a:p>
          <a:endParaRPr lang="en-US"/>
        </a:p>
      </dgm:t>
    </dgm:pt>
    <dgm:pt modelId="{0B1A36BD-9A1F-454B-B5BA-C387D6EEBF62}">
      <dgm:prSet custT="1"/>
      <dgm:spPr/>
      <dgm:t>
        <a:bodyPr/>
        <a:lstStyle/>
        <a:p>
          <a:r>
            <a:rPr lang="en-US" altLang="en-US" sz="1400" b="1" dirty="0">
              <a:latin typeface="Century Gothic" panose="020B0502020202020204" pitchFamily="34" charset="0"/>
            </a:rPr>
            <a:t>AI Forward Engineers </a:t>
          </a:r>
          <a:r>
            <a:rPr lang="en-US" altLang="en-US" sz="1400" dirty="0">
              <a:latin typeface="Century Gothic" panose="020B0502020202020204" pitchFamily="34" charset="0"/>
            </a:rPr>
            <a:t>to build out use cases</a:t>
          </a:r>
        </a:p>
      </dgm:t>
    </dgm:pt>
    <dgm:pt modelId="{0186D438-23A9-C54C-A817-1ED54C89A643}" type="parTrans" cxnId="{1FB965E6-AE3D-6340-9F0A-DCED03CCA5ED}">
      <dgm:prSet/>
      <dgm:spPr/>
      <dgm:t>
        <a:bodyPr/>
        <a:lstStyle/>
        <a:p>
          <a:endParaRPr lang="en-US"/>
        </a:p>
      </dgm:t>
    </dgm:pt>
    <dgm:pt modelId="{6A9766A2-80CB-A440-B55A-662871CA7DC6}" type="sibTrans" cxnId="{1FB965E6-AE3D-6340-9F0A-DCED03CCA5ED}">
      <dgm:prSet/>
      <dgm:spPr/>
      <dgm:t>
        <a:bodyPr/>
        <a:lstStyle/>
        <a:p>
          <a:endParaRPr lang="en-US"/>
        </a:p>
      </dgm:t>
    </dgm:pt>
    <dgm:pt modelId="{EB374A7D-C265-C14E-9FAA-C120D054D900}">
      <dgm:prSet custT="1"/>
      <dgm:spPr/>
      <dgm:t>
        <a:bodyPr/>
        <a:lstStyle/>
        <a:p>
          <a:r>
            <a:rPr lang="en-US" altLang="en-US" sz="1400" dirty="0">
              <a:latin typeface="Century Gothic" panose="020B0502020202020204" pitchFamily="34" charset="0"/>
            </a:rPr>
            <a:t>Demos are </a:t>
          </a:r>
          <a:r>
            <a:rPr lang="en-US" altLang="en-US" sz="1400" b="1" dirty="0">
              <a:latin typeface="Century Gothic" panose="020B0502020202020204" pitchFamily="34" charset="0"/>
            </a:rPr>
            <a:t>scheduled</a:t>
          </a:r>
        </a:p>
      </dgm:t>
    </dgm:pt>
    <dgm:pt modelId="{ECEDEC76-1D5C-6042-B7DA-981232A59E73}" type="parTrans" cxnId="{DB2BFAD1-CD9F-CD4E-8C9A-4EB840795712}">
      <dgm:prSet/>
      <dgm:spPr/>
      <dgm:t>
        <a:bodyPr/>
        <a:lstStyle/>
        <a:p>
          <a:endParaRPr lang="en-US"/>
        </a:p>
      </dgm:t>
    </dgm:pt>
    <dgm:pt modelId="{AE75A822-3FA3-E341-B555-8069D3B6F64C}" type="sibTrans" cxnId="{DB2BFAD1-CD9F-CD4E-8C9A-4EB840795712}">
      <dgm:prSet/>
      <dgm:spPr/>
      <dgm:t>
        <a:bodyPr/>
        <a:lstStyle/>
        <a:p>
          <a:endParaRPr lang="en-US"/>
        </a:p>
      </dgm:t>
    </dgm:pt>
    <dgm:pt modelId="{2A643B73-F759-0047-9F70-7A8174DCFD37}">
      <dgm:prSet phldrT="[Text]" custT="1"/>
      <dgm:spPr/>
      <dgm:t>
        <a:bodyPr/>
        <a:lstStyle/>
        <a:p>
          <a:pPr>
            <a:buFont typeface="Arial" panose="020B0604020202020204" pitchFamily="34" charset="0"/>
            <a:buChar char="•"/>
          </a:pPr>
          <a:r>
            <a:rPr lang="en-US" sz="1400" b="0" i="0" dirty="0">
              <a:latin typeface="Century Gothic" panose="020B0502020202020204" pitchFamily="34" charset="0"/>
            </a:rPr>
            <a:t>Finalize the </a:t>
          </a:r>
          <a:r>
            <a:rPr lang="en-US" sz="1400" b="1" i="0" dirty="0">
              <a:latin typeface="Century Gothic" panose="020B0502020202020204" pitchFamily="34" charset="0"/>
            </a:rPr>
            <a:t>sales deck</a:t>
          </a:r>
          <a:endParaRPr lang="en-US" sz="1400" b="1" dirty="0">
            <a:latin typeface="Century Gothic" panose="020B0502020202020204" pitchFamily="34" charset="0"/>
          </a:endParaRPr>
        </a:p>
      </dgm:t>
    </dgm:pt>
    <dgm:pt modelId="{8EDCA894-A23B-6842-BBD2-304385B29560}" type="parTrans" cxnId="{9EE3DAD2-90DE-E54F-9CEE-3845CD30993C}">
      <dgm:prSet/>
      <dgm:spPr/>
      <dgm:t>
        <a:bodyPr/>
        <a:lstStyle/>
        <a:p>
          <a:endParaRPr lang="en-US"/>
        </a:p>
      </dgm:t>
    </dgm:pt>
    <dgm:pt modelId="{219F4B10-B3EF-FD4B-B6E8-52C333D478A6}" type="sibTrans" cxnId="{9EE3DAD2-90DE-E54F-9CEE-3845CD30993C}">
      <dgm:prSet/>
      <dgm:spPr/>
      <dgm:t>
        <a:bodyPr/>
        <a:lstStyle/>
        <a:p>
          <a:endParaRPr lang="en-US"/>
        </a:p>
      </dgm:t>
    </dgm:pt>
    <dgm:pt modelId="{CA1F4B9E-F1E6-9C4D-9447-896502C154B4}">
      <dgm:prSet phldrT="[Text]" custT="1"/>
      <dgm:spPr/>
      <dgm:t>
        <a:bodyPr/>
        <a:lstStyle/>
        <a:p>
          <a:pPr>
            <a:buFont typeface="Arial" panose="020B0604020202020204" pitchFamily="34" charset="0"/>
            <a:buChar char="•"/>
          </a:pPr>
          <a:r>
            <a:rPr lang="en-US" sz="1400" b="0" i="0" dirty="0">
              <a:latin typeface="Century Gothic" panose="020B0502020202020204" pitchFamily="34" charset="0"/>
            </a:rPr>
            <a:t>Prepare </a:t>
          </a:r>
          <a:r>
            <a:rPr lang="en-US" sz="1400" b="1" i="0" dirty="0">
              <a:latin typeface="Century Gothic" panose="020B0502020202020204" pitchFamily="34" charset="0"/>
            </a:rPr>
            <a:t>FAQs</a:t>
          </a:r>
          <a:r>
            <a:rPr lang="en-US" sz="1400" b="0" i="0" dirty="0">
              <a:latin typeface="Century Gothic" panose="020B0502020202020204" pitchFamily="34" charset="0"/>
            </a:rPr>
            <a:t> for sales teams and client discussions</a:t>
          </a:r>
          <a:endParaRPr lang="en-US" sz="1400" b="1" dirty="0">
            <a:latin typeface="Century Gothic" panose="020B0502020202020204" pitchFamily="34" charset="0"/>
          </a:endParaRPr>
        </a:p>
      </dgm:t>
    </dgm:pt>
    <dgm:pt modelId="{C5DA154A-32A8-6044-8781-8ADF330E01B0}" type="parTrans" cxnId="{FFAFBF8D-77C9-2340-A9AA-5D21BAE47D6A}">
      <dgm:prSet/>
      <dgm:spPr/>
      <dgm:t>
        <a:bodyPr/>
        <a:lstStyle/>
        <a:p>
          <a:endParaRPr lang="en-US"/>
        </a:p>
      </dgm:t>
    </dgm:pt>
    <dgm:pt modelId="{1577D3AC-0B53-234A-89A2-90926B1F5B07}" type="sibTrans" cxnId="{FFAFBF8D-77C9-2340-A9AA-5D21BAE47D6A}">
      <dgm:prSet/>
      <dgm:spPr/>
      <dgm:t>
        <a:bodyPr/>
        <a:lstStyle/>
        <a:p>
          <a:endParaRPr lang="en-US"/>
        </a:p>
      </dgm:t>
    </dgm:pt>
    <dgm:pt modelId="{132E4B8A-0357-A94A-878A-D38387E00E4C}">
      <dgm:prSet phldrT="[Text]" custT="1"/>
      <dgm:spPr/>
      <dgm:t>
        <a:bodyPr/>
        <a:lstStyle/>
        <a:p>
          <a:pPr>
            <a:buFont typeface="Arial" panose="020B0604020202020204" pitchFamily="34" charset="0"/>
            <a:buChar char="•"/>
          </a:pPr>
          <a:r>
            <a:rPr lang="en-US" sz="1400" b="0" i="0" dirty="0">
              <a:latin typeface="Century Gothic" panose="020B0502020202020204" pitchFamily="34" charset="0"/>
            </a:rPr>
            <a:t>Finalize the </a:t>
          </a:r>
          <a:r>
            <a:rPr lang="en-US" sz="1400" b="1" i="0" dirty="0">
              <a:latin typeface="Century Gothic" panose="020B0502020202020204" pitchFamily="34" charset="0"/>
            </a:rPr>
            <a:t>architecture diagram</a:t>
          </a:r>
          <a:endParaRPr lang="en-US" sz="1400" b="1" dirty="0">
            <a:latin typeface="Century Gothic" panose="020B0502020202020204" pitchFamily="34" charset="0"/>
          </a:endParaRPr>
        </a:p>
      </dgm:t>
    </dgm:pt>
    <dgm:pt modelId="{731A50EB-3915-764C-9BEE-9C76C2FAA129}" type="parTrans" cxnId="{68649B35-CEBC-8643-8608-9CF417B999F5}">
      <dgm:prSet/>
      <dgm:spPr/>
      <dgm:t>
        <a:bodyPr/>
        <a:lstStyle/>
        <a:p>
          <a:endParaRPr lang="en-US"/>
        </a:p>
      </dgm:t>
    </dgm:pt>
    <dgm:pt modelId="{A4F9F732-75E3-BA42-B82E-DFE9A0602084}" type="sibTrans" cxnId="{68649B35-CEBC-8643-8608-9CF417B999F5}">
      <dgm:prSet/>
      <dgm:spPr/>
      <dgm:t>
        <a:bodyPr/>
        <a:lstStyle/>
        <a:p>
          <a:endParaRPr lang="en-US"/>
        </a:p>
      </dgm:t>
    </dgm:pt>
    <dgm:pt modelId="{C8AE1E3B-629D-3E47-871D-821C749DFD08}">
      <dgm:prSet phldrT="[Text]" custT="1"/>
      <dgm:spPr/>
      <dgm:t>
        <a:bodyPr/>
        <a:lstStyle/>
        <a:p>
          <a:pPr>
            <a:buFont typeface="Arial" panose="020B0604020202020204" pitchFamily="34" charset="0"/>
            <a:buChar char="•"/>
          </a:pPr>
          <a:r>
            <a:rPr lang="en-US" sz="1400" b="0" i="0" dirty="0">
              <a:latin typeface="Century Gothic" panose="020B0502020202020204" pitchFamily="34" charset="0"/>
            </a:rPr>
            <a:t>Ensure all </a:t>
          </a:r>
          <a:r>
            <a:rPr lang="en-US" sz="1400" b="1" i="0" dirty="0">
              <a:latin typeface="Century Gothic" panose="020B0502020202020204" pitchFamily="34" charset="0"/>
            </a:rPr>
            <a:t>GTM materials are ready for showcase </a:t>
          </a:r>
          <a:r>
            <a:rPr lang="en-US" sz="1400" b="0" i="0" dirty="0">
              <a:latin typeface="Century Gothic" panose="020B0502020202020204" pitchFamily="34" charset="0"/>
            </a:rPr>
            <a:t>and pipeline activation</a:t>
          </a:r>
          <a:endParaRPr lang="en-US" sz="1400" b="1" dirty="0">
            <a:latin typeface="Century Gothic" panose="020B0502020202020204" pitchFamily="34" charset="0"/>
          </a:endParaRPr>
        </a:p>
      </dgm:t>
    </dgm:pt>
    <dgm:pt modelId="{87700417-C0A2-CE43-98A7-B426E4DA75E3}" type="parTrans" cxnId="{FF82D225-F17F-5046-A640-94799C563D24}">
      <dgm:prSet/>
      <dgm:spPr/>
      <dgm:t>
        <a:bodyPr/>
        <a:lstStyle/>
        <a:p>
          <a:endParaRPr lang="en-US"/>
        </a:p>
      </dgm:t>
    </dgm:pt>
    <dgm:pt modelId="{BB036AB7-1E5E-C54F-8D35-BAD12AE47E38}" type="sibTrans" cxnId="{FF82D225-F17F-5046-A640-94799C563D24}">
      <dgm:prSet/>
      <dgm:spPr/>
      <dgm:t>
        <a:bodyPr/>
        <a:lstStyle/>
        <a:p>
          <a:endParaRPr lang="en-US"/>
        </a:p>
      </dgm:t>
    </dgm:pt>
    <dgm:pt modelId="{CCD3A66F-BE94-7245-AABB-4019140A00BB}">
      <dgm:prSet phldrT="[Text]" custT="1"/>
      <dgm:spPr/>
      <dgm:t>
        <a:bodyPr/>
        <a:lstStyle/>
        <a:p>
          <a:pPr>
            <a:buFont typeface="Arial" panose="020B0604020202020204" pitchFamily="34" charset="0"/>
            <a:buChar char="•"/>
          </a:pPr>
          <a:r>
            <a:rPr lang="en-US" sz="1400" b="0" i="0" dirty="0">
              <a:latin typeface="Century Gothic" panose="020B0502020202020204" pitchFamily="34" charset="0"/>
            </a:rPr>
            <a:t>Complete </a:t>
          </a:r>
          <a:r>
            <a:rPr lang="en-US" sz="1400" b="1" i="0" dirty="0">
              <a:latin typeface="Century Gothic" panose="020B0502020202020204" pitchFamily="34" charset="0"/>
            </a:rPr>
            <a:t>demo materials </a:t>
          </a:r>
          <a:r>
            <a:rPr lang="en-US" sz="1400" b="0" i="0" dirty="0">
              <a:latin typeface="Century Gothic" panose="020B0502020202020204" pitchFamily="34" charset="0"/>
            </a:rPr>
            <a:t>including video, guide, and data</a:t>
          </a:r>
          <a:endParaRPr lang="en-US" sz="1400" b="1" dirty="0">
            <a:latin typeface="Century Gothic" panose="020B0502020202020204" pitchFamily="34" charset="0"/>
          </a:endParaRPr>
        </a:p>
      </dgm:t>
    </dgm:pt>
    <dgm:pt modelId="{C7BDF9F2-4CCB-3644-B00E-90B98BF6577D}" type="parTrans" cxnId="{2AB4E97F-3CAB-8E40-AB2B-49D8493A4038}">
      <dgm:prSet/>
      <dgm:spPr/>
      <dgm:t>
        <a:bodyPr/>
        <a:lstStyle/>
        <a:p>
          <a:endParaRPr lang="en-US"/>
        </a:p>
      </dgm:t>
    </dgm:pt>
    <dgm:pt modelId="{FA470A5C-F6C4-3546-AD04-B22478C03606}" type="sibTrans" cxnId="{2AB4E97F-3CAB-8E40-AB2B-49D8493A4038}">
      <dgm:prSet/>
      <dgm:spPr/>
      <dgm:t>
        <a:bodyPr/>
        <a:lstStyle/>
        <a:p>
          <a:endParaRPr lang="en-US"/>
        </a:p>
      </dgm:t>
    </dgm:pt>
    <dgm:pt modelId="{D9BDD7E9-F32F-0044-A6C5-058242DCD035}">
      <dgm:prSet phldrT="[Text]" custT="1"/>
      <dgm:spPr/>
      <dgm:t>
        <a:bodyPr/>
        <a:lstStyle/>
        <a:p>
          <a:pPr>
            <a:buClrTx/>
            <a:buSzTx/>
            <a:buFont typeface="Arial" panose="020B0604020202020204" pitchFamily="34" charset="0"/>
            <a:buChar char="•"/>
          </a:pPr>
          <a:endParaRPr lang="en-US" sz="1400" dirty="0">
            <a:latin typeface="Century Gothic" panose="020B0502020202020204" pitchFamily="34" charset="0"/>
          </a:endParaRPr>
        </a:p>
      </dgm:t>
    </dgm:pt>
    <dgm:pt modelId="{0078A08F-8162-384C-A327-D2300C38932C}" type="parTrans" cxnId="{745B72B3-DF75-0E42-8913-34F19E8377CD}">
      <dgm:prSet/>
      <dgm:spPr/>
      <dgm:t>
        <a:bodyPr/>
        <a:lstStyle/>
        <a:p>
          <a:endParaRPr lang="en-US"/>
        </a:p>
      </dgm:t>
    </dgm:pt>
    <dgm:pt modelId="{79F039EF-94AA-4246-84AD-0B78C3FAAC60}" type="sibTrans" cxnId="{745B72B3-DF75-0E42-8913-34F19E8377CD}">
      <dgm:prSet/>
      <dgm:spPr/>
      <dgm:t>
        <a:bodyPr/>
        <a:lstStyle/>
        <a:p>
          <a:endParaRPr lang="en-US"/>
        </a:p>
      </dgm:t>
    </dgm:pt>
    <dgm:pt modelId="{D39333A9-89AF-CE43-AEF1-816BB7399512}">
      <dgm:prSet custT="1"/>
      <dgm:spPr/>
      <dgm:t>
        <a:bodyPr/>
        <a:lstStyle/>
        <a:p>
          <a:endParaRPr lang="en-US" sz="1400" b="1" dirty="0">
            <a:solidFill>
              <a:srgbClr val="00B0F0"/>
            </a:solidFill>
            <a:highlight>
              <a:srgbClr val="FFFF00"/>
            </a:highlight>
            <a:latin typeface="Century Gothic" panose="020B0502020202020204" pitchFamily="34" charset="0"/>
          </a:endParaRPr>
        </a:p>
      </dgm:t>
    </dgm:pt>
    <dgm:pt modelId="{3132FACC-8BF0-3E43-9695-67CFA231AF8D}" type="parTrans" cxnId="{5E7DD551-BC3E-8049-ACB6-EB7CC4CC8851}">
      <dgm:prSet/>
      <dgm:spPr/>
      <dgm:t>
        <a:bodyPr/>
        <a:lstStyle/>
        <a:p>
          <a:endParaRPr lang="en-US"/>
        </a:p>
      </dgm:t>
    </dgm:pt>
    <dgm:pt modelId="{A943C051-B1B9-1146-B30F-8C0D2B7BD898}" type="sibTrans" cxnId="{5E7DD551-BC3E-8049-ACB6-EB7CC4CC8851}">
      <dgm:prSet/>
      <dgm:spPr/>
      <dgm:t>
        <a:bodyPr/>
        <a:lstStyle/>
        <a:p>
          <a:endParaRPr lang="en-US"/>
        </a:p>
      </dgm:t>
    </dgm:pt>
    <dgm:pt modelId="{93E098C8-B3CD-6441-BE23-5F5808E7AA03}">
      <dgm:prSet phldrT="[Text]" custT="1"/>
      <dgm:spPr/>
      <dgm:t>
        <a:bodyPr/>
        <a:lstStyle/>
        <a:p>
          <a:pPr>
            <a:buFont typeface="Arial" panose="020B0604020202020204" pitchFamily="34" charset="0"/>
            <a:buChar char="•"/>
          </a:pPr>
          <a:endParaRPr lang="en-US" sz="1400" dirty="0">
            <a:latin typeface="Century Gothic" panose="020B0502020202020204" pitchFamily="34" charset="0"/>
          </a:endParaRPr>
        </a:p>
      </dgm:t>
    </dgm:pt>
    <dgm:pt modelId="{8643A6FE-865E-FB43-A597-63480BD5BE82}" type="parTrans" cxnId="{1D6FD564-D77E-B143-8EB7-315C473809D4}">
      <dgm:prSet/>
      <dgm:spPr/>
      <dgm:t>
        <a:bodyPr/>
        <a:lstStyle/>
        <a:p>
          <a:endParaRPr lang="en-US"/>
        </a:p>
      </dgm:t>
    </dgm:pt>
    <dgm:pt modelId="{5ADC19E6-62A7-4141-86A2-133160997EB8}" type="sibTrans" cxnId="{1D6FD564-D77E-B143-8EB7-315C473809D4}">
      <dgm:prSet/>
      <dgm:spPr/>
      <dgm:t>
        <a:bodyPr/>
        <a:lstStyle/>
        <a:p>
          <a:endParaRPr lang="en-US"/>
        </a:p>
      </dgm:t>
    </dgm:pt>
    <dgm:pt modelId="{715F5676-B219-DF40-A200-465414806C6A}">
      <dgm:prSet custT="1"/>
      <dgm:spPr/>
      <dgm:t>
        <a:bodyPr/>
        <a:lstStyle/>
        <a:p>
          <a:endParaRPr lang="en-US" altLang="en-US" sz="1400" dirty="0">
            <a:latin typeface="Century Gothic" panose="020B0502020202020204" pitchFamily="34" charset="0"/>
          </a:endParaRPr>
        </a:p>
      </dgm:t>
    </dgm:pt>
    <dgm:pt modelId="{DE68120B-CDCA-9449-93C5-B0E3D5CC5B6F}" type="parTrans" cxnId="{9A0F1727-2028-1D47-A7C3-75D5686943AF}">
      <dgm:prSet/>
      <dgm:spPr/>
      <dgm:t>
        <a:bodyPr/>
        <a:lstStyle/>
        <a:p>
          <a:endParaRPr lang="en-US"/>
        </a:p>
      </dgm:t>
    </dgm:pt>
    <dgm:pt modelId="{69C90D9A-CAA1-924D-9D12-DE1254AE0BAD}" type="sibTrans" cxnId="{9A0F1727-2028-1D47-A7C3-75D5686943AF}">
      <dgm:prSet/>
      <dgm:spPr/>
      <dgm:t>
        <a:bodyPr/>
        <a:lstStyle/>
        <a:p>
          <a:endParaRPr lang="en-US"/>
        </a:p>
      </dgm:t>
    </dgm:pt>
    <dgm:pt modelId="{841EDCDA-A4C5-BD47-B17C-FB1BA26DB276}">
      <dgm:prSet phldrT="[Text]" custT="1"/>
      <dgm:spPr/>
      <dgm:t>
        <a:bodyPr/>
        <a:lstStyle/>
        <a:p>
          <a:pPr>
            <a:buFont typeface="Arial" panose="020B0604020202020204" pitchFamily="34" charset="0"/>
            <a:buChar char="•"/>
          </a:pPr>
          <a:endParaRPr lang="en-US" sz="1400" b="1" dirty="0">
            <a:latin typeface="Century Gothic" panose="020B0502020202020204" pitchFamily="34" charset="0"/>
          </a:endParaRPr>
        </a:p>
      </dgm:t>
    </dgm:pt>
    <dgm:pt modelId="{5793B1B4-F732-294D-BABB-0F2F9DE180EC}" type="parTrans" cxnId="{DB92C2EB-F437-4C49-818B-E31328739D36}">
      <dgm:prSet/>
      <dgm:spPr/>
      <dgm:t>
        <a:bodyPr/>
        <a:lstStyle/>
        <a:p>
          <a:endParaRPr lang="en-US"/>
        </a:p>
      </dgm:t>
    </dgm:pt>
    <dgm:pt modelId="{8AE9A2B9-9B57-B743-9F5B-8D93D8E32E84}" type="sibTrans" cxnId="{DB92C2EB-F437-4C49-818B-E31328739D36}">
      <dgm:prSet/>
      <dgm:spPr/>
      <dgm:t>
        <a:bodyPr/>
        <a:lstStyle/>
        <a:p>
          <a:endParaRPr lang="en-US"/>
        </a:p>
      </dgm:t>
    </dgm:pt>
    <dgm:pt modelId="{6A15B90D-57A4-DF40-A33B-07EDCCF30200}">
      <dgm:prSet phldrT="[Text]" custT="1"/>
      <dgm:spPr/>
      <dgm:t>
        <a:bodyPr/>
        <a:lstStyle/>
        <a:p>
          <a:pPr>
            <a:buFont typeface="Arial" panose="020B0604020202020204" pitchFamily="34" charset="0"/>
            <a:buChar char="•"/>
          </a:pPr>
          <a:endParaRPr lang="en-US" sz="1400" b="1" dirty="0">
            <a:latin typeface="Century Gothic" panose="020B0502020202020204" pitchFamily="34" charset="0"/>
          </a:endParaRPr>
        </a:p>
      </dgm:t>
    </dgm:pt>
    <dgm:pt modelId="{D2C52C4A-DA2D-5C40-8D9D-B6D7341F143A}" type="parTrans" cxnId="{6D476D01-AAEF-9847-8CB2-8CEC513111DB}">
      <dgm:prSet/>
      <dgm:spPr/>
      <dgm:t>
        <a:bodyPr/>
        <a:lstStyle/>
        <a:p>
          <a:endParaRPr lang="en-US"/>
        </a:p>
      </dgm:t>
    </dgm:pt>
    <dgm:pt modelId="{5141F73E-7031-4C4F-8830-17E51B222997}" type="sibTrans" cxnId="{6D476D01-AAEF-9847-8CB2-8CEC513111DB}">
      <dgm:prSet/>
      <dgm:spPr/>
      <dgm:t>
        <a:bodyPr/>
        <a:lstStyle/>
        <a:p>
          <a:endParaRPr lang="en-US"/>
        </a:p>
      </dgm:t>
    </dgm:pt>
    <dgm:pt modelId="{FB867622-7EDB-834A-9B14-02F8671C6BE4}">
      <dgm:prSet phldrT="[Text]" custT="1"/>
      <dgm:spPr/>
      <dgm:t>
        <a:bodyPr/>
        <a:lstStyle/>
        <a:p>
          <a:pPr>
            <a:buFont typeface="Arial" panose="020B0604020202020204" pitchFamily="34" charset="0"/>
            <a:buChar char="•"/>
          </a:pPr>
          <a:endParaRPr lang="en-US" sz="1400" b="1" dirty="0">
            <a:latin typeface="Century Gothic" panose="020B0502020202020204" pitchFamily="34" charset="0"/>
          </a:endParaRPr>
        </a:p>
      </dgm:t>
    </dgm:pt>
    <dgm:pt modelId="{FC0A01FD-324F-CC43-ACC4-769046B9924C}" type="parTrans" cxnId="{9E5B6BCB-8D62-124A-A028-3B68D95CDE7C}">
      <dgm:prSet/>
      <dgm:spPr/>
      <dgm:t>
        <a:bodyPr/>
        <a:lstStyle/>
        <a:p>
          <a:endParaRPr lang="en-US"/>
        </a:p>
      </dgm:t>
    </dgm:pt>
    <dgm:pt modelId="{38E01419-3D8D-2D4B-AB40-1B44E6BAA60F}" type="sibTrans" cxnId="{9E5B6BCB-8D62-124A-A028-3B68D95CDE7C}">
      <dgm:prSet/>
      <dgm:spPr/>
      <dgm:t>
        <a:bodyPr/>
        <a:lstStyle/>
        <a:p>
          <a:endParaRPr lang="en-US"/>
        </a:p>
      </dgm:t>
    </dgm:pt>
    <dgm:pt modelId="{625182CA-C1DE-154E-9A99-6498B499608A}">
      <dgm:prSet phldrT="[Text]" custT="1"/>
      <dgm:spPr/>
      <dgm:t>
        <a:bodyPr/>
        <a:lstStyle/>
        <a:p>
          <a:pPr>
            <a:buFont typeface="Arial" panose="020B0604020202020204" pitchFamily="34" charset="0"/>
            <a:buChar char="•"/>
          </a:pPr>
          <a:endParaRPr lang="en-US" sz="1400" b="1" dirty="0">
            <a:latin typeface="Century Gothic" panose="020B0502020202020204" pitchFamily="34" charset="0"/>
          </a:endParaRPr>
        </a:p>
      </dgm:t>
    </dgm:pt>
    <dgm:pt modelId="{FE2B1007-EC51-1043-B386-77F8563CCE9D}" type="parTrans" cxnId="{285E1D6F-81EC-CB4A-8378-8CD1A227E7D3}">
      <dgm:prSet/>
      <dgm:spPr/>
      <dgm:t>
        <a:bodyPr/>
        <a:lstStyle/>
        <a:p>
          <a:endParaRPr lang="en-US"/>
        </a:p>
      </dgm:t>
    </dgm:pt>
    <dgm:pt modelId="{6CB9D1D7-600C-F149-BBCF-07ECD0D145AC}" type="sibTrans" cxnId="{285E1D6F-81EC-CB4A-8378-8CD1A227E7D3}">
      <dgm:prSet/>
      <dgm:spPr/>
      <dgm:t>
        <a:bodyPr/>
        <a:lstStyle/>
        <a:p>
          <a:endParaRPr lang="en-US"/>
        </a:p>
      </dgm:t>
    </dgm:pt>
    <dgm:pt modelId="{8CC9E6F0-4891-4147-8A70-9395AB12C7C4}">
      <dgm:prSet phldrT="[Text]" custT="1"/>
      <dgm:spPr/>
      <dgm:t>
        <a:bodyPr/>
        <a:lstStyle/>
        <a:p>
          <a:pPr>
            <a:buClrTx/>
            <a:buSzTx/>
            <a:buFont typeface="Arial" panose="020B0604020202020204" pitchFamily="34" charset="0"/>
            <a:buChar char="•"/>
          </a:pPr>
          <a:endParaRPr lang="en-US" sz="1400" dirty="0">
            <a:latin typeface="Century Gothic" panose="020B0502020202020204" pitchFamily="34" charset="0"/>
          </a:endParaRPr>
        </a:p>
      </dgm:t>
    </dgm:pt>
    <dgm:pt modelId="{24E11091-958A-0D47-AE33-BF70253A2228}" type="parTrans" cxnId="{79507E3F-6609-6B4E-8DF5-CEF80F0AB213}">
      <dgm:prSet/>
      <dgm:spPr/>
      <dgm:t>
        <a:bodyPr/>
        <a:lstStyle/>
        <a:p>
          <a:endParaRPr lang="en-US"/>
        </a:p>
      </dgm:t>
    </dgm:pt>
    <dgm:pt modelId="{97E4E6E4-B68D-E14C-B20D-EDE7160B6510}" type="sibTrans" cxnId="{79507E3F-6609-6B4E-8DF5-CEF80F0AB213}">
      <dgm:prSet/>
      <dgm:spPr/>
      <dgm:t>
        <a:bodyPr/>
        <a:lstStyle/>
        <a:p>
          <a:endParaRPr lang="en-US"/>
        </a:p>
      </dgm:t>
    </dgm:pt>
    <dgm:pt modelId="{0AA3877F-4B4E-5544-B92B-A290401672B4}" type="pres">
      <dgm:prSet presAssocID="{220C05FD-9BCD-EB48-B810-55498262ABD1}" presName="Name0" presStyleCnt="0">
        <dgm:presLayoutVars>
          <dgm:dir/>
          <dgm:animLvl val="lvl"/>
          <dgm:resizeHandles val="exact"/>
        </dgm:presLayoutVars>
      </dgm:prSet>
      <dgm:spPr/>
    </dgm:pt>
    <dgm:pt modelId="{5F600C18-FA01-F640-B641-BB32C2AF99C0}" type="pres">
      <dgm:prSet presAssocID="{474C7200-0BC2-0D4F-B86D-30FC6B3ACF93}" presName="composite" presStyleCnt="0"/>
      <dgm:spPr/>
    </dgm:pt>
    <dgm:pt modelId="{FBE00A35-DE9E-DA4A-B444-97EFB016D51E}" type="pres">
      <dgm:prSet presAssocID="{474C7200-0BC2-0D4F-B86D-30FC6B3ACF93}" presName="parTx" presStyleLbl="node1" presStyleIdx="0" presStyleCnt="4">
        <dgm:presLayoutVars>
          <dgm:chMax val="0"/>
          <dgm:chPref val="0"/>
          <dgm:bulletEnabled val="1"/>
        </dgm:presLayoutVars>
      </dgm:prSet>
      <dgm:spPr/>
    </dgm:pt>
    <dgm:pt modelId="{067ED494-8D17-3A4A-9B83-E0BC0B53C8DD}" type="pres">
      <dgm:prSet presAssocID="{474C7200-0BC2-0D4F-B86D-30FC6B3ACF93}" presName="desTx" presStyleLbl="revTx" presStyleIdx="0" presStyleCnt="4">
        <dgm:presLayoutVars>
          <dgm:bulletEnabled val="1"/>
        </dgm:presLayoutVars>
      </dgm:prSet>
      <dgm:spPr/>
    </dgm:pt>
    <dgm:pt modelId="{764D978F-2267-8C46-9D36-5AD39E9DCA46}" type="pres">
      <dgm:prSet presAssocID="{89C05A93-49DB-8249-ADA9-FD4FDBD4784B}" presName="space" presStyleCnt="0"/>
      <dgm:spPr/>
    </dgm:pt>
    <dgm:pt modelId="{3F00468B-6E6D-5D47-955F-AF2E7E8A3194}" type="pres">
      <dgm:prSet presAssocID="{087AA6A8-6625-854A-8462-D1835E3C6D07}" presName="composite" presStyleCnt="0"/>
      <dgm:spPr/>
    </dgm:pt>
    <dgm:pt modelId="{B59D2CBD-194B-2841-B418-158110A43741}" type="pres">
      <dgm:prSet presAssocID="{087AA6A8-6625-854A-8462-D1835E3C6D07}" presName="parTx" presStyleLbl="node1" presStyleIdx="1" presStyleCnt="4">
        <dgm:presLayoutVars>
          <dgm:chMax val="0"/>
          <dgm:chPref val="0"/>
          <dgm:bulletEnabled val="1"/>
        </dgm:presLayoutVars>
      </dgm:prSet>
      <dgm:spPr/>
    </dgm:pt>
    <dgm:pt modelId="{216522C5-B00D-2F47-A030-DA5E4FF2D69B}" type="pres">
      <dgm:prSet presAssocID="{087AA6A8-6625-854A-8462-D1835E3C6D07}" presName="desTx" presStyleLbl="revTx" presStyleIdx="1" presStyleCnt="4">
        <dgm:presLayoutVars>
          <dgm:bulletEnabled val="1"/>
        </dgm:presLayoutVars>
      </dgm:prSet>
      <dgm:spPr/>
    </dgm:pt>
    <dgm:pt modelId="{2E97D410-91EB-B946-87EF-492FF2EF88A5}" type="pres">
      <dgm:prSet presAssocID="{823A1B7E-61BA-664E-B4C5-4585D7B956A3}" presName="space" presStyleCnt="0"/>
      <dgm:spPr/>
    </dgm:pt>
    <dgm:pt modelId="{86D69F7C-C8F6-7D42-9525-8BE57EC1E72C}" type="pres">
      <dgm:prSet presAssocID="{88AAD836-73F0-594E-B519-FBC67C4FE970}" presName="composite" presStyleCnt="0"/>
      <dgm:spPr/>
    </dgm:pt>
    <dgm:pt modelId="{E20F54C1-04EE-1647-9431-21BDECC0F07F}" type="pres">
      <dgm:prSet presAssocID="{88AAD836-73F0-594E-B519-FBC67C4FE970}" presName="parTx" presStyleLbl="node1" presStyleIdx="2" presStyleCnt="4">
        <dgm:presLayoutVars>
          <dgm:chMax val="0"/>
          <dgm:chPref val="0"/>
          <dgm:bulletEnabled val="1"/>
        </dgm:presLayoutVars>
      </dgm:prSet>
      <dgm:spPr/>
    </dgm:pt>
    <dgm:pt modelId="{5827CFA2-64FA-6B46-8DE0-21429121F500}" type="pres">
      <dgm:prSet presAssocID="{88AAD836-73F0-594E-B519-FBC67C4FE970}" presName="desTx" presStyleLbl="revTx" presStyleIdx="2" presStyleCnt="4">
        <dgm:presLayoutVars>
          <dgm:bulletEnabled val="1"/>
        </dgm:presLayoutVars>
      </dgm:prSet>
      <dgm:spPr/>
    </dgm:pt>
    <dgm:pt modelId="{792DE3BE-958E-184D-8E76-866820312A4C}" type="pres">
      <dgm:prSet presAssocID="{CB0EB2B5-ED68-9047-9364-90E1901DD3D3}" presName="space" presStyleCnt="0"/>
      <dgm:spPr/>
    </dgm:pt>
    <dgm:pt modelId="{9AF293C7-BBD1-7545-999E-BE24D0C052BB}" type="pres">
      <dgm:prSet presAssocID="{720111FB-1CBA-DD40-8945-FB304D9EA53A}" presName="composite" presStyleCnt="0"/>
      <dgm:spPr/>
    </dgm:pt>
    <dgm:pt modelId="{C6D2662C-B9F9-5347-A2C7-02A1E3F8B8B4}" type="pres">
      <dgm:prSet presAssocID="{720111FB-1CBA-DD40-8945-FB304D9EA53A}" presName="parTx" presStyleLbl="node1" presStyleIdx="3" presStyleCnt="4">
        <dgm:presLayoutVars>
          <dgm:chMax val="0"/>
          <dgm:chPref val="0"/>
          <dgm:bulletEnabled val="1"/>
        </dgm:presLayoutVars>
      </dgm:prSet>
      <dgm:spPr/>
    </dgm:pt>
    <dgm:pt modelId="{621EAABD-2774-9D4B-9950-DF664440DDCC}" type="pres">
      <dgm:prSet presAssocID="{720111FB-1CBA-DD40-8945-FB304D9EA53A}" presName="desTx" presStyleLbl="revTx" presStyleIdx="3" presStyleCnt="4">
        <dgm:presLayoutVars>
          <dgm:bulletEnabled val="1"/>
        </dgm:presLayoutVars>
      </dgm:prSet>
      <dgm:spPr/>
    </dgm:pt>
  </dgm:ptLst>
  <dgm:cxnLst>
    <dgm:cxn modelId="{6D476D01-AAEF-9847-8CB2-8CEC513111DB}" srcId="{720111FB-1CBA-DD40-8945-FB304D9EA53A}" destId="{6A15B90D-57A4-DF40-A33B-07EDCCF30200}" srcOrd="3" destOrd="0" parTransId="{D2C52C4A-DA2D-5C40-8D9D-B6D7341F143A}" sibTransId="{5141F73E-7031-4C4F-8830-17E51B222997}"/>
    <dgm:cxn modelId="{E0AB0C02-4C0F-4D4E-AA4E-CC263011ED12}" type="presOf" srcId="{CCD3A66F-BE94-7245-AABB-4019140A00BB}" destId="{621EAABD-2774-9D4B-9950-DF664440DDCC}" srcOrd="0" destOrd="2" presId="urn:microsoft.com/office/officeart/2005/8/layout/chevron1"/>
    <dgm:cxn modelId="{C5BB300D-8D3B-9946-B853-AE4F00BD8488}" type="presOf" srcId="{625182CA-C1DE-154E-9A99-6498B499608A}" destId="{621EAABD-2774-9D4B-9950-DF664440DDCC}" srcOrd="0" destOrd="7" presId="urn:microsoft.com/office/officeart/2005/8/layout/chevron1"/>
    <dgm:cxn modelId="{FCC6880D-0974-224C-AEA7-B98503C4A974}" type="presOf" srcId="{88AAD836-73F0-594E-B519-FBC67C4FE970}" destId="{E20F54C1-04EE-1647-9431-21BDECC0F07F}" srcOrd="0" destOrd="0" presId="urn:microsoft.com/office/officeart/2005/8/layout/chevron1"/>
    <dgm:cxn modelId="{B131B00E-E2CA-8B47-BB39-41641B7DDD2D}" type="presOf" srcId="{098BF5DC-CCF2-3E4C-BD05-7C6FEE6E3091}" destId="{216522C5-B00D-2F47-A030-DA5E4FF2D69B}" srcOrd="0" destOrd="4" presId="urn:microsoft.com/office/officeart/2005/8/layout/chevron1"/>
    <dgm:cxn modelId="{FF82D225-F17F-5046-A640-94799C563D24}" srcId="{720111FB-1CBA-DD40-8945-FB304D9EA53A}" destId="{C8AE1E3B-629D-3E47-871D-821C749DFD08}" srcOrd="8" destOrd="0" parTransId="{87700417-C0A2-CE43-98A7-B426E4DA75E3}" sibTransId="{BB036AB7-1E5E-C54F-8D35-BAD12AE47E38}"/>
    <dgm:cxn modelId="{9A0F1727-2028-1D47-A7C3-75D5686943AF}" srcId="{88AAD836-73F0-594E-B519-FBC67C4FE970}" destId="{715F5676-B219-DF40-A200-465414806C6A}" srcOrd="3" destOrd="0" parTransId="{DE68120B-CDCA-9449-93C5-B0E3D5CC5B6F}" sibTransId="{69C90D9A-CAA1-924D-9D12-DE1254AE0BAD}"/>
    <dgm:cxn modelId="{09464F28-5EBF-AB49-B2C3-16420F447C00}" type="presOf" srcId="{087AA6A8-6625-854A-8462-D1835E3C6D07}" destId="{B59D2CBD-194B-2841-B418-158110A43741}" srcOrd="0" destOrd="0" presId="urn:microsoft.com/office/officeart/2005/8/layout/chevron1"/>
    <dgm:cxn modelId="{532C5D2D-45A5-394A-A22B-121395A4D71A}" srcId="{087AA6A8-6625-854A-8462-D1835E3C6D07}" destId="{098BF5DC-CCF2-3E4C-BD05-7C6FEE6E3091}" srcOrd="4" destOrd="0" parTransId="{056077CE-81BF-A746-8B76-CE6804638C6C}" sibTransId="{861756C6-A74C-AF41-8576-B91CA7D2CEC2}"/>
    <dgm:cxn modelId="{68649B35-CEBC-8643-8608-9CF417B999F5}" srcId="{720111FB-1CBA-DD40-8945-FB304D9EA53A}" destId="{132E4B8A-0357-A94A-878A-D38387E00E4C}" srcOrd="6" destOrd="0" parTransId="{731A50EB-3915-764C-9BEE-9C76C2FAA129}" sibTransId="{A4F9F732-75E3-BA42-B82E-DFE9A0602084}"/>
    <dgm:cxn modelId="{F38FD03E-5FC5-4345-8728-AC9EF8166F97}" srcId="{220C05FD-9BCD-EB48-B810-55498262ABD1}" destId="{087AA6A8-6625-854A-8462-D1835E3C6D07}" srcOrd="1" destOrd="0" parTransId="{D740D364-9AE5-C34A-BE2B-2096BCAB1F31}" sibTransId="{823A1B7E-61BA-664E-B4C5-4585D7B956A3}"/>
    <dgm:cxn modelId="{79507E3F-6609-6B4E-8DF5-CEF80F0AB213}" srcId="{474C7200-0BC2-0D4F-B86D-30FC6B3ACF93}" destId="{8CC9E6F0-4891-4147-8A70-9395AB12C7C4}" srcOrd="1" destOrd="0" parTransId="{24E11091-958A-0D47-AE33-BF70253A2228}" sibTransId="{97E4E6E4-B68D-E14C-B20D-EDE7160B6510}"/>
    <dgm:cxn modelId="{181B2142-710F-3F4B-B2E2-484AF25C3E0D}" type="presOf" srcId="{720111FB-1CBA-DD40-8945-FB304D9EA53A}" destId="{C6D2662C-B9F9-5347-A2C7-02A1E3F8B8B4}" srcOrd="0" destOrd="0" presId="urn:microsoft.com/office/officeart/2005/8/layout/chevron1"/>
    <dgm:cxn modelId="{6A50D242-63D2-EB4F-8959-5E7AAD3BF164}" srcId="{474C7200-0BC2-0D4F-B86D-30FC6B3ACF93}" destId="{7EFCE47C-990E-D04F-BBAF-C71FEBB55CA6}" srcOrd="0" destOrd="0" parTransId="{3F4B45B7-A3E5-1645-A9D2-D57D7A9548B8}" sibTransId="{1141ABD8-19B9-1843-A6A0-47264468C44A}"/>
    <dgm:cxn modelId="{48C82D4F-E0F3-3540-84CF-EFE5CD87B03C}" type="presOf" srcId="{FB867622-7EDB-834A-9B14-02F8671C6BE4}" destId="{621EAABD-2774-9D4B-9950-DF664440DDCC}" srcOrd="0" destOrd="5" presId="urn:microsoft.com/office/officeart/2005/8/layout/chevron1"/>
    <dgm:cxn modelId="{5E7DD551-BC3E-8049-ACB6-EB7CC4CC8851}" srcId="{087AA6A8-6625-854A-8462-D1835E3C6D07}" destId="{D39333A9-89AF-CE43-AEF1-816BB7399512}" srcOrd="3" destOrd="0" parTransId="{3132FACC-8BF0-3E43-9695-67CFA231AF8D}" sibTransId="{A943C051-B1B9-1146-B30F-8C0D2B7BD898}"/>
    <dgm:cxn modelId="{B309F558-D1C9-494B-9B17-66DC13BB9431}" srcId="{220C05FD-9BCD-EB48-B810-55498262ABD1}" destId="{720111FB-1CBA-DD40-8945-FB304D9EA53A}" srcOrd="3" destOrd="0" parTransId="{9FB8D625-DD03-3444-B6E4-52630D58F03E}" sibTransId="{7C012520-D52A-6542-BD50-391F219124B4}"/>
    <dgm:cxn modelId="{8989C95E-D9D4-D745-B434-836D489E1F3F}" type="presOf" srcId="{13440DCC-46B5-0B4B-83B0-ED68D8C50E44}" destId="{5827CFA2-64FA-6B46-8DE0-21429121F500}" srcOrd="0" destOrd="0" presId="urn:microsoft.com/office/officeart/2005/8/layout/chevron1"/>
    <dgm:cxn modelId="{1D6FD564-D77E-B143-8EB7-315C473809D4}" srcId="{88AAD836-73F0-594E-B519-FBC67C4FE970}" destId="{93E098C8-B3CD-6441-BE23-5F5808E7AA03}" srcOrd="1" destOrd="0" parTransId="{8643A6FE-865E-FB43-A597-63480BD5BE82}" sibTransId="{5ADC19E6-62A7-4141-86A2-133160997EB8}"/>
    <dgm:cxn modelId="{45D92768-5563-7B4C-B252-14E9D7E8C238}" type="presOf" srcId="{EB374A7D-C265-C14E-9FAA-C120D054D900}" destId="{5827CFA2-64FA-6B46-8DE0-21429121F500}" srcOrd="0" destOrd="4" presId="urn:microsoft.com/office/officeart/2005/8/layout/chevron1"/>
    <dgm:cxn modelId="{DAC1676D-1670-5E47-86E4-A1A764AC26E0}" type="presOf" srcId="{E6D1A894-1AAA-4B42-824E-DC1238FF7C57}" destId="{067ED494-8D17-3A4A-9B83-E0BC0B53C8DD}" srcOrd="0" destOrd="2" presId="urn:microsoft.com/office/officeart/2005/8/layout/chevron1"/>
    <dgm:cxn modelId="{285E1D6F-81EC-CB4A-8378-8CD1A227E7D3}" srcId="{720111FB-1CBA-DD40-8945-FB304D9EA53A}" destId="{625182CA-C1DE-154E-9A99-6498B499608A}" srcOrd="7" destOrd="0" parTransId="{FE2B1007-EC51-1043-B386-77F8563CCE9D}" sibTransId="{6CB9D1D7-600C-F149-BBCF-07ECD0D145AC}"/>
    <dgm:cxn modelId="{2EAC1674-B712-2F45-A47E-9C3B75F212FE}" type="presOf" srcId="{841EDCDA-A4C5-BD47-B17C-FB1BA26DB276}" destId="{621EAABD-2774-9D4B-9950-DF664440DDCC}" srcOrd="0" destOrd="1" presId="urn:microsoft.com/office/officeart/2005/8/layout/chevron1"/>
    <dgm:cxn modelId="{2AB4E97F-3CAB-8E40-AB2B-49D8493A4038}" srcId="{720111FB-1CBA-DD40-8945-FB304D9EA53A}" destId="{CCD3A66F-BE94-7245-AABB-4019140A00BB}" srcOrd="2" destOrd="0" parTransId="{C7BDF9F2-4CCB-3644-B00E-90B98BF6577D}" sibTransId="{FA470A5C-F6C4-3546-AD04-B22478C03606}"/>
    <dgm:cxn modelId="{A68BEE83-F0EC-854F-B812-319212AC6B28}" srcId="{220C05FD-9BCD-EB48-B810-55498262ABD1}" destId="{474C7200-0BC2-0D4F-B86D-30FC6B3ACF93}" srcOrd="0" destOrd="0" parTransId="{2548B99A-748C-4240-AA5D-AB227E55AD54}" sibTransId="{89C05A93-49DB-8249-ADA9-FD4FDBD4784B}"/>
    <dgm:cxn modelId="{91E66D8B-AC1F-4E40-A61E-4D9F3A71DD63}" type="presOf" srcId="{220C05FD-9BCD-EB48-B810-55498262ABD1}" destId="{0AA3877F-4B4E-5544-B92B-A290401672B4}" srcOrd="0" destOrd="0" presId="urn:microsoft.com/office/officeart/2005/8/layout/chevron1"/>
    <dgm:cxn modelId="{FFAFBF8D-77C9-2340-A9AA-5D21BAE47D6A}" srcId="{720111FB-1CBA-DD40-8945-FB304D9EA53A}" destId="{CA1F4B9E-F1E6-9C4D-9447-896502C154B4}" srcOrd="4" destOrd="0" parTransId="{C5DA154A-32A8-6044-8781-8ADF330E01B0}" sibTransId="{1577D3AC-0B53-234A-89A2-90926B1F5B07}"/>
    <dgm:cxn modelId="{D108469D-F717-754E-B86C-6351203CE9E9}" srcId="{474C7200-0BC2-0D4F-B86D-30FC6B3ACF93}" destId="{E6D1A894-1AAA-4B42-824E-DC1238FF7C57}" srcOrd="2" destOrd="0" parTransId="{3013575D-10DD-324A-8BD9-51C1883C8C95}" sibTransId="{86BF42C4-BA4F-5E4B-A84D-9E82273A62FE}"/>
    <dgm:cxn modelId="{368D36A0-C1AC-4C4E-A0E5-99B62D1430FB}" type="presOf" srcId="{C8AE1E3B-629D-3E47-871D-821C749DFD08}" destId="{621EAABD-2774-9D4B-9950-DF664440DDCC}" srcOrd="0" destOrd="8" presId="urn:microsoft.com/office/officeart/2005/8/layout/chevron1"/>
    <dgm:cxn modelId="{211FF5A0-3046-ED43-BBEB-B39CC82CD08A}" type="presOf" srcId="{6A15B90D-57A4-DF40-A33B-07EDCCF30200}" destId="{621EAABD-2774-9D4B-9950-DF664440DDCC}" srcOrd="0" destOrd="3" presId="urn:microsoft.com/office/officeart/2005/8/layout/chevron1"/>
    <dgm:cxn modelId="{F13C62A3-83BF-8F43-81A5-6C0121B90D5F}" type="presOf" srcId="{DD09DCD3-6956-C843-A6C1-225BB67B0445}" destId="{216522C5-B00D-2F47-A030-DA5E4FF2D69B}" srcOrd="0" destOrd="0" presId="urn:microsoft.com/office/officeart/2005/8/layout/chevron1"/>
    <dgm:cxn modelId="{745B72B3-DF75-0E42-8913-34F19E8377CD}" srcId="{087AA6A8-6625-854A-8462-D1835E3C6D07}" destId="{D9BDD7E9-F32F-0044-A6C5-058242DCD035}" srcOrd="1" destOrd="0" parTransId="{0078A08F-8162-384C-A327-D2300C38932C}" sibTransId="{79F039EF-94AA-4246-84AD-0B78C3FAAC60}"/>
    <dgm:cxn modelId="{0C0D79BB-A57D-C546-8733-DBC188CD7C3E}" type="presOf" srcId="{D9BDD7E9-F32F-0044-A6C5-058242DCD035}" destId="{216522C5-B00D-2F47-A030-DA5E4FF2D69B}" srcOrd="0" destOrd="1" presId="urn:microsoft.com/office/officeart/2005/8/layout/chevron1"/>
    <dgm:cxn modelId="{105CF9C4-A3A9-E24A-BA11-76088DE5E29C}" type="presOf" srcId="{315AF462-18FC-0B49-80AE-61827BA46F73}" destId="{216522C5-B00D-2F47-A030-DA5E4FF2D69B}" srcOrd="0" destOrd="2" presId="urn:microsoft.com/office/officeart/2005/8/layout/chevron1"/>
    <dgm:cxn modelId="{CD44F2C9-94DA-5A46-9735-9045E31B9EBF}" srcId="{88AAD836-73F0-594E-B519-FBC67C4FE970}" destId="{13440DCC-46B5-0B4B-83B0-ED68D8C50E44}" srcOrd="0" destOrd="0" parTransId="{BC1E0D1A-8E2C-C840-894E-022C1668E3F1}" sibTransId="{97B1BEA1-4135-A841-AA36-325FE7583BF5}"/>
    <dgm:cxn modelId="{4214FBCA-B6D6-AF4E-B350-E2EB7BE43508}" type="presOf" srcId="{132E4B8A-0357-A94A-878A-D38387E00E4C}" destId="{621EAABD-2774-9D4B-9950-DF664440DDCC}" srcOrd="0" destOrd="6" presId="urn:microsoft.com/office/officeart/2005/8/layout/chevron1"/>
    <dgm:cxn modelId="{FEEE40CB-2BC9-1C4A-87B6-8A139622F11F}" srcId="{087AA6A8-6625-854A-8462-D1835E3C6D07}" destId="{DD09DCD3-6956-C843-A6C1-225BB67B0445}" srcOrd="0" destOrd="0" parTransId="{8A31688E-942A-8A4A-AF23-A35ABB83467A}" sibTransId="{9AB5A80B-4F96-7F4F-9600-70149922C9FE}"/>
    <dgm:cxn modelId="{9E5B6BCB-8D62-124A-A028-3B68D95CDE7C}" srcId="{720111FB-1CBA-DD40-8945-FB304D9EA53A}" destId="{FB867622-7EDB-834A-9B14-02F8671C6BE4}" srcOrd="5" destOrd="0" parTransId="{FC0A01FD-324F-CC43-ACC4-769046B9924C}" sibTransId="{38E01419-3D8D-2D4B-AB40-1B44E6BAA60F}"/>
    <dgm:cxn modelId="{304A49CC-F8C4-744A-851F-A42350ADF58D}" srcId="{087AA6A8-6625-854A-8462-D1835E3C6D07}" destId="{315AF462-18FC-0B49-80AE-61827BA46F73}" srcOrd="2" destOrd="0" parTransId="{DA22E107-0777-234D-A76B-03473C47F4AD}" sibTransId="{98CF25AE-F2CF-2C4D-A1F8-74927C25F892}"/>
    <dgm:cxn modelId="{7B2995CC-1529-0141-9682-87E4E636D6DA}" type="presOf" srcId="{2A643B73-F759-0047-9F70-7A8174DCFD37}" destId="{621EAABD-2774-9D4B-9950-DF664440DDCC}" srcOrd="0" destOrd="0" presId="urn:microsoft.com/office/officeart/2005/8/layout/chevron1"/>
    <dgm:cxn modelId="{DB2BFAD1-CD9F-CD4E-8C9A-4EB840795712}" srcId="{88AAD836-73F0-594E-B519-FBC67C4FE970}" destId="{EB374A7D-C265-C14E-9FAA-C120D054D900}" srcOrd="4" destOrd="0" parTransId="{ECEDEC76-1D5C-6042-B7DA-981232A59E73}" sibTransId="{AE75A822-3FA3-E341-B555-8069D3B6F64C}"/>
    <dgm:cxn modelId="{9EE3DAD2-90DE-E54F-9CEE-3845CD30993C}" srcId="{720111FB-1CBA-DD40-8945-FB304D9EA53A}" destId="{2A643B73-F759-0047-9F70-7A8174DCFD37}" srcOrd="0" destOrd="0" parTransId="{8EDCA894-A23B-6842-BBD2-304385B29560}" sibTransId="{219F4B10-B3EF-FD4B-B6E8-52C333D478A6}"/>
    <dgm:cxn modelId="{21F820D3-247E-8544-9CBD-06F12C74E103}" type="presOf" srcId="{715F5676-B219-DF40-A200-465414806C6A}" destId="{5827CFA2-64FA-6B46-8DE0-21429121F500}" srcOrd="0" destOrd="3" presId="urn:microsoft.com/office/officeart/2005/8/layout/chevron1"/>
    <dgm:cxn modelId="{D0A06BD6-1FCC-9244-9BE4-98BA2756E315}" type="presOf" srcId="{7EFCE47C-990E-D04F-BBAF-C71FEBB55CA6}" destId="{067ED494-8D17-3A4A-9B83-E0BC0B53C8DD}" srcOrd="0" destOrd="0" presId="urn:microsoft.com/office/officeart/2005/8/layout/chevron1"/>
    <dgm:cxn modelId="{469760DC-0247-3A48-B191-E395A2C486BF}" type="presOf" srcId="{CA1F4B9E-F1E6-9C4D-9447-896502C154B4}" destId="{621EAABD-2774-9D4B-9950-DF664440DDCC}" srcOrd="0" destOrd="4" presId="urn:microsoft.com/office/officeart/2005/8/layout/chevron1"/>
    <dgm:cxn modelId="{1FB965E6-AE3D-6340-9F0A-DCED03CCA5ED}" srcId="{88AAD836-73F0-594E-B519-FBC67C4FE970}" destId="{0B1A36BD-9A1F-454B-B5BA-C387D6EEBF62}" srcOrd="2" destOrd="0" parTransId="{0186D438-23A9-C54C-A817-1ED54C89A643}" sibTransId="{6A9766A2-80CB-A440-B55A-662871CA7DC6}"/>
    <dgm:cxn modelId="{DB92C2EB-F437-4C49-818B-E31328739D36}" srcId="{720111FB-1CBA-DD40-8945-FB304D9EA53A}" destId="{841EDCDA-A4C5-BD47-B17C-FB1BA26DB276}" srcOrd="1" destOrd="0" parTransId="{5793B1B4-F732-294D-BABB-0F2F9DE180EC}" sibTransId="{8AE9A2B9-9B57-B743-9F5B-8D93D8E32E84}"/>
    <dgm:cxn modelId="{375798EE-2B96-7E43-B2F7-A72ACDACF0F6}" type="presOf" srcId="{8CC9E6F0-4891-4147-8A70-9395AB12C7C4}" destId="{067ED494-8D17-3A4A-9B83-E0BC0B53C8DD}" srcOrd="0" destOrd="1" presId="urn:microsoft.com/office/officeart/2005/8/layout/chevron1"/>
    <dgm:cxn modelId="{961813EF-F9B0-F448-A9B6-07B85F4EA0CB}" type="presOf" srcId="{D39333A9-89AF-CE43-AEF1-816BB7399512}" destId="{216522C5-B00D-2F47-A030-DA5E4FF2D69B}" srcOrd="0" destOrd="3" presId="urn:microsoft.com/office/officeart/2005/8/layout/chevron1"/>
    <dgm:cxn modelId="{7A39FEEF-86AB-D642-BA55-0AF842F5116C}" type="presOf" srcId="{474C7200-0BC2-0D4F-B86D-30FC6B3ACF93}" destId="{FBE00A35-DE9E-DA4A-B444-97EFB016D51E}" srcOrd="0" destOrd="0" presId="urn:microsoft.com/office/officeart/2005/8/layout/chevron1"/>
    <dgm:cxn modelId="{A63F24F6-B765-754A-A4A7-F8CAC51AA093}" type="presOf" srcId="{0B1A36BD-9A1F-454B-B5BA-C387D6EEBF62}" destId="{5827CFA2-64FA-6B46-8DE0-21429121F500}" srcOrd="0" destOrd="2" presId="urn:microsoft.com/office/officeart/2005/8/layout/chevron1"/>
    <dgm:cxn modelId="{4231C9F9-EBDD-AF47-8A6F-4CC89583B017}" srcId="{220C05FD-9BCD-EB48-B810-55498262ABD1}" destId="{88AAD836-73F0-594E-B519-FBC67C4FE970}" srcOrd="2" destOrd="0" parTransId="{4135ACDB-C4A6-3047-9119-1F6C7B65356F}" sibTransId="{CB0EB2B5-ED68-9047-9364-90E1901DD3D3}"/>
    <dgm:cxn modelId="{F0BF80FA-EEBE-B245-968C-83C391E4C318}" type="presOf" srcId="{93E098C8-B3CD-6441-BE23-5F5808E7AA03}" destId="{5827CFA2-64FA-6B46-8DE0-21429121F500}" srcOrd="0" destOrd="1" presId="urn:microsoft.com/office/officeart/2005/8/layout/chevron1"/>
    <dgm:cxn modelId="{96CA0739-E501-0443-8A6B-CF6A75F0E1FE}" type="presParOf" srcId="{0AA3877F-4B4E-5544-B92B-A290401672B4}" destId="{5F600C18-FA01-F640-B641-BB32C2AF99C0}" srcOrd="0" destOrd="0" presId="urn:microsoft.com/office/officeart/2005/8/layout/chevron1"/>
    <dgm:cxn modelId="{CD4CB10C-2A39-6E4A-B6A2-30EC80BD0865}" type="presParOf" srcId="{5F600C18-FA01-F640-B641-BB32C2AF99C0}" destId="{FBE00A35-DE9E-DA4A-B444-97EFB016D51E}" srcOrd="0" destOrd="0" presId="urn:microsoft.com/office/officeart/2005/8/layout/chevron1"/>
    <dgm:cxn modelId="{B6D2CCE2-7605-AD4D-B739-07F4DBDFCFFB}" type="presParOf" srcId="{5F600C18-FA01-F640-B641-BB32C2AF99C0}" destId="{067ED494-8D17-3A4A-9B83-E0BC0B53C8DD}" srcOrd="1" destOrd="0" presId="urn:microsoft.com/office/officeart/2005/8/layout/chevron1"/>
    <dgm:cxn modelId="{E2B61DB5-1FD5-3643-BADE-AF6A93AA74A3}" type="presParOf" srcId="{0AA3877F-4B4E-5544-B92B-A290401672B4}" destId="{764D978F-2267-8C46-9D36-5AD39E9DCA46}" srcOrd="1" destOrd="0" presId="urn:microsoft.com/office/officeart/2005/8/layout/chevron1"/>
    <dgm:cxn modelId="{137A2239-A83D-774C-8DFF-250A3917703F}" type="presParOf" srcId="{0AA3877F-4B4E-5544-B92B-A290401672B4}" destId="{3F00468B-6E6D-5D47-955F-AF2E7E8A3194}" srcOrd="2" destOrd="0" presId="urn:microsoft.com/office/officeart/2005/8/layout/chevron1"/>
    <dgm:cxn modelId="{9556DCE3-D940-9B4B-B595-F3E56A962E79}" type="presParOf" srcId="{3F00468B-6E6D-5D47-955F-AF2E7E8A3194}" destId="{B59D2CBD-194B-2841-B418-158110A43741}" srcOrd="0" destOrd="0" presId="urn:microsoft.com/office/officeart/2005/8/layout/chevron1"/>
    <dgm:cxn modelId="{09D57B39-C803-4444-9EDD-247D4B0034D7}" type="presParOf" srcId="{3F00468B-6E6D-5D47-955F-AF2E7E8A3194}" destId="{216522C5-B00D-2F47-A030-DA5E4FF2D69B}" srcOrd="1" destOrd="0" presId="urn:microsoft.com/office/officeart/2005/8/layout/chevron1"/>
    <dgm:cxn modelId="{FA806115-B2E3-D246-A6A9-9364C8788758}" type="presParOf" srcId="{0AA3877F-4B4E-5544-B92B-A290401672B4}" destId="{2E97D410-91EB-B946-87EF-492FF2EF88A5}" srcOrd="3" destOrd="0" presId="urn:microsoft.com/office/officeart/2005/8/layout/chevron1"/>
    <dgm:cxn modelId="{4A82CD93-4C69-CA45-BD75-ACAA77B165F0}" type="presParOf" srcId="{0AA3877F-4B4E-5544-B92B-A290401672B4}" destId="{86D69F7C-C8F6-7D42-9525-8BE57EC1E72C}" srcOrd="4" destOrd="0" presId="urn:microsoft.com/office/officeart/2005/8/layout/chevron1"/>
    <dgm:cxn modelId="{F297B1F2-5632-C64A-AC20-7E5E83B3FCEF}" type="presParOf" srcId="{86D69F7C-C8F6-7D42-9525-8BE57EC1E72C}" destId="{E20F54C1-04EE-1647-9431-21BDECC0F07F}" srcOrd="0" destOrd="0" presId="urn:microsoft.com/office/officeart/2005/8/layout/chevron1"/>
    <dgm:cxn modelId="{ACA11488-F890-4C47-8A25-5096E0A71ACF}" type="presParOf" srcId="{86D69F7C-C8F6-7D42-9525-8BE57EC1E72C}" destId="{5827CFA2-64FA-6B46-8DE0-21429121F500}" srcOrd="1" destOrd="0" presId="urn:microsoft.com/office/officeart/2005/8/layout/chevron1"/>
    <dgm:cxn modelId="{CB66534D-F159-E645-9308-565083D92BC5}" type="presParOf" srcId="{0AA3877F-4B4E-5544-B92B-A290401672B4}" destId="{792DE3BE-958E-184D-8E76-866820312A4C}" srcOrd="5" destOrd="0" presId="urn:microsoft.com/office/officeart/2005/8/layout/chevron1"/>
    <dgm:cxn modelId="{1850C415-6873-3246-8BC9-CCBA50E4CE8C}" type="presParOf" srcId="{0AA3877F-4B4E-5544-B92B-A290401672B4}" destId="{9AF293C7-BBD1-7545-999E-BE24D0C052BB}" srcOrd="6" destOrd="0" presId="urn:microsoft.com/office/officeart/2005/8/layout/chevron1"/>
    <dgm:cxn modelId="{FC7FB174-D058-BA46-B15E-336703BBC0F0}" type="presParOf" srcId="{9AF293C7-BBD1-7545-999E-BE24D0C052BB}" destId="{C6D2662C-B9F9-5347-A2C7-02A1E3F8B8B4}" srcOrd="0" destOrd="0" presId="urn:microsoft.com/office/officeart/2005/8/layout/chevron1"/>
    <dgm:cxn modelId="{C29C9D4A-6F6F-1A46-B4BE-C7F934BC7D51}" type="presParOf" srcId="{9AF293C7-BBD1-7545-999E-BE24D0C052BB}" destId="{621EAABD-2774-9D4B-9950-DF664440DDCC}" srcOrd="1"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20C05FD-9BCD-EB48-B810-55498262ABD1}" type="doc">
      <dgm:prSet loTypeId="urn:microsoft.com/office/officeart/2005/8/layout/chevron1" loCatId="" qsTypeId="urn:microsoft.com/office/officeart/2005/8/quickstyle/simple1" qsCatId="simple" csTypeId="urn:microsoft.com/office/officeart/2005/8/colors/colorful4" csCatId="colorful" phldr="1"/>
      <dgm:spPr/>
    </dgm:pt>
    <dgm:pt modelId="{474C7200-0BC2-0D4F-B86D-30FC6B3ACF93}">
      <dgm:prSet phldrT="[Text]" custT="1"/>
      <dgm:spPr/>
      <dgm:t>
        <a:bodyPr/>
        <a:lstStyle/>
        <a:p>
          <a:r>
            <a:rPr lang="en-US" sz="1400" b="1">
              <a:latin typeface="Century Gothic" panose="020B0502020202020204" pitchFamily="34" charset="0"/>
            </a:rPr>
            <a:t>Current Week</a:t>
          </a:r>
        </a:p>
      </dgm:t>
    </dgm:pt>
    <dgm:pt modelId="{2548B99A-748C-4240-AA5D-AB227E55AD54}" type="parTrans" cxnId="{A68BEE83-F0EC-854F-B812-319212AC6B28}">
      <dgm:prSet/>
      <dgm:spPr/>
      <dgm:t>
        <a:bodyPr/>
        <a:lstStyle/>
        <a:p>
          <a:endParaRPr lang="en-US"/>
        </a:p>
      </dgm:t>
    </dgm:pt>
    <dgm:pt modelId="{89C05A93-49DB-8249-ADA9-FD4FDBD4784B}" type="sibTrans" cxnId="{A68BEE83-F0EC-854F-B812-319212AC6B28}">
      <dgm:prSet/>
      <dgm:spPr/>
      <dgm:t>
        <a:bodyPr/>
        <a:lstStyle/>
        <a:p>
          <a:endParaRPr lang="en-US"/>
        </a:p>
      </dgm:t>
    </dgm:pt>
    <dgm:pt modelId="{087AA6A8-6625-854A-8462-D1835E3C6D07}">
      <dgm:prSet phldrT="[Text]" custT="1"/>
      <dgm:spPr/>
      <dgm:t>
        <a:bodyPr/>
        <a:lstStyle/>
        <a:p>
          <a:r>
            <a:rPr lang="en-US" sz="1400" b="1">
              <a:latin typeface="Century Gothic" panose="020B0502020202020204" pitchFamily="34" charset="0"/>
            </a:rPr>
            <a:t>By April 10th </a:t>
          </a:r>
        </a:p>
      </dgm:t>
    </dgm:pt>
    <dgm:pt modelId="{D740D364-9AE5-C34A-BE2B-2096BCAB1F31}" type="parTrans" cxnId="{F38FD03E-5FC5-4345-8728-AC9EF8166F97}">
      <dgm:prSet/>
      <dgm:spPr/>
      <dgm:t>
        <a:bodyPr/>
        <a:lstStyle/>
        <a:p>
          <a:endParaRPr lang="en-US"/>
        </a:p>
      </dgm:t>
    </dgm:pt>
    <dgm:pt modelId="{823A1B7E-61BA-664E-B4C5-4585D7B956A3}" type="sibTrans" cxnId="{F38FD03E-5FC5-4345-8728-AC9EF8166F97}">
      <dgm:prSet/>
      <dgm:spPr/>
      <dgm:t>
        <a:bodyPr/>
        <a:lstStyle/>
        <a:p>
          <a:endParaRPr lang="en-US"/>
        </a:p>
      </dgm:t>
    </dgm:pt>
    <dgm:pt modelId="{88AAD836-73F0-594E-B519-FBC67C4FE970}">
      <dgm:prSet phldrT="[Text]" custT="1"/>
      <dgm:spPr/>
      <dgm:t>
        <a:bodyPr/>
        <a:lstStyle/>
        <a:p>
          <a:r>
            <a:rPr lang="en-US" sz="1400" b="1">
              <a:latin typeface="Century Gothic" panose="020B0502020202020204" pitchFamily="34" charset="0"/>
            </a:rPr>
            <a:t>By April 24th</a:t>
          </a:r>
        </a:p>
      </dgm:t>
    </dgm:pt>
    <dgm:pt modelId="{4135ACDB-C4A6-3047-9119-1F6C7B65356F}" type="parTrans" cxnId="{4231C9F9-EBDD-AF47-8A6F-4CC89583B017}">
      <dgm:prSet/>
      <dgm:spPr/>
      <dgm:t>
        <a:bodyPr/>
        <a:lstStyle/>
        <a:p>
          <a:endParaRPr lang="en-US"/>
        </a:p>
      </dgm:t>
    </dgm:pt>
    <dgm:pt modelId="{CB0EB2B5-ED68-9047-9364-90E1901DD3D3}" type="sibTrans" cxnId="{4231C9F9-EBDD-AF47-8A6F-4CC89583B017}">
      <dgm:prSet/>
      <dgm:spPr/>
      <dgm:t>
        <a:bodyPr/>
        <a:lstStyle/>
        <a:p>
          <a:endParaRPr lang="en-US"/>
        </a:p>
      </dgm:t>
    </dgm:pt>
    <dgm:pt modelId="{7EFCE47C-990E-D04F-BBAF-C71FEBB55CA6}">
      <dgm:prSet phldrT="[Text]" custT="1"/>
      <dgm:spPr/>
      <dgm:t>
        <a:bodyPr/>
        <a:lstStyle/>
        <a:p>
          <a:pPr>
            <a:buClrTx/>
            <a:buSzTx/>
            <a:buFont typeface="Arial" panose="020B0604020202020204" pitchFamily="34" charset="0"/>
            <a:buChar char="•"/>
          </a:pPr>
          <a:r>
            <a:rPr kumimoji="0" lang="en-US" altLang="en-US" sz="1400" b="0" i="0" u="none" strike="noStrike" cap="none" normalizeH="0" baseline="0" dirty="0">
              <a:ln>
                <a:noFill/>
              </a:ln>
              <a:solidFill>
                <a:schemeClr val="tx1"/>
              </a:solidFill>
              <a:effectLst/>
              <a:latin typeface="Century Gothic" panose="020B0502020202020204" pitchFamily="34" charset="0"/>
            </a:rPr>
            <a:t>Confirm </a:t>
          </a:r>
          <a:r>
            <a:rPr kumimoji="0" lang="en-US" altLang="en-US" sz="1400" b="1" i="0" u="none" strike="noStrike" cap="none" normalizeH="0" baseline="0" dirty="0">
              <a:ln>
                <a:noFill/>
              </a:ln>
              <a:solidFill>
                <a:schemeClr val="tx1"/>
              </a:solidFill>
              <a:effectLst/>
              <a:latin typeface="Century Gothic" panose="020B0502020202020204" pitchFamily="34" charset="0"/>
            </a:rPr>
            <a:t>Infusion Champion(s)</a:t>
          </a:r>
          <a:r>
            <a:rPr kumimoji="0" lang="en-US" altLang="en-US" sz="1400" b="0" i="0" u="none" strike="noStrike" cap="none" normalizeH="0" baseline="0" dirty="0">
              <a:ln>
                <a:noFill/>
              </a:ln>
              <a:solidFill>
                <a:schemeClr val="tx1"/>
              </a:solidFill>
              <a:effectLst/>
              <a:latin typeface="Century Gothic" panose="020B0502020202020204" pitchFamily="34" charset="0"/>
            </a:rPr>
            <a:t> for your practice</a:t>
          </a:r>
          <a:endParaRPr lang="en-US" sz="1400" dirty="0">
            <a:latin typeface="Century Gothic" panose="020B0502020202020204" pitchFamily="34" charset="0"/>
          </a:endParaRPr>
        </a:p>
      </dgm:t>
    </dgm:pt>
    <dgm:pt modelId="{3F4B45B7-A3E5-1645-A9D2-D57D7A9548B8}" type="parTrans" cxnId="{6A50D242-63D2-EB4F-8959-5E7AAD3BF164}">
      <dgm:prSet/>
      <dgm:spPr/>
      <dgm:t>
        <a:bodyPr/>
        <a:lstStyle/>
        <a:p>
          <a:endParaRPr lang="en-US"/>
        </a:p>
      </dgm:t>
    </dgm:pt>
    <dgm:pt modelId="{1141ABD8-19B9-1843-A6A0-47264468C44A}" type="sibTrans" cxnId="{6A50D242-63D2-EB4F-8959-5E7AAD3BF164}">
      <dgm:prSet/>
      <dgm:spPr/>
      <dgm:t>
        <a:bodyPr/>
        <a:lstStyle/>
        <a:p>
          <a:endParaRPr lang="en-US"/>
        </a:p>
      </dgm:t>
    </dgm:pt>
    <dgm:pt modelId="{DD09DCD3-6956-C843-A6C1-225BB67B0445}">
      <dgm:prSet phldrT="[Text]" custT="1"/>
      <dgm:spPr/>
      <dgm:t>
        <a:bodyPr/>
        <a:lstStyle/>
        <a:p>
          <a:pPr>
            <a:buClrTx/>
            <a:buSzTx/>
            <a:buFont typeface="Arial" panose="020B0604020202020204" pitchFamily="34" charset="0"/>
            <a:buChar char="•"/>
          </a:pPr>
          <a:r>
            <a:rPr kumimoji="0" lang="en-US" altLang="en-US" sz="1400" b="0" i="0" u="none" strike="noStrike" cap="none" normalizeH="0" baseline="0" dirty="0">
              <a:ln>
                <a:noFill/>
              </a:ln>
              <a:solidFill>
                <a:schemeClr val="tx1"/>
              </a:solidFill>
              <a:effectLst/>
              <a:latin typeface="Century Gothic" panose="020B0502020202020204" pitchFamily="34" charset="0"/>
            </a:rPr>
            <a:t>Use </a:t>
          </a:r>
          <a:r>
            <a:rPr kumimoji="0" lang="en-US" altLang="en-US" sz="1400" b="1" i="0" u="none" strike="noStrike" cap="none" normalizeH="0" baseline="0" dirty="0">
              <a:ln>
                <a:noFill/>
              </a:ln>
              <a:solidFill>
                <a:schemeClr val="tx1"/>
              </a:solidFill>
              <a:effectLst/>
              <a:latin typeface="Century Gothic" panose="020B0502020202020204" pitchFamily="34" charset="0"/>
            </a:rPr>
            <a:t>Slide 8</a:t>
          </a:r>
          <a:r>
            <a:rPr kumimoji="0" lang="en-US" altLang="en-US" sz="1400" b="0" i="0" u="none" strike="noStrike" cap="none" normalizeH="0" baseline="0" dirty="0">
              <a:ln>
                <a:noFill/>
              </a:ln>
              <a:solidFill>
                <a:schemeClr val="tx1"/>
              </a:solidFill>
              <a:effectLst/>
              <a:latin typeface="Century Gothic" panose="020B0502020202020204" pitchFamily="34" charset="0"/>
            </a:rPr>
            <a:t> to complete 2 exercises in identifying AI enhancements:</a:t>
          </a:r>
          <a:endParaRPr lang="en-US" sz="1400" b="1" dirty="0">
            <a:latin typeface="Century Gothic" panose="020B0502020202020204" pitchFamily="34" charset="0"/>
          </a:endParaRPr>
        </a:p>
      </dgm:t>
    </dgm:pt>
    <dgm:pt modelId="{8A31688E-942A-8A4A-AF23-A35ABB83467A}" type="parTrans" cxnId="{FEEE40CB-2BC9-1C4A-87B6-8A139622F11F}">
      <dgm:prSet/>
      <dgm:spPr/>
      <dgm:t>
        <a:bodyPr/>
        <a:lstStyle/>
        <a:p>
          <a:endParaRPr lang="en-US"/>
        </a:p>
      </dgm:t>
    </dgm:pt>
    <dgm:pt modelId="{9AB5A80B-4F96-7F4F-9600-70149922C9FE}" type="sibTrans" cxnId="{FEEE40CB-2BC9-1C4A-87B6-8A139622F11F}">
      <dgm:prSet/>
      <dgm:spPr/>
      <dgm:t>
        <a:bodyPr/>
        <a:lstStyle/>
        <a:p>
          <a:endParaRPr lang="en-US"/>
        </a:p>
      </dgm:t>
    </dgm:pt>
    <dgm:pt modelId="{13440DCC-46B5-0B4B-83B0-ED68D8C50E44}">
      <dgm:prSet phldrT="[Text]" custT="1"/>
      <dgm:spPr/>
      <dgm:t>
        <a:bodyPr/>
        <a:lstStyle/>
        <a:p>
          <a:pPr>
            <a:buFont typeface="Arial" panose="020B0604020202020204" pitchFamily="34" charset="0"/>
            <a:buChar char="•"/>
          </a:pPr>
          <a:r>
            <a:rPr lang="en-US" sz="1400" b="0" i="0" dirty="0">
              <a:latin typeface="Century Gothic" panose="020B0502020202020204" pitchFamily="34" charset="0"/>
            </a:rPr>
            <a:t>Meet with AI Forward Engineers to </a:t>
          </a:r>
          <a:r>
            <a:rPr lang="en-US" sz="1400" b="1" i="0" dirty="0">
              <a:latin typeface="Century Gothic" panose="020B0502020202020204" pitchFamily="34" charset="0"/>
            </a:rPr>
            <a:t>build the top 1–2 </a:t>
          </a:r>
          <a:r>
            <a:rPr lang="en-US" sz="1400" b="0" i="0" dirty="0">
              <a:latin typeface="Century Gothic" panose="020B0502020202020204" pitchFamily="34" charset="0"/>
            </a:rPr>
            <a:t>AI-embedded solutions</a:t>
          </a:r>
          <a:endParaRPr lang="en-US" sz="1400" dirty="0">
            <a:latin typeface="Century Gothic" panose="020B0502020202020204" pitchFamily="34" charset="0"/>
          </a:endParaRPr>
        </a:p>
      </dgm:t>
    </dgm:pt>
    <dgm:pt modelId="{BC1E0D1A-8E2C-C840-894E-022C1668E3F1}" type="parTrans" cxnId="{CD44F2C9-94DA-5A46-9735-9045E31B9EBF}">
      <dgm:prSet/>
      <dgm:spPr/>
      <dgm:t>
        <a:bodyPr/>
        <a:lstStyle/>
        <a:p>
          <a:endParaRPr lang="en-US"/>
        </a:p>
      </dgm:t>
    </dgm:pt>
    <dgm:pt modelId="{97B1BEA1-4135-A841-AA36-325FE7583BF5}" type="sibTrans" cxnId="{CD44F2C9-94DA-5A46-9735-9045E31B9EBF}">
      <dgm:prSet/>
      <dgm:spPr/>
      <dgm:t>
        <a:bodyPr/>
        <a:lstStyle/>
        <a:p>
          <a:endParaRPr lang="en-US"/>
        </a:p>
      </dgm:t>
    </dgm:pt>
    <dgm:pt modelId="{2B5974E2-5C3C-0742-A18A-3BFDD8395809}">
      <dgm:prSet custT="1"/>
      <dgm:spPr/>
      <dgm:t>
        <a:bodyPr/>
        <a:lstStyle/>
        <a:p>
          <a:pPr>
            <a:buClrTx/>
            <a:buSzTx/>
            <a:buFont typeface="Arial" panose="020B0604020202020204" pitchFamily="34" charset="0"/>
            <a:buChar char="•"/>
          </a:pPr>
          <a:r>
            <a:rPr lang="en-US" altLang="en-US" sz="1400" dirty="0">
              <a:latin typeface="Century Gothic" panose="020B0502020202020204" pitchFamily="34" charset="0"/>
            </a:rPr>
            <a:t>Champions kick off session</a:t>
          </a:r>
          <a:endParaRPr kumimoji="0" lang="en-US" altLang="en-US" sz="1400" b="0" i="0" u="none" strike="noStrike" cap="none" normalizeH="0" baseline="0" dirty="0">
            <a:ln>
              <a:noFill/>
            </a:ln>
            <a:solidFill>
              <a:schemeClr val="tx1"/>
            </a:solidFill>
            <a:effectLst/>
            <a:latin typeface="Century Gothic" panose="020B0502020202020204" pitchFamily="34" charset="0"/>
          </a:endParaRPr>
        </a:p>
      </dgm:t>
    </dgm:pt>
    <dgm:pt modelId="{77D79DD7-A225-2C4E-9284-9C013666017A}" type="parTrans" cxnId="{CDE6EBF6-29D7-964A-B4D6-DA7FBAF1382D}">
      <dgm:prSet/>
      <dgm:spPr/>
      <dgm:t>
        <a:bodyPr/>
        <a:lstStyle/>
        <a:p>
          <a:endParaRPr lang="en-US"/>
        </a:p>
      </dgm:t>
    </dgm:pt>
    <dgm:pt modelId="{7822D28F-BC5B-6343-BC7D-3D9B5CCF8F20}" type="sibTrans" cxnId="{CDE6EBF6-29D7-964A-B4D6-DA7FBAF1382D}">
      <dgm:prSet/>
      <dgm:spPr/>
      <dgm:t>
        <a:bodyPr/>
        <a:lstStyle/>
        <a:p>
          <a:endParaRPr lang="en-US"/>
        </a:p>
      </dgm:t>
    </dgm:pt>
    <dgm:pt modelId="{8201532B-1E38-234D-AFFB-E263CB22E2E2}">
      <dgm:prSet custT="1"/>
      <dgm:spPr/>
      <dgm:t>
        <a:bodyPr/>
        <a:lstStyle/>
        <a:p>
          <a:pPr>
            <a:buClrTx/>
            <a:buSzTx/>
            <a:buFont typeface="Arial" panose="020B0604020202020204" pitchFamily="34" charset="0"/>
            <a:buChar char="•"/>
          </a:pPr>
          <a:r>
            <a:rPr kumimoji="0" lang="en-US" altLang="en-US" sz="1400" b="0" i="0" u="none" strike="noStrike" cap="none" normalizeH="0" baseline="0" dirty="0">
              <a:ln>
                <a:noFill/>
              </a:ln>
              <a:solidFill>
                <a:schemeClr val="tx1"/>
              </a:solidFill>
              <a:effectLst/>
              <a:latin typeface="Century Gothic" panose="020B0502020202020204" pitchFamily="34" charset="0"/>
            </a:rPr>
            <a:t>Complete the 2 exercises above into this file: </a:t>
          </a:r>
          <a:r>
            <a:rPr lang="en-US" altLang="en-US" sz="1400" b="1" dirty="0">
              <a:solidFill>
                <a:srgbClr val="00B0F0"/>
              </a:solidFill>
              <a:highlight>
                <a:srgbClr val="FFFF00"/>
              </a:highlight>
              <a:latin typeface="Century Gothic" panose="020B0502020202020204" pitchFamily="34" charset="0"/>
              <a:hlinkClick xmlns:r="http://schemas.openxmlformats.org/officeDocument/2006/relationships" r:id="rId1">
                <a:extLst>
                  <a:ext uri="{A12FA001-AC4F-418D-AE19-62706E023703}">
                    <ahyp:hlinkClr xmlns:ahyp="http://schemas.microsoft.com/office/drawing/2018/hyperlinkcolor" val="tx"/>
                  </a:ext>
                </a:extLst>
              </a:hlinkClick>
            </a:rPr>
            <a:t>Workbook B</a:t>
          </a:r>
          <a:endParaRPr kumimoji="0" lang="en-US" altLang="en-US" sz="1400" b="1" i="0" u="none" strike="noStrike" cap="none" normalizeH="0" baseline="0" dirty="0">
            <a:ln>
              <a:noFill/>
            </a:ln>
            <a:solidFill>
              <a:srgbClr val="00B0F0"/>
            </a:solidFill>
            <a:effectLst/>
            <a:highlight>
              <a:srgbClr val="FFFF00"/>
            </a:highlight>
            <a:latin typeface="Century Gothic" panose="020B0502020202020204" pitchFamily="34" charset="0"/>
          </a:endParaRPr>
        </a:p>
      </dgm:t>
    </dgm:pt>
    <dgm:pt modelId="{D262EA42-E57D-CB46-850F-010D2BBDBB49}" type="parTrans" cxnId="{B27025B3-B9B0-3944-8CB4-E169CB711D7E}">
      <dgm:prSet/>
      <dgm:spPr/>
      <dgm:t>
        <a:bodyPr/>
        <a:lstStyle/>
        <a:p>
          <a:endParaRPr lang="en-US"/>
        </a:p>
      </dgm:t>
    </dgm:pt>
    <dgm:pt modelId="{5C3E4FE2-D921-714E-A44E-D50445215C60}" type="sibTrans" cxnId="{B27025B3-B9B0-3944-8CB4-E169CB711D7E}">
      <dgm:prSet/>
      <dgm:spPr/>
      <dgm:t>
        <a:bodyPr/>
        <a:lstStyle/>
        <a:p>
          <a:endParaRPr lang="en-US"/>
        </a:p>
      </dgm:t>
    </dgm:pt>
    <dgm:pt modelId="{E326109E-AB20-B149-BE7D-A75F043BE661}">
      <dgm:prSet custT="1"/>
      <dgm:spPr/>
      <dgm:t>
        <a:bodyPr/>
        <a:lstStyle/>
        <a:p>
          <a:pPr>
            <a:buClrTx/>
            <a:buSzTx/>
            <a:buFont typeface="Arial" panose="020B0604020202020204" pitchFamily="34" charset="0"/>
            <a:buChar char="•"/>
          </a:pPr>
          <a:r>
            <a:rPr kumimoji="0" lang="en-US" altLang="en-US" sz="1400" b="0" i="0" u="none" strike="noStrike" cap="none" normalizeH="0" baseline="0" dirty="0">
              <a:ln>
                <a:noFill/>
              </a:ln>
              <a:solidFill>
                <a:schemeClr val="tx1"/>
              </a:solidFill>
              <a:effectLst/>
              <a:latin typeface="Century Gothic" panose="020B0502020202020204" pitchFamily="34" charset="0"/>
            </a:rPr>
            <a:t>For each exercise, identify the </a:t>
          </a:r>
          <a:r>
            <a:rPr kumimoji="0" lang="en-US" altLang="en-US" sz="1400" b="1" i="0" u="none" strike="noStrike" cap="none" normalizeH="0" baseline="0" dirty="0">
              <a:ln>
                <a:noFill/>
              </a:ln>
              <a:solidFill>
                <a:schemeClr val="tx1"/>
              </a:solidFill>
              <a:effectLst/>
              <a:latin typeface="Century Gothic" panose="020B0502020202020204" pitchFamily="34" charset="0"/>
            </a:rPr>
            <a:t>top 1–2 priorities</a:t>
          </a:r>
          <a:r>
            <a:rPr kumimoji="0" lang="en-US" altLang="en-US" sz="1400" b="0" i="0" u="none" strike="noStrike" cap="none" normalizeH="0" baseline="0" dirty="0">
              <a:ln>
                <a:noFill/>
              </a:ln>
              <a:solidFill>
                <a:schemeClr val="tx1"/>
              </a:solidFill>
              <a:effectLst/>
              <a:latin typeface="Century Gothic" panose="020B0502020202020204" pitchFamily="34" charset="0"/>
            </a:rPr>
            <a:t> you want to move into development for enhancement</a:t>
          </a:r>
        </a:p>
      </dgm:t>
    </dgm:pt>
    <dgm:pt modelId="{953FBC76-A39A-464D-AD30-1C2A45B76651}" type="parTrans" cxnId="{D7E1A00C-BFA6-FD49-9936-F1C4C347CEBE}">
      <dgm:prSet/>
      <dgm:spPr/>
      <dgm:t>
        <a:bodyPr/>
        <a:lstStyle/>
        <a:p>
          <a:endParaRPr lang="en-US"/>
        </a:p>
      </dgm:t>
    </dgm:pt>
    <dgm:pt modelId="{2495214F-4D19-EA4F-B6AB-AF9B88C801A2}" type="sibTrans" cxnId="{D7E1A00C-BFA6-FD49-9936-F1C4C347CEBE}">
      <dgm:prSet/>
      <dgm:spPr/>
      <dgm:t>
        <a:bodyPr/>
        <a:lstStyle/>
        <a:p>
          <a:endParaRPr lang="en-US"/>
        </a:p>
      </dgm:t>
    </dgm:pt>
    <dgm:pt modelId="{EE390ED3-ECFA-B141-A45B-E075D961153C}">
      <dgm:prSet phldrT="[Text]" custT="1"/>
      <dgm:spPr/>
      <dgm:t>
        <a:bodyPr/>
        <a:lstStyle/>
        <a:p>
          <a:pPr>
            <a:buClrTx/>
            <a:buSzTx/>
            <a:buFont typeface="+mj-lt"/>
            <a:buAutoNum type="arabicPeriod"/>
          </a:pPr>
          <a:r>
            <a:rPr kumimoji="0" lang="en-US" altLang="en-US" sz="1400" b="0" i="0" u="none" strike="noStrike" cap="none" normalizeH="0" baseline="0" dirty="0">
              <a:ln>
                <a:noFill/>
              </a:ln>
              <a:solidFill>
                <a:schemeClr val="tx1"/>
              </a:solidFill>
              <a:effectLst/>
              <a:latin typeface="Century Gothic" panose="020B0502020202020204" pitchFamily="34" charset="0"/>
            </a:rPr>
            <a:t> Current </a:t>
          </a:r>
          <a:r>
            <a:rPr kumimoji="0" lang="en-US" altLang="en-US" sz="1400" b="1" i="0" u="none" strike="noStrike" cap="none" normalizeH="0" baseline="0" dirty="0">
              <a:ln>
                <a:noFill/>
              </a:ln>
              <a:solidFill>
                <a:schemeClr val="tx1"/>
              </a:solidFill>
              <a:effectLst/>
              <a:latin typeface="Century Gothic" panose="020B0502020202020204" pitchFamily="34" charset="0"/>
            </a:rPr>
            <a:t>In-flight Projects</a:t>
          </a:r>
          <a:endParaRPr lang="en-US" sz="1400" b="1" dirty="0">
            <a:latin typeface="Century Gothic" panose="020B0502020202020204" pitchFamily="34" charset="0"/>
          </a:endParaRPr>
        </a:p>
      </dgm:t>
    </dgm:pt>
    <dgm:pt modelId="{1B46C231-4284-6B4F-9789-47D8E76B4031}" type="parTrans" cxnId="{AC1CFDF5-C17B-5A4D-9C41-D9196D7902F5}">
      <dgm:prSet/>
      <dgm:spPr/>
      <dgm:t>
        <a:bodyPr/>
        <a:lstStyle/>
        <a:p>
          <a:endParaRPr lang="en-US"/>
        </a:p>
      </dgm:t>
    </dgm:pt>
    <dgm:pt modelId="{14688289-32B6-9F40-A899-8F57375480CB}" type="sibTrans" cxnId="{AC1CFDF5-C17B-5A4D-9C41-D9196D7902F5}">
      <dgm:prSet/>
      <dgm:spPr/>
      <dgm:t>
        <a:bodyPr/>
        <a:lstStyle/>
        <a:p>
          <a:endParaRPr lang="en-US"/>
        </a:p>
      </dgm:t>
    </dgm:pt>
    <dgm:pt modelId="{73853DBD-29F1-B14B-B0AF-841D2EE00668}">
      <dgm:prSet phldrT="[Text]" custT="1"/>
      <dgm:spPr/>
      <dgm:t>
        <a:bodyPr/>
        <a:lstStyle/>
        <a:p>
          <a:pPr>
            <a:buClrTx/>
            <a:buSzTx/>
            <a:buFont typeface="+mj-lt"/>
            <a:buAutoNum type="arabicPeriod"/>
          </a:pPr>
          <a:r>
            <a:rPr kumimoji="0" lang="en-US" altLang="en-US" sz="1400" b="0" i="0" u="none" strike="noStrike" cap="none" normalizeH="0" baseline="0" dirty="0">
              <a:ln>
                <a:noFill/>
              </a:ln>
              <a:solidFill>
                <a:schemeClr val="tx1"/>
              </a:solidFill>
              <a:effectLst/>
              <a:latin typeface="Century Gothic" panose="020B0502020202020204" pitchFamily="34" charset="0"/>
            </a:rPr>
            <a:t> </a:t>
          </a:r>
          <a:r>
            <a:rPr kumimoji="0" lang="en-US" altLang="en-US" sz="1400" b="1" i="0" u="none" strike="noStrike" cap="none" normalizeH="0" baseline="0" dirty="0">
              <a:ln>
                <a:noFill/>
              </a:ln>
              <a:solidFill>
                <a:schemeClr val="tx1"/>
              </a:solidFill>
              <a:effectLst/>
              <a:latin typeface="Century Gothic" panose="020B0502020202020204" pitchFamily="34" charset="0"/>
            </a:rPr>
            <a:t>Repetitive Work</a:t>
          </a:r>
          <a:endParaRPr lang="en-US" sz="1400" b="1" dirty="0">
            <a:latin typeface="Century Gothic" panose="020B0502020202020204" pitchFamily="34" charset="0"/>
          </a:endParaRPr>
        </a:p>
      </dgm:t>
    </dgm:pt>
    <dgm:pt modelId="{AC8520CD-C0A7-9744-8A1C-818D74230E8A}" type="parTrans" cxnId="{16E27602-7E7E-874F-BE84-817F4A29CBB5}">
      <dgm:prSet/>
      <dgm:spPr/>
      <dgm:t>
        <a:bodyPr/>
        <a:lstStyle/>
        <a:p>
          <a:endParaRPr lang="en-US"/>
        </a:p>
      </dgm:t>
    </dgm:pt>
    <dgm:pt modelId="{41228CDF-78FA-D94B-8316-A4B6BADE892E}" type="sibTrans" cxnId="{16E27602-7E7E-874F-BE84-817F4A29CBB5}">
      <dgm:prSet/>
      <dgm:spPr/>
      <dgm:t>
        <a:bodyPr/>
        <a:lstStyle/>
        <a:p>
          <a:endParaRPr lang="en-US"/>
        </a:p>
      </dgm:t>
    </dgm:pt>
    <dgm:pt modelId="{50A4AD51-23C6-BD44-897E-CCD9B9884203}">
      <dgm:prSet phldrT="[Text]" custT="1"/>
      <dgm:spPr/>
      <dgm:t>
        <a:bodyPr/>
        <a:lstStyle/>
        <a:p>
          <a:pPr>
            <a:buClrTx/>
            <a:buSzTx/>
            <a:buFont typeface="+mj-lt"/>
            <a:buNone/>
          </a:pPr>
          <a:endParaRPr lang="en-US" sz="1400" b="1" dirty="0">
            <a:latin typeface="Century Gothic" panose="020B0502020202020204" pitchFamily="34" charset="0"/>
          </a:endParaRPr>
        </a:p>
      </dgm:t>
    </dgm:pt>
    <dgm:pt modelId="{5049335E-64BA-D44C-9E5E-58AF12CE3562}" type="parTrans" cxnId="{444D1CF2-FCB2-694A-952A-B3B2517AABCF}">
      <dgm:prSet/>
      <dgm:spPr/>
      <dgm:t>
        <a:bodyPr/>
        <a:lstStyle/>
        <a:p>
          <a:endParaRPr lang="en-US"/>
        </a:p>
      </dgm:t>
    </dgm:pt>
    <dgm:pt modelId="{630ABCD8-F253-4A40-B5EF-04935BB74528}" type="sibTrans" cxnId="{444D1CF2-FCB2-694A-952A-B3B2517AABCF}">
      <dgm:prSet/>
      <dgm:spPr/>
      <dgm:t>
        <a:bodyPr/>
        <a:lstStyle/>
        <a:p>
          <a:endParaRPr lang="en-US"/>
        </a:p>
      </dgm:t>
    </dgm:pt>
    <dgm:pt modelId="{EE3B14FE-17EB-CB48-BF51-640380CBEDCF}">
      <dgm:prSet custT="1"/>
      <dgm:spPr/>
      <dgm:t>
        <a:bodyPr/>
        <a:lstStyle/>
        <a:p>
          <a:pPr>
            <a:buClrTx/>
            <a:buSzTx/>
            <a:buFont typeface="Arial" panose="020B0604020202020204" pitchFamily="34" charset="0"/>
            <a:buNone/>
          </a:pPr>
          <a:endParaRPr kumimoji="0" lang="en-US" altLang="en-US" sz="1400" b="1" i="0" u="none" strike="noStrike" cap="none" normalizeH="0" baseline="0" dirty="0">
            <a:ln>
              <a:noFill/>
            </a:ln>
            <a:solidFill>
              <a:srgbClr val="00B0F0"/>
            </a:solidFill>
            <a:effectLst/>
            <a:highlight>
              <a:srgbClr val="FFFF00"/>
            </a:highlight>
            <a:latin typeface="Century Gothic" panose="020B0502020202020204" pitchFamily="34" charset="0"/>
          </a:endParaRPr>
        </a:p>
      </dgm:t>
    </dgm:pt>
    <dgm:pt modelId="{3FC11C60-699C-E540-8F84-CD7DE1B7CA42}" type="parTrans" cxnId="{A097E720-0CE3-0443-A5E7-D3D9CA3C603C}">
      <dgm:prSet/>
      <dgm:spPr/>
      <dgm:t>
        <a:bodyPr/>
        <a:lstStyle/>
        <a:p>
          <a:endParaRPr lang="en-US"/>
        </a:p>
      </dgm:t>
    </dgm:pt>
    <dgm:pt modelId="{69075DE0-E546-8B41-B348-C939D54B5799}" type="sibTrans" cxnId="{A097E720-0CE3-0443-A5E7-D3D9CA3C603C}">
      <dgm:prSet/>
      <dgm:spPr/>
      <dgm:t>
        <a:bodyPr/>
        <a:lstStyle/>
        <a:p>
          <a:endParaRPr lang="en-US"/>
        </a:p>
      </dgm:t>
    </dgm:pt>
    <dgm:pt modelId="{04208A8F-05A5-204C-ABCD-EEDAD8AA26AF}">
      <dgm:prSet phldrT="[Text]" custT="1"/>
      <dgm:spPr/>
      <dgm:t>
        <a:bodyPr/>
        <a:lstStyle/>
        <a:p>
          <a:pPr>
            <a:buClrTx/>
            <a:buSzTx/>
            <a:buFont typeface="Arial" panose="020B0604020202020204" pitchFamily="34" charset="0"/>
            <a:buNone/>
          </a:pPr>
          <a:endParaRPr lang="en-US" sz="1400" dirty="0">
            <a:latin typeface="Century Gothic" panose="020B0502020202020204" pitchFamily="34" charset="0"/>
          </a:endParaRPr>
        </a:p>
      </dgm:t>
    </dgm:pt>
    <dgm:pt modelId="{F6CC38AE-CDD5-C547-87FA-E62C0388A247}" type="parTrans" cxnId="{4E2EB05A-57F9-EC4C-BE5F-4AA3D18FEDC5}">
      <dgm:prSet/>
      <dgm:spPr/>
      <dgm:t>
        <a:bodyPr/>
        <a:lstStyle/>
        <a:p>
          <a:endParaRPr lang="en-US"/>
        </a:p>
      </dgm:t>
    </dgm:pt>
    <dgm:pt modelId="{D1C84F3E-5ACA-C042-87A5-FFE296A5372B}" type="sibTrans" cxnId="{4E2EB05A-57F9-EC4C-BE5F-4AA3D18FEDC5}">
      <dgm:prSet/>
      <dgm:spPr/>
      <dgm:t>
        <a:bodyPr/>
        <a:lstStyle/>
        <a:p>
          <a:endParaRPr lang="en-US"/>
        </a:p>
      </dgm:t>
    </dgm:pt>
    <dgm:pt modelId="{8AE8F594-5713-684F-BB01-A41C04D6E517}">
      <dgm:prSet phldrT="[Text]" custT="1"/>
      <dgm:spPr/>
      <dgm:t>
        <a:bodyPr/>
        <a:lstStyle/>
        <a:p>
          <a:pPr>
            <a:buFont typeface="Arial" panose="020B0604020202020204" pitchFamily="34" charset="0"/>
            <a:buNone/>
          </a:pPr>
          <a:endParaRPr lang="en-US" sz="1400" dirty="0">
            <a:latin typeface="Century Gothic" panose="020B0502020202020204" pitchFamily="34" charset="0"/>
          </a:endParaRPr>
        </a:p>
      </dgm:t>
    </dgm:pt>
    <dgm:pt modelId="{D3A325A3-8500-DA4E-9651-9F5E7948F84D}" type="parTrans" cxnId="{A2CE12B0-62CD-274B-85B9-DEB8EDEAA6D9}">
      <dgm:prSet/>
      <dgm:spPr/>
      <dgm:t>
        <a:bodyPr/>
        <a:lstStyle/>
        <a:p>
          <a:endParaRPr lang="en-US"/>
        </a:p>
      </dgm:t>
    </dgm:pt>
    <dgm:pt modelId="{63207844-A3B6-0B40-ACC6-05E6523C719D}" type="sibTrans" cxnId="{A2CE12B0-62CD-274B-85B9-DEB8EDEAA6D9}">
      <dgm:prSet/>
      <dgm:spPr/>
      <dgm:t>
        <a:bodyPr/>
        <a:lstStyle/>
        <a:p>
          <a:endParaRPr lang="en-US"/>
        </a:p>
      </dgm:t>
    </dgm:pt>
    <dgm:pt modelId="{47873DBD-A8DF-9E40-B394-32EEB402A03B}">
      <dgm:prSet custT="1"/>
      <dgm:spPr/>
      <dgm:t>
        <a:bodyPr/>
        <a:lstStyle/>
        <a:p>
          <a:pPr>
            <a:buFont typeface="Arial" panose="020B0604020202020204" pitchFamily="34" charset="0"/>
            <a:buChar char="•"/>
          </a:pPr>
          <a:r>
            <a:rPr lang="en-US" sz="1400" b="0" i="0" dirty="0">
              <a:latin typeface="Century Gothic" panose="020B0502020202020204" pitchFamily="34" charset="0"/>
            </a:rPr>
            <a:t>Partner with AI Engineers to </a:t>
          </a:r>
          <a:r>
            <a:rPr lang="en-US" sz="1400" b="1" i="0" dirty="0">
              <a:latin typeface="Century Gothic" panose="020B0502020202020204" pitchFamily="34" charset="0"/>
            </a:rPr>
            <a:t>refine and operationalize the approach</a:t>
          </a:r>
        </a:p>
      </dgm:t>
    </dgm:pt>
    <dgm:pt modelId="{26BF96A8-F372-2747-87B2-08AC743CC0D6}" type="sibTrans" cxnId="{3F690D95-F577-904C-AC6C-0A7BCDE57FA2}">
      <dgm:prSet/>
      <dgm:spPr/>
      <dgm:t>
        <a:bodyPr/>
        <a:lstStyle/>
        <a:p>
          <a:endParaRPr lang="en-US"/>
        </a:p>
      </dgm:t>
    </dgm:pt>
    <dgm:pt modelId="{E2C19E50-89A8-B34C-BC1E-27C6294E9BA2}" type="parTrans" cxnId="{3F690D95-F577-904C-AC6C-0A7BCDE57FA2}">
      <dgm:prSet/>
      <dgm:spPr/>
      <dgm:t>
        <a:bodyPr/>
        <a:lstStyle/>
        <a:p>
          <a:endParaRPr lang="en-US"/>
        </a:p>
      </dgm:t>
    </dgm:pt>
    <dgm:pt modelId="{0AA3877F-4B4E-5544-B92B-A290401672B4}" type="pres">
      <dgm:prSet presAssocID="{220C05FD-9BCD-EB48-B810-55498262ABD1}" presName="Name0" presStyleCnt="0">
        <dgm:presLayoutVars>
          <dgm:dir/>
          <dgm:animLvl val="lvl"/>
          <dgm:resizeHandles val="exact"/>
        </dgm:presLayoutVars>
      </dgm:prSet>
      <dgm:spPr/>
    </dgm:pt>
    <dgm:pt modelId="{5F600C18-FA01-F640-B641-BB32C2AF99C0}" type="pres">
      <dgm:prSet presAssocID="{474C7200-0BC2-0D4F-B86D-30FC6B3ACF93}" presName="composite" presStyleCnt="0"/>
      <dgm:spPr/>
    </dgm:pt>
    <dgm:pt modelId="{FBE00A35-DE9E-DA4A-B444-97EFB016D51E}" type="pres">
      <dgm:prSet presAssocID="{474C7200-0BC2-0D4F-B86D-30FC6B3ACF93}" presName="parTx" presStyleLbl="node1" presStyleIdx="0" presStyleCnt="3">
        <dgm:presLayoutVars>
          <dgm:chMax val="0"/>
          <dgm:chPref val="0"/>
          <dgm:bulletEnabled val="1"/>
        </dgm:presLayoutVars>
      </dgm:prSet>
      <dgm:spPr/>
    </dgm:pt>
    <dgm:pt modelId="{067ED494-8D17-3A4A-9B83-E0BC0B53C8DD}" type="pres">
      <dgm:prSet presAssocID="{474C7200-0BC2-0D4F-B86D-30FC6B3ACF93}" presName="desTx" presStyleLbl="revTx" presStyleIdx="0" presStyleCnt="3">
        <dgm:presLayoutVars>
          <dgm:bulletEnabled val="1"/>
        </dgm:presLayoutVars>
      </dgm:prSet>
      <dgm:spPr/>
    </dgm:pt>
    <dgm:pt modelId="{764D978F-2267-8C46-9D36-5AD39E9DCA46}" type="pres">
      <dgm:prSet presAssocID="{89C05A93-49DB-8249-ADA9-FD4FDBD4784B}" presName="space" presStyleCnt="0"/>
      <dgm:spPr/>
    </dgm:pt>
    <dgm:pt modelId="{3F00468B-6E6D-5D47-955F-AF2E7E8A3194}" type="pres">
      <dgm:prSet presAssocID="{087AA6A8-6625-854A-8462-D1835E3C6D07}" presName="composite" presStyleCnt="0"/>
      <dgm:spPr/>
    </dgm:pt>
    <dgm:pt modelId="{B59D2CBD-194B-2841-B418-158110A43741}" type="pres">
      <dgm:prSet presAssocID="{087AA6A8-6625-854A-8462-D1835E3C6D07}" presName="parTx" presStyleLbl="node1" presStyleIdx="1" presStyleCnt="3">
        <dgm:presLayoutVars>
          <dgm:chMax val="0"/>
          <dgm:chPref val="0"/>
          <dgm:bulletEnabled val="1"/>
        </dgm:presLayoutVars>
      </dgm:prSet>
      <dgm:spPr/>
    </dgm:pt>
    <dgm:pt modelId="{216522C5-B00D-2F47-A030-DA5E4FF2D69B}" type="pres">
      <dgm:prSet presAssocID="{087AA6A8-6625-854A-8462-D1835E3C6D07}" presName="desTx" presStyleLbl="revTx" presStyleIdx="1" presStyleCnt="3">
        <dgm:presLayoutVars>
          <dgm:bulletEnabled val="1"/>
        </dgm:presLayoutVars>
      </dgm:prSet>
      <dgm:spPr/>
    </dgm:pt>
    <dgm:pt modelId="{2E97D410-91EB-B946-87EF-492FF2EF88A5}" type="pres">
      <dgm:prSet presAssocID="{823A1B7E-61BA-664E-B4C5-4585D7B956A3}" presName="space" presStyleCnt="0"/>
      <dgm:spPr/>
    </dgm:pt>
    <dgm:pt modelId="{86D69F7C-C8F6-7D42-9525-8BE57EC1E72C}" type="pres">
      <dgm:prSet presAssocID="{88AAD836-73F0-594E-B519-FBC67C4FE970}" presName="composite" presStyleCnt="0"/>
      <dgm:spPr/>
    </dgm:pt>
    <dgm:pt modelId="{E20F54C1-04EE-1647-9431-21BDECC0F07F}" type="pres">
      <dgm:prSet presAssocID="{88AAD836-73F0-594E-B519-FBC67C4FE970}" presName="parTx" presStyleLbl="node1" presStyleIdx="2" presStyleCnt="3">
        <dgm:presLayoutVars>
          <dgm:chMax val="0"/>
          <dgm:chPref val="0"/>
          <dgm:bulletEnabled val="1"/>
        </dgm:presLayoutVars>
      </dgm:prSet>
      <dgm:spPr/>
    </dgm:pt>
    <dgm:pt modelId="{5827CFA2-64FA-6B46-8DE0-21429121F500}" type="pres">
      <dgm:prSet presAssocID="{88AAD836-73F0-594E-B519-FBC67C4FE970}" presName="desTx" presStyleLbl="revTx" presStyleIdx="2" presStyleCnt="3">
        <dgm:presLayoutVars>
          <dgm:bulletEnabled val="1"/>
        </dgm:presLayoutVars>
      </dgm:prSet>
      <dgm:spPr/>
    </dgm:pt>
  </dgm:ptLst>
  <dgm:cxnLst>
    <dgm:cxn modelId="{16E27602-7E7E-874F-BE84-817F4A29CBB5}" srcId="{DD09DCD3-6956-C843-A6C1-225BB67B0445}" destId="{73853DBD-29F1-B14B-B0AF-841D2EE00668}" srcOrd="1" destOrd="0" parTransId="{AC8520CD-C0A7-9744-8A1C-818D74230E8A}" sibTransId="{41228CDF-78FA-D94B-8316-A4B6BADE892E}"/>
    <dgm:cxn modelId="{D7E1A00C-BFA6-FD49-9936-F1C4C347CEBE}" srcId="{087AA6A8-6625-854A-8462-D1835E3C6D07}" destId="{E326109E-AB20-B149-BE7D-A75F043BE661}" srcOrd="4" destOrd="0" parTransId="{953FBC76-A39A-464D-AD30-1C2A45B76651}" sibTransId="{2495214F-4D19-EA4F-B6AB-AF9B88C801A2}"/>
    <dgm:cxn modelId="{FCC6880D-0974-224C-AEA7-B98503C4A974}" type="presOf" srcId="{88AAD836-73F0-594E-B519-FBC67C4FE970}" destId="{E20F54C1-04EE-1647-9431-21BDECC0F07F}" srcOrd="0" destOrd="0" presId="urn:microsoft.com/office/officeart/2005/8/layout/chevron1"/>
    <dgm:cxn modelId="{A097E720-0CE3-0443-A5E7-D3D9CA3C603C}" srcId="{087AA6A8-6625-854A-8462-D1835E3C6D07}" destId="{EE3B14FE-17EB-CB48-BF51-640380CBEDCF}" srcOrd="3" destOrd="0" parTransId="{3FC11C60-699C-E540-8F84-CD7DE1B7CA42}" sibTransId="{69075DE0-E546-8B41-B348-C939D54B5799}"/>
    <dgm:cxn modelId="{09464F28-5EBF-AB49-B2C3-16420F447C00}" type="presOf" srcId="{087AA6A8-6625-854A-8462-D1835E3C6D07}" destId="{B59D2CBD-194B-2841-B418-158110A43741}" srcOrd="0" destOrd="0" presId="urn:microsoft.com/office/officeart/2005/8/layout/chevron1"/>
    <dgm:cxn modelId="{F38FD03E-5FC5-4345-8728-AC9EF8166F97}" srcId="{220C05FD-9BCD-EB48-B810-55498262ABD1}" destId="{087AA6A8-6625-854A-8462-D1835E3C6D07}" srcOrd="1" destOrd="0" parTransId="{D740D364-9AE5-C34A-BE2B-2096BCAB1F31}" sibTransId="{823A1B7E-61BA-664E-B4C5-4585D7B956A3}"/>
    <dgm:cxn modelId="{6A50D242-63D2-EB4F-8959-5E7AAD3BF164}" srcId="{474C7200-0BC2-0D4F-B86D-30FC6B3ACF93}" destId="{7EFCE47C-990E-D04F-BBAF-C71FEBB55CA6}" srcOrd="0" destOrd="0" parTransId="{3F4B45B7-A3E5-1645-A9D2-D57D7A9548B8}" sibTransId="{1141ABD8-19B9-1843-A6A0-47264468C44A}"/>
    <dgm:cxn modelId="{23717F44-54EB-1845-9E3D-54EA5F0C7623}" type="presOf" srcId="{EE390ED3-ECFA-B141-A45B-E075D961153C}" destId="{216522C5-B00D-2F47-A030-DA5E4FF2D69B}" srcOrd="0" destOrd="1" presId="urn:microsoft.com/office/officeart/2005/8/layout/chevron1"/>
    <dgm:cxn modelId="{9A68A350-64FA-3D40-B194-45F14D78D96B}" type="presOf" srcId="{2B5974E2-5C3C-0742-A18A-3BFDD8395809}" destId="{067ED494-8D17-3A4A-9B83-E0BC0B53C8DD}" srcOrd="0" destOrd="2" presId="urn:microsoft.com/office/officeart/2005/8/layout/chevron1"/>
    <dgm:cxn modelId="{4E2EB05A-57F9-EC4C-BE5F-4AA3D18FEDC5}" srcId="{474C7200-0BC2-0D4F-B86D-30FC6B3ACF93}" destId="{04208A8F-05A5-204C-ABCD-EEDAD8AA26AF}" srcOrd="1" destOrd="0" parTransId="{F6CC38AE-CDD5-C547-87FA-E62C0388A247}" sibTransId="{D1C84F3E-5ACA-C042-87A5-FFE296A5372B}"/>
    <dgm:cxn modelId="{2DED795C-3FAE-BA4E-BB1C-6D5785E1B4C1}" type="presOf" srcId="{8AE8F594-5713-684F-BB01-A41C04D6E517}" destId="{5827CFA2-64FA-6B46-8DE0-21429121F500}" srcOrd="0" destOrd="1" presId="urn:microsoft.com/office/officeart/2005/8/layout/chevron1"/>
    <dgm:cxn modelId="{8989C95E-D9D4-D745-B434-836D489E1F3F}" type="presOf" srcId="{13440DCC-46B5-0B4B-83B0-ED68D8C50E44}" destId="{5827CFA2-64FA-6B46-8DE0-21429121F500}" srcOrd="0" destOrd="0" presId="urn:microsoft.com/office/officeart/2005/8/layout/chevron1"/>
    <dgm:cxn modelId="{8F8EE75E-AB8C-014E-84AB-B76BB55D5AF4}" type="presOf" srcId="{8201532B-1E38-234D-AFFB-E263CB22E2E2}" destId="{216522C5-B00D-2F47-A030-DA5E4FF2D69B}" srcOrd="0" destOrd="4" presId="urn:microsoft.com/office/officeart/2005/8/layout/chevron1"/>
    <dgm:cxn modelId="{3FC3FD72-B142-D446-A8FB-139166937F7D}" type="presOf" srcId="{EE3B14FE-17EB-CB48-BF51-640380CBEDCF}" destId="{216522C5-B00D-2F47-A030-DA5E4FF2D69B}" srcOrd="0" destOrd="5" presId="urn:microsoft.com/office/officeart/2005/8/layout/chevron1"/>
    <dgm:cxn modelId="{A68BEE83-F0EC-854F-B812-319212AC6B28}" srcId="{220C05FD-9BCD-EB48-B810-55498262ABD1}" destId="{474C7200-0BC2-0D4F-B86D-30FC6B3ACF93}" srcOrd="0" destOrd="0" parTransId="{2548B99A-748C-4240-AA5D-AB227E55AD54}" sibTransId="{89C05A93-49DB-8249-ADA9-FD4FDBD4784B}"/>
    <dgm:cxn modelId="{CAB08587-0690-5343-99D5-8B5DDA8AC69C}" type="presOf" srcId="{04208A8F-05A5-204C-ABCD-EEDAD8AA26AF}" destId="{067ED494-8D17-3A4A-9B83-E0BC0B53C8DD}" srcOrd="0" destOrd="1" presId="urn:microsoft.com/office/officeart/2005/8/layout/chevron1"/>
    <dgm:cxn modelId="{91E66D8B-AC1F-4E40-A61E-4D9F3A71DD63}" type="presOf" srcId="{220C05FD-9BCD-EB48-B810-55498262ABD1}" destId="{0AA3877F-4B4E-5544-B92B-A290401672B4}" srcOrd="0" destOrd="0" presId="urn:microsoft.com/office/officeart/2005/8/layout/chevron1"/>
    <dgm:cxn modelId="{6428A893-4D32-3147-92D8-7390C9934966}" type="presOf" srcId="{73853DBD-29F1-B14B-B0AF-841D2EE00668}" destId="{216522C5-B00D-2F47-A030-DA5E4FF2D69B}" srcOrd="0" destOrd="2" presId="urn:microsoft.com/office/officeart/2005/8/layout/chevron1"/>
    <dgm:cxn modelId="{3F690D95-F577-904C-AC6C-0A7BCDE57FA2}" srcId="{88AAD836-73F0-594E-B519-FBC67C4FE970}" destId="{47873DBD-A8DF-9E40-B394-32EEB402A03B}" srcOrd="2" destOrd="0" parTransId="{E2C19E50-89A8-B34C-BC1E-27C6294E9BA2}" sibTransId="{26BF96A8-F372-2747-87B2-08AC743CC0D6}"/>
    <dgm:cxn modelId="{23E36197-F9AF-5C48-82AB-17636D8997C7}" type="presOf" srcId="{E326109E-AB20-B149-BE7D-A75F043BE661}" destId="{216522C5-B00D-2F47-A030-DA5E4FF2D69B}" srcOrd="0" destOrd="6" presId="urn:microsoft.com/office/officeart/2005/8/layout/chevron1"/>
    <dgm:cxn modelId="{F13C62A3-83BF-8F43-81A5-6C0121B90D5F}" type="presOf" srcId="{DD09DCD3-6956-C843-A6C1-225BB67B0445}" destId="{216522C5-B00D-2F47-A030-DA5E4FF2D69B}" srcOrd="0" destOrd="0" presId="urn:microsoft.com/office/officeart/2005/8/layout/chevron1"/>
    <dgm:cxn modelId="{F47C87AE-BAD2-0348-A7D3-59B400A697BC}" type="presOf" srcId="{50A4AD51-23C6-BD44-897E-CCD9B9884203}" destId="{216522C5-B00D-2F47-A030-DA5E4FF2D69B}" srcOrd="0" destOrd="3" presId="urn:microsoft.com/office/officeart/2005/8/layout/chevron1"/>
    <dgm:cxn modelId="{A2CE12B0-62CD-274B-85B9-DEB8EDEAA6D9}" srcId="{88AAD836-73F0-594E-B519-FBC67C4FE970}" destId="{8AE8F594-5713-684F-BB01-A41C04D6E517}" srcOrd="1" destOrd="0" parTransId="{D3A325A3-8500-DA4E-9651-9F5E7948F84D}" sibTransId="{63207844-A3B6-0B40-ACC6-05E6523C719D}"/>
    <dgm:cxn modelId="{B27025B3-B9B0-3944-8CB4-E169CB711D7E}" srcId="{087AA6A8-6625-854A-8462-D1835E3C6D07}" destId="{8201532B-1E38-234D-AFFB-E263CB22E2E2}" srcOrd="2" destOrd="0" parTransId="{D262EA42-E57D-CB46-850F-010D2BBDBB49}" sibTransId="{5C3E4FE2-D921-714E-A44E-D50445215C60}"/>
    <dgm:cxn modelId="{CD44F2C9-94DA-5A46-9735-9045E31B9EBF}" srcId="{88AAD836-73F0-594E-B519-FBC67C4FE970}" destId="{13440DCC-46B5-0B4B-83B0-ED68D8C50E44}" srcOrd="0" destOrd="0" parTransId="{BC1E0D1A-8E2C-C840-894E-022C1668E3F1}" sibTransId="{97B1BEA1-4135-A841-AA36-325FE7583BF5}"/>
    <dgm:cxn modelId="{FEEE40CB-2BC9-1C4A-87B6-8A139622F11F}" srcId="{087AA6A8-6625-854A-8462-D1835E3C6D07}" destId="{DD09DCD3-6956-C843-A6C1-225BB67B0445}" srcOrd="0" destOrd="0" parTransId="{8A31688E-942A-8A4A-AF23-A35ABB83467A}" sibTransId="{9AB5A80B-4F96-7F4F-9600-70149922C9FE}"/>
    <dgm:cxn modelId="{FC13C2CE-CB97-1340-A2C1-A78DEBFB77E8}" type="presOf" srcId="{47873DBD-A8DF-9E40-B394-32EEB402A03B}" destId="{5827CFA2-64FA-6B46-8DE0-21429121F500}" srcOrd="0" destOrd="2" presId="urn:microsoft.com/office/officeart/2005/8/layout/chevron1"/>
    <dgm:cxn modelId="{D0A06BD6-1FCC-9244-9BE4-98BA2756E315}" type="presOf" srcId="{7EFCE47C-990E-D04F-BBAF-C71FEBB55CA6}" destId="{067ED494-8D17-3A4A-9B83-E0BC0B53C8DD}" srcOrd="0" destOrd="0" presId="urn:microsoft.com/office/officeart/2005/8/layout/chevron1"/>
    <dgm:cxn modelId="{7A39FEEF-86AB-D642-BA55-0AF842F5116C}" type="presOf" srcId="{474C7200-0BC2-0D4F-B86D-30FC6B3ACF93}" destId="{FBE00A35-DE9E-DA4A-B444-97EFB016D51E}" srcOrd="0" destOrd="0" presId="urn:microsoft.com/office/officeart/2005/8/layout/chevron1"/>
    <dgm:cxn modelId="{444D1CF2-FCB2-694A-952A-B3B2517AABCF}" srcId="{087AA6A8-6625-854A-8462-D1835E3C6D07}" destId="{50A4AD51-23C6-BD44-897E-CCD9B9884203}" srcOrd="1" destOrd="0" parTransId="{5049335E-64BA-D44C-9E5E-58AF12CE3562}" sibTransId="{630ABCD8-F253-4A40-B5EF-04935BB74528}"/>
    <dgm:cxn modelId="{AC1CFDF5-C17B-5A4D-9C41-D9196D7902F5}" srcId="{DD09DCD3-6956-C843-A6C1-225BB67B0445}" destId="{EE390ED3-ECFA-B141-A45B-E075D961153C}" srcOrd="0" destOrd="0" parTransId="{1B46C231-4284-6B4F-9789-47D8E76B4031}" sibTransId="{14688289-32B6-9F40-A899-8F57375480CB}"/>
    <dgm:cxn modelId="{CDE6EBF6-29D7-964A-B4D6-DA7FBAF1382D}" srcId="{474C7200-0BC2-0D4F-B86D-30FC6B3ACF93}" destId="{2B5974E2-5C3C-0742-A18A-3BFDD8395809}" srcOrd="2" destOrd="0" parTransId="{77D79DD7-A225-2C4E-9284-9C013666017A}" sibTransId="{7822D28F-BC5B-6343-BC7D-3D9B5CCF8F20}"/>
    <dgm:cxn modelId="{4231C9F9-EBDD-AF47-8A6F-4CC89583B017}" srcId="{220C05FD-9BCD-EB48-B810-55498262ABD1}" destId="{88AAD836-73F0-594E-B519-FBC67C4FE970}" srcOrd="2" destOrd="0" parTransId="{4135ACDB-C4A6-3047-9119-1F6C7B65356F}" sibTransId="{CB0EB2B5-ED68-9047-9364-90E1901DD3D3}"/>
    <dgm:cxn modelId="{96CA0739-E501-0443-8A6B-CF6A75F0E1FE}" type="presParOf" srcId="{0AA3877F-4B4E-5544-B92B-A290401672B4}" destId="{5F600C18-FA01-F640-B641-BB32C2AF99C0}" srcOrd="0" destOrd="0" presId="urn:microsoft.com/office/officeart/2005/8/layout/chevron1"/>
    <dgm:cxn modelId="{CD4CB10C-2A39-6E4A-B6A2-30EC80BD0865}" type="presParOf" srcId="{5F600C18-FA01-F640-B641-BB32C2AF99C0}" destId="{FBE00A35-DE9E-DA4A-B444-97EFB016D51E}" srcOrd="0" destOrd="0" presId="urn:microsoft.com/office/officeart/2005/8/layout/chevron1"/>
    <dgm:cxn modelId="{B6D2CCE2-7605-AD4D-B739-07F4DBDFCFFB}" type="presParOf" srcId="{5F600C18-FA01-F640-B641-BB32C2AF99C0}" destId="{067ED494-8D17-3A4A-9B83-E0BC0B53C8DD}" srcOrd="1" destOrd="0" presId="urn:microsoft.com/office/officeart/2005/8/layout/chevron1"/>
    <dgm:cxn modelId="{E2B61DB5-1FD5-3643-BADE-AF6A93AA74A3}" type="presParOf" srcId="{0AA3877F-4B4E-5544-B92B-A290401672B4}" destId="{764D978F-2267-8C46-9D36-5AD39E9DCA46}" srcOrd="1" destOrd="0" presId="urn:microsoft.com/office/officeart/2005/8/layout/chevron1"/>
    <dgm:cxn modelId="{137A2239-A83D-774C-8DFF-250A3917703F}" type="presParOf" srcId="{0AA3877F-4B4E-5544-B92B-A290401672B4}" destId="{3F00468B-6E6D-5D47-955F-AF2E7E8A3194}" srcOrd="2" destOrd="0" presId="urn:microsoft.com/office/officeart/2005/8/layout/chevron1"/>
    <dgm:cxn modelId="{9556DCE3-D940-9B4B-B595-F3E56A962E79}" type="presParOf" srcId="{3F00468B-6E6D-5D47-955F-AF2E7E8A3194}" destId="{B59D2CBD-194B-2841-B418-158110A43741}" srcOrd="0" destOrd="0" presId="urn:microsoft.com/office/officeart/2005/8/layout/chevron1"/>
    <dgm:cxn modelId="{09D57B39-C803-4444-9EDD-247D4B0034D7}" type="presParOf" srcId="{3F00468B-6E6D-5D47-955F-AF2E7E8A3194}" destId="{216522C5-B00D-2F47-A030-DA5E4FF2D69B}" srcOrd="1" destOrd="0" presId="urn:microsoft.com/office/officeart/2005/8/layout/chevron1"/>
    <dgm:cxn modelId="{FA806115-B2E3-D246-A6A9-9364C8788758}" type="presParOf" srcId="{0AA3877F-4B4E-5544-B92B-A290401672B4}" destId="{2E97D410-91EB-B946-87EF-492FF2EF88A5}" srcOrd="3" destOrd="0" presId="urn:microsoft.com/office/officeart/2005/8/layout/chevron1"/>
    <dgm:cxn modelId="{4A82CD93-4C69-CA45-BD75-ACAA77B165F0}" type="presParOf" srcId="{0AA3877F-4B4E-5544-B92B-A290401672B4}" destId="{86D69F7C-C8F6-7D42-9525-8BE57EC1E72C}" srcOrd="4" destOrd="0" presId="urn:microsoft.com/office/officeart/2005/8/layout/chevron1"/>
    <dgm:cxn modelId="{F297B1F2-5632-C64A-AC20-7E5E83B3FCEF}" type="presParOf" srcId="{86D69F7C-C8F6-7D42-9525-8BE57EC1E72C}" destId="{E20F54C1-04EE-1647-9431-21BDECC0F07F}" srcOrd="0" destOrd="0" presId="urn:microsoft.com/office/officeart/2005/8/layout/chevron1"/>
    <dgm:cxn modelId="{ACA11488-F890-4C47-8A25-5096E0A71ACF}" type="presParOf" srcId="{86D69F7C-C8F6-7D42-9525-8BE57EC1E72C}" destId="{5827CFA2-64FA-6B46-8DE0-21429121F500}" srcOrd="1"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E00A35-DE9E-DA4A-B444-97EFB016D51E}">
      <dsp:nvSpPr>
        <dsp:cNvPr id="0" name=""/>
        <dsp:cNvSpPr/>
      </dsp:nvSpPr>
      <dsp:spPr>
        <a:xfrm>
          <a:off x="476" y="1805"/>
          <a:ext cx="2232309" cy="702000"/>
        </a:xfrm>
        <a:prstGeom prst="chevron">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b="1" kern="1200">
              <a:latin typeface="Century Gothic" panose="020B0502020202020204" pitchFamily="34" charset="0"/>
            </a:rPr>
            <a:t>Current Week</a:t>
          </a:r>
        </a:p>
      </dsp:txBody>
      <dsp:txXfrm>
        <a:off x="351476" y="1805"/>
        <a:ext cx="1530309" cy="702000"/>
      </dsp:txXfrm>
    </dsp:sp>
    <dsp:sp modelId="{067ED494-8D17-3A4A-9B83-E0BC0B53C8DD}">
      <dsp:nvSpPr>
        <dsp:cNvPr id="0" name=""/>
        <dsp:cNvSpPr/>
      </dsp:nvSpPr>
      <dsp:spPr>
        <a:xfrm>
          <a:off x="476" y="791555"/>
          <a:ext cx="1785847" cy="4381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14300" lvl="1" indent="-114300" algn="l" defTabSz="622300">
            <a:lnSpc>
              <a:spcPct val="90000"/>
            </a:lnSpc>
            <a:spcBef>
              <a:spcPct val="0"/>
            </a:spcBef>
            <a:spcAft>
              <a:spcPct val="15000"/>
            </a:spcAft>
            <a:buClrTx/>
            <a:buSzTx/>
            <a:buFont typeface="Arial" panose="020B0604020202020204" pitchFamily="34" charset="0"/>
            <a:buChar char="•"/>
          </a:pPr>
          <a:r>
            <a:rPr kumimoji="0" lang="en-US" altLang="en-US" sz="1400" b="0" i="0" u="none" strike="noStrike" kern="1200" cap="none" normalizeH="0" baseline="0" dirty="0">
              <a:ln/>
              <a:effectLst/>
              <a:latin typeface="Century Gothic" panose="020B0502020202020204" pitchFamily="34" charset="0"/>
            </a:rPr>
            <a:t>Confirm </a:t>
          </a:r>
          <a:r>
            <a:rPr kumimoji="0" lang="en-US" altLang="en-US" sz="1400" b="1" i="0" u="none" strike="noStrike" kern="1200" cap="none" normalizeH="0" baseline="0" dirty="0">
              <a:ln/>
              <a:effectLst/>
              <a:latin typeface="Century Gothic" panose="020B0502020202020204" pitchFamily="34" charset="0"/>
            </a:rPr>
            <a:t>Service Offering Champion(s)</a:t>
          </a:r>
          <a:r>
            <a:rPr kumimoji="0" lang="en-US" altLang="en-US" sz="1400" b="0" i="0" u="none" strike="noStrike" kern="1200" cap="none" normalizeH="0" baseline="0" dirty="0">
              <a:ln/>
              <a:effectLst/>
              <a:latin typeface="Century Gothic" panose="020B0502020202020204" pitchFamily="34" charset="0"/>
            </a:rPr>
            <a:t> for your practice</a:t>
          </a:r>
          <a:endParaRPr lang="en-US" sz="1400" kern="1200" dirty="0">
            <a:latin typeface="Century Gothic" panose="020B0502020202020204" pitchFamily="34" charset="0"/>
          </a:endParaRPr>
        </a:p>
        <a:p>
          <a:pPr marL="114300" lvl="1" indent="-114300" algn="l" defTabSz="622300">
            <a:lnSpc>
              <a:spcPct val="90000"/>
            </a:lnSpc>
            <a:spcBef>
              <a:spcPct val="0"/>
            </a:spcBef>
            <a:spcAft>
              <a:spcPct val="15000"/>
            </a:spcAft>
            <a:buClrTx/>
            <a:buSzTx/>
            <a:buFont typeface="Arial" panose="020B0604020202020204" pitchFamily="34" charset="0"/>
            <a:buChar char="•"/>
          </a:pPr>
          <a:endParaRPr lang="en-US" sz="1400" kern="1200" dirty="0">
            <a:latin typeface="Century Gothic" panose="020B0502020202020204" pitchFamily="34" charset="0"/>
          </a:endParaRPr>
        </a:p>
        <a:p>
          <a:pPr marL="114300" lvl="1" indent="-114300" algn="l" defTabSz="622300">
            <a:lnSpc>
              <a:spcPct val="90000"/>
            </a:lnSpc>
            <a:spcBef>
              <a:spcPct val="0"/>
            </a:spcBef>
            <a:spcAft>
              <a:spcPct val="15000"/>
            </a:spcAft>
            <a:buChar char="•"/>
          </a:pPr>
          <a:r>
            <a:rPr lang="en-US" altLang="en-US" sz="1400" kern="1200" dirty="0">
              <a:latin typeface="Century Gothic" panose="020B0502020202020204" pitchFamily="34" charset="0"/>
            </a:rPr>
            <a:t>Champions kick off session</a:t>
          </a:r>
          <a:endParaRPr kumimoji="0" lang="en-US" altLang="en-US" sz="1400" b="0" i="0" u="none" strike="noStrike" kern="1200" cap="none" normalizeH="0" baseline="0" dirty="0">
            <a:ln/>
            <a:effectLst/>
            <a:latin typeface="Century Gothic" panose="020B0502020202020204" pitchFamily="34" charset="0"/>
          </a:endParaRPr>
        </a:p>
      </dsp:txBody>
      <dsp:txXfrm>
        <a:off x="476" y="791555"/>
        <a:ext cx="1785847" cy="4381787"/>
      </dsp:txXfrm>
    </dsp:sp>
    <dsp:sp modelId="{B59D2CBD-194B-2841-B418-158110A43741}">
      <dsp:nvSpPr>
        <dsp:cNvPr id="0" name=""/>
        <dsp:cNvSpPr/>
      </dsp:nvSpPr>
      <dsp:spPr>
        <a:xfrm>
          <a:off x="2016785" y="1805"/>
          <a:ext cx="2232309" cy="702000"/>
        </a:xfrm>
        <a:prstGeom prst="chevron">
          <a:avLst/>
        </a:prstGeom>
        <a:solidFill>
          <a:schemeClr val="accent4">
            <a:hueOff val="-19951"/>
            <a:satOff val="0"/>
            <a:lumOff val="562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b="1" kern="1200">
              <a:latin typeface="Century Gothic" panose="020B0502020202020204" pitchFamily="34" charset="0"/>
            </a:rPr>
            <a:t>By April 10th </a:t>
          </a:r>
        </a:p>
      </dsp:txBody>
      <dsp:txXfrm>
        <a:off x="2367785" y="1805"/>
        <a:ext cx="1530309" cy="702000"/>
      </dsp:txXfrm>
    </dsp:sp>
    <dsp:sp modelId="{216522C5-B00D-2F47-A030-DA5E4FF2D69B}">
      <dsp:nvSpPr>
        <dsp:cNvPr id="0" name=""/>
        <dsp:cNvSpPr/>
      </dsp:nvSpPr>
      <dsp:spPr>
        <a:xfrm>
          <a:off x="2016785" y="791555"/>
          <a:ext cx="1785847" cy="4381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14300" lvl="1" indent="-114300" algn="l" defTabSz="622300">
            <a:lnSpc>
              <a:spcPct val="90000"/>
            </a:lnSpc>
            <a:spcBef>
              <a:spcPct val="0"/>
            </a:spcBef>
            <a:spcAft>
              <a:spcPct val="15000"/>
            </a:spcAft>
            <a:buClrTx/>
            <a:buSzTx/>
            <a:buFont typeface="Arial" panose="020B0604020202020204" pitchFamily="34" charset="0"/>
            <a:buChar char="•"/>
          </a:pPr>
          <a:r>
            <a:rPr kumimoji="0" lang="en-US" altLang="en-US" sz="1400" b="0" i="0" u="none" strike="noStrike" kern="1200" cap="none" normalizeH="0" baseline="0" dirty="0">
              <a:ln/>
              <a:effectLst/>
              <a:latin typeface="Century Gothic" panose="020B0502020202020204" pitchFamily="34" charset="0"/>
            </a:rPr>
            <a:t>Use </a:t>
          </a:r>
          <a:r>
            <a:rPr kumimoji="0" lang="en-US" altLang="en-US" sz="1400" b="1" i="0" u="none" strike="noStrike" kern="1200" cap="none" normalizeH="0" baseline="0" dirty="0">
              <a:ln/>
              <a:effectLst/>
              <a:latin typeface="Century Gothic" panose="020B0502020202020204" pitchFamily="34" charset="0"/>
            </a:rPr>
            <a:t>Slide 5</a:t>
          </a:r>
          <a:r>
            <a:rPr kumimoji="0" lang="en-US" altLang="en-US" sz="1400" b="0" i="0" u="none" strike="noStrike" kern="1200" cap="none" normalizeH="0" baseline="0" dirty="0">
              <a:ln/>
              <a:effectLst/>
              <a:latin typeface="Century Gothic" panose="020B0502020202020204" pitchFamily="34" charset="0"/>
            </a:rPr>
            <a:t> to generate </a:t>
          </a:r>
          <a:r>
            <a:rPr kumimoji="0" lang="en-US" altLang="en-US" sz="1400" b="1" i="0" u="none" strike="noStrike" kern="1200" cap="none" normalizeH="0" baseline="0" dirty="0">
              <a:ln/>
              <a:effectLst/>
              <a:latin typeface="Century Gothic" panose="020B0502020202020204" pitchFamily="34" charset="0"/>
            </a:rPr>
            <a:t>use case ideas</a:t>
          </a:r>
          <a:r>
            <a:rPr kumimoji="0" lang="en-US" altLang="en-US" sz="1400" b="0" i="0" u="none" strike="noStrike" kern="1200" cap="none" normalizeH="0" baseline="0" dirty="0">
              <a:ln/>
              <a:effectLst/>
              <a:latin typeface="Century Gothic" panose="020B0502020202020204" pitchFamily="34" charset="0"/>
            </a:rPr>
            <a:t> for your practice </a:t>
          </a:r>
          <a:endParaRPr lang="en-US" sz="1400" kern="1200" dirty="0">
            <a:latin typeface="Century Gothic" panose="020B0502020202020204" pitchFamily="34" charset="0"/>
          </a:endParaRPr>
        </a:p>
        <a:p>
          <a:pPr marL="114300" lvl="1" indent="-114300" algn="l" defTabSz="622300">
            <a:lnSpc>
              <a:spcPct val="90000"/>
            </a:lnSpc>
            <a:spcBef>
              <a:spcPct val="0"/>
            </a:spcBef>
            <a:spcAft>
              <a:spcPct val="15000"/>
            </a:spcAft>
            <a:buClrTx/>
            <a:buSzTx/>
            <a:buFont typeface="Arial" panose="020B0604020202020204" pitchFamily="34" charset="0"/>
            <a:buChar char="•"/>
          </a:pPr>
          <a:endParaRPr lang="en-US" sz="1400" kern="1200" dirty="0">
            <a:latin typeface="Century Gothic" panose="020B0502020202020204" pitchFamily="34" charset="0"/>
          </a:endParaRPr>
        </a:p>
        <a:p>
          <a:pPr marL="114300" lvl="1" indent="-114300" algn="l" defTabSz="622300">
            <a:lnSpc>
              <a:spcPct val="90000"/>
            </a:lnSpc>
            <a:spcBef>
              <a:spcPct val="0"/>
            </a:spcBef>
            <a:spcAft>
              <a:spcPct val="15000"/>
            </a:spcAft>
            <a:buChar char="•"/>
          </a:pPr>
          <a:r>
            <a:rPr kumimoji="0" lang="en-US" altLang="en-US" sz="1400" b="0" i="0" u="none" strike="noStrike" kern="1200" cap="none" normalizeH="0" baseline="0" dirty="0">
              <a:ln/>
              <a:effectLst/>
              <a:latin typeface="Century Gothic" panose="020B0502020202020204" pitchFamily="34" charset="0"/>
            </a:rPr>
            <a:t>Input your use case ideas into this file: </a:t>
          </a:r>
          <a:r>
            <a:rPr lang="en-US" sz="1400" b="1" kern="1200" dirty="0">
              <a:solidFill>
                <a:srgbClr val="00B0F0"/>
              </a:solidFill>
              <a:highlight>
                <a:srgbClr val="FFFF00"/>
              </a:highlight>
              <a:latin typeface="Century Gothic" panose="020B0502020202020204" pitchFamily="34" charset="0"/>
              <a:hlinkClick xmlns:r="http://schemas.openxmlformats.org/officeDocument/2006/relationships" r:id="rId1">
                <a:extLst>
                  <a:ext uri="{A12FA001-AC4F-418D-AE19-62706E023703}">
                    <ahyp:hlinkClr xmlns:ahyp="http://schemas.microsoft.com/office/drawing/2018/hyperlinkcolor" val="tx"/>
                  </a:ext>
                </a:extLst>
              </a:hlinkClick>
            </a:rPr>
            <a:t>Workbook A</a:t>
          </a:r>
          <a:endParaRPr lang="en-US" sz="1400" b="1" kern="1200" dirty="0">
            <a:solidFill>
              <a:srgbClr val="00B0F0"/>
            </a:solidFill>
            <a:highlight>
              <a:srgbClr val="FFFF00"/>
            </a:highlight>
            <a:latin typeface="Century Gothic" panose="020B0502020202020204" pitchFamily="34" charset="0"/>
          </a:endParaRPr>
        </a:p>
        <a:p>
          <a:pPr marL="114300" lvl="1" indent="-114300" algn="l" defTabSz="622300">
            <a:lnSpc>
              <a:spcPct val="90000"/>
            </a:lnSpc>
            <a:spcBef>
              <a:spcPct val="0"/>
            </a:spcBef>
            <a:spcAft>
              <a:spcPct val="15000"/>
            </a:spcAft>
            <a:buChar char="•"/>
          </a:pPr>
          <a:endParaRPr lang="en-US" sz="1400" b="1" kern="1200" dirty="0">
            <a:solidFill>
              <a:srgbClr val="00B0F0"/>
            </a:solidFill>
            <a:highlight>
              <a:srgbClr val="FFFF00"/>
            </a:highlight>
            <a:latin typeface="Century Gothic" panose="020B0502020202020204" pitchFamily="34" charset="0"/>
          </a:endParaRPr>
        </a:p>
        <a:p>
          <a:pPr marL="114300" lvl="1" indent="-114300" algn="l" defTabSz="622300">
            <a:lnSpc>
              <a:spcPct val="90000"/>
            </a:lnSpc>
            <a:spcBef>
              <a:spcPct val="0"/>
            </a:spcBef>
            <a:spcAft>
              <a:spcPct val="15000"/>
            </a:spcAft>
            <a:buChar char="•"/>
          </a:pPr>
          <a:r>
            <a:rPr kumimoji="0" lang="en-US" altLang="en-US" sz="1400" b="0" i="0" u="none" strike="noStrike" kern="1200" cap="none" normalizeH="0" baseline="0" dirty="0">
              <a:ln/>
              <a:effectLst/>
              <a:latin typeface="Century Gothic" panose="020B0502020202020204" pitchFamily="34" charset="0"/>
            </a:rPr>
            <a:t>Identify </a:t>
          </a:r>
          <a:r>
            <a:rPr kumimoji="0" lang="en-US" altLang="en-US" sz="1400" b="1" i="0" u="none" strike="noStrike" kern="1200" cap="none" normalizeH="0" baseline="0" dirty="0">
              <a:ln/>
              <a:effectLst/>
              <a:latin typeface="Century Gothic" panose="020B0502020202020204" pitchFamily="34" charset="0"/>
            </a:rPr>
            <a:t>top 1–2 priorities</a:t>
          </a:r>
          <a:r>
            <a:rPr kumimoji="0" lang="en-US" altLang="en-US" sz="1400" b="0" i="0" u="none" strike="noStrike" kern="1200" cap="none" normalizeH="0" baseline="0" dirty="0">
              <a:ln/>
              <a:effectLst/>
              <a:latin typeface="Century Gothic" panose="020B0502020202020204" pitchFamily="34" charset="0"/>
            </a:rPr>
            <a:t> you want to move into development</a:t>
          </a:r>
          <a:endParaRPr lang="en-US" altLang="en-US" sz="1400" b="0" i="0" u="none" strike="noStrike" kern="1200" cap="none" normalizeH="0" baseline="0" dirty="0">
            <a:ln/>
            <a:effectLst/>
            <a:latin typeface="Century Gothic" panose="020B0502020202020204" pitchFamily="34" charset="0"/>
          </a:endParaRPr>
        </a:p>
      </dsp:txBody>
      <dsp:txXfrm>
        <a:off x="2016785" y="791555"/>
        <a:ext cx="1785847" cy="4381787"/>
      </dsp:txXfrm>
    </dsp:sp>
    <dsp:sp modelId="{E20F54C1-04EE-1647-9431-21BDECC0F07F}">
      <dsp:nvSpPr>
        <dsp:cNvPr id="0" name=""/>
        <dsp:cNvSpPr/>
      </dsp:nvSpPr>
      <dsp:spPr>
        <a:xfrm>
          <a:off x="4033095" y="1805"/>
          <a:ext cx="2232309" cy="702000"/>
        </a:xfrm>
        <a:prstGeom prst="chevron">
          <a:avLst/>
        </a:prstGeom>
        <a:solidFill>
          <a:schemeClr val="accent4">
            <a:hueOff val="-39902"/>
            <a:satOff val="0"/>
            <a:lumOff val="1124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b="1" kern="1200">
              <a:latin typeface="Century Gothic" panose="020B0502020202020204" pitchFamily="34" charset="0"/>
            </a:rPr>
            <a:t>By April 24th</a:t>
          </a:r>
        </a:p>
      </dsp:txBody>
      <dsp:txXfrm>
        <a:off x="4384095" y="1805"/>
        <a:ext cx="1530309" cy="702000"/>
      </dsp:txXfrm>
    </dsp:sp>
    <dsp:sp modelId="{5827CFA2-64FA-6B46-8DE0-21429121F500}">
      <dsp:nvSpPr>
        <dsp:cNvPr id="0" name=""/>
        <dsp:cNvSpPr/>
      </dsp:nvSpPr>
      <dsp:spPr>
        <a:xfrm>
          <a:off x="4033095" y="791555"/>
          <a:ext cx="1785847" cy="4381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14300" lvl="1" indent="-114300" algn="l" defTabSz="622300">
            <a:lnSpc>
              <a:spcPct val="90000"/>
            </a:lnSpc>
            <a:spcBef>
              <a:spcPct val="0"/>
            </a:spcBef>
            <a:spcAft>
              <a:spcPct val="15000"/>
            </a:spcAft>
            <a:buFont typeface="Arial" panose="020B0604020202020204" pitchFamily="34" charset="0"/>
            <a:buChar char="•"/>
          </a:pPr>
          <a:r>
            <a:rPr lang="en-US" altLang="en-US" sz="1400" kern="1200" dirty="0">
              <a:latin typeface="Century Gothic" panose="020B0502020202020204" pitchFamily="34" charset="0"/>
            </a:rPr>
            <a:t>Meet with </a:t>
          </a:r>
          <a:r>
            <a:rPr lang="en-US" altLang="en-US" sz="1400" b="1" kern="1200" dirty="0">
              <a:latin typeface="Century Gothic" panose="020B0502020202020204" pitchFamily="34" charset="0"/>
            </a:rPr>
            <a:t>AI Forward Engineers + AI Sales Force</a:t>
          </a:r>
          <a:r>
            <a:rPr lang="en-US" altLang="en-US" sz="1400" kern="1200" dirty="0">
              <a:latin typeface="Century Gothic" panose="020B0502020202020204" pitchFamily="34" charset="0"/>
            </a:rPr>
            <a:t> to build top 1-2 use cases</a:t>
          </a:r>
          <a:endParaRPr lang="en-US" sz="1400" kern="1200" dirty="0">
            <a:latin typeface="Century Gothic" panose="020B0502020202020204" pitchFamily="34" charset="0"/>
          </a:endParaRPr>
        </a:p>
        <a:p>
          <a:pPr marL="114300" lvl="1" indent="-114300" algn="l" defTabSz="622300">
            <a:lnSpc>
              <a:spcPct val="90000"/>
            </a:lnSpc>
            <a:spcBef>
              <a:spcPct val="0"/>
            </a:spcBef>
            <a:spcAft>
              <a:spcPct val="15000"/>
            </a:spcAft>
            <a:buFont typeface="Arial" panose="020B0604020202020204" pitchFamily="34" charset="0"/>
            <a:buChar char="•"/>
          </a:pPr>
          <a:endParaRPr lang="en-US" sz="1400" kern="1200" dirty="0">
            <a:latin typeface="Century Gothic" panose="020B0502020202020204" pitchFamily="34" charset="0"/>
          </a:endParaRPr>
        </a:p>
        <a:p>
          <a:pPr marL="114300" lvl="1" indent="-114300" algn="l" defTabSz="622300">
            <a:lnSpc>
              <a:spcPct val="90000"/>
            </a:lnSpc>
            <a:spcBef>
              <a:spcPct val="0"/>
            </a:spcBef>
            <a:spcAft>
              <a:spcPct val="15000"/>
            </a:spcAft>
            <a:buChar char="•"/>
          </a:pPr>
          <a:r>
            <a:rPr lang="en-US" altLang="en-US" sz="1400" b="1" kern="1200" dirty="0">
              <a:latin typeface="Century Gothic" panose="020B0502020202020204" pitchFamily="34" charset="0"/>
            </a:rPr>
            <a:t>AI Forward Engineers </a:t>
          </a:r>
          <a:r>
            <a:rPr lang="en-US" altLang="en-US" sz="1400" kern="1200" dirty="0">
              <a:latin typeface="Century Gothic" panose="020B0502020202020204" pitchFamily="34" charset="0"/>
            </a:rPr>
            <a:t>to build out use cases</a:t>
          </a:r>
        </a:p>
        <a:p>
          <a:pPr marL="114300" lvl="1" indent="-114300" algn="l" defTabSz="622300">
            <a:lnSpc>
              <a:spcPct val="90000"/>
            </a:lnSpc>
            <a:spcBef>
              <a:spcPct val="0"/>
            </a:spcBef>
            <a:spcAft>
              <a:spcPct val="15000"/>
            </a:spcAft>
            <a:buChar char="•"/>
          </a:pPr>
          <a:endParaRPr lang="en-US" altLang="en-US" sz="1400" kern="1200" dirty="0">
            <a:latin typeface="Century Gothic" panose="020B0502020202020204" pitchFamily="34" charset="0"/>
          </a:endParaRPr>
        </a:p>
        <a:p>
          <a:pPr marL="114300" lvl="1" indent="-114300" algn="l" defTabSz="622300">
            <a:lnSpc>
              <a:spcPct val="90000"/>
            </a:lnSpc>
            <a:spcBef>
              <a:spcPct val="0"/>
            </a:spcBef>
            <a:spcAft>
              <a:spcPct val="15000"/>
            </a:spcAft>
            <a:buChar char="•"/>
          </a:pPr>
          <a:r>
            <a:rPr lang="en-US" altLang="en-US" sz="1400" kern="1200" dirty="0">
              <a:latin typeface="Century Gothic" panose="020B0502020202020204" pitchFamily="34" charset="0"/>
            </a:rPr>
            <a:t>Demos are </a:t>
          </a:r>
          <a:r>
            <a:rPr lang="en-US" altLang="en-US" sz="1400" b="1" kern="1200" dirty="0">
              <a:latin typeface="Century Gothic" panose="020B0502020202020204" pitchFamily="34" charset="0"/>
            </a:rPr>
            <a:t>scheduled</a:t>
          </a:r>
        </a:p>
      </dsp:txBody>
      <dsp:txXfrm>
        <a:off x="4033095" y="791555"/>
        <a:ext cx="1785847" cy="4381787"/>
      </dsp:txXfrm>
    </dsp:sp>
    <dsp:sp modelId="{C6D2662C-B9F9-5347-A2C7-02A1E3F8B8B4}">
      <dsp:nvSpPr>
        <dsp:cNvPr id="0" name=""/>
        <dsp:cNvSpPr/>
      </dsp:nvSpPr>
      <dsp:spPr>
        <a:xfrm>
          <a:off x="6049404" y="1805"/>
          <a:ext cx="2232309" cy="702000"/>
        </a:xfrm>
        <a:prstGeom prst="chevron">
          <a:avLst/>
        </a:prstGeom>
        <a:solidFill>
          <a:schemeClr val="accent4">
            <a:hueOff val="-59853"/>
            <a:satOff val="0"/>
            <a:lumOff val="1686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b="1" kern="1200">
              <a:latin typeface="Century Gothic" panose="020B0502020202020204" pitchFamily="34" charset="0"/>
            </a:rPr>
            <a:t>By April 30th</a:t>
          </a:r>
        </a:p>
      </dsp:txBody>
      <dsp:txXfrm>
        <a:off x="6400404" y="1805"/>
        <a:ext cx="1530309" cy="702000"/>
      </dsp:txXfrm>
    </dsp:sp>
    <dsp:sp modelId="{621EAABD-2774-9D4B-9950-DF664440DDCC}">
      <dsp:nvSpPr>
        <dsp:cNvPr id="0" name=""/>
        <dsp:cNvSpPr/>
      </dsp:nvSpPr>
      <dsp:spPr>
        <a:xfrm>
          <a:off x="6049404" y="791555"/>
          <a:ext cx="1785847" cy="4381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14300" lvl="1" indent="-114300" algn="l" defTabSz="622300">
            <a:lnSpc>
              <a:spcPct val="90000"/>
            </a:lnSpc>
            <a:spcBef>
              <a:spcPct val="0"/>
            </a:spcBef>
            <a:spcAft>
              <a:spcPct val="15000"/>
            </a:spcAft>
            <a:buFont typeface="Arial" panose="020B0604020202020204" pitchFamily="34" charset="0"/>
            <a:buChar char="•"/>
          </a:pPr>
          <a:r>
            <a:rPr lang="en-US" sz="1400" b="0" i="0" kern="1200" dirty="0">
              <a:latin typeface="Century Gothic" panose="020B0502020202020204" pitchFamily="34" charset="0"/>
            </a:rPr>
            <a:t>Finalize the </a:t>
          </a:r>
          <a:r>
            <a:rPr lang="en-US" sz="1400" b="1" i="0" kern="1200" dirty="0">
              <a:latin typeface="Century Gothic" panose="020B0502020202020204" pitchFamily="34" charset="0"/>
            </a:rPr>
            <a:t>sales deck</a:t>
          </a:r>
          <a:endParaRPr lang="en-US" sz="1400" b="1" kern="1200" dirty="0">
            <a:latin typeface="Century Gothic" panose="020B0502020202020204" pitchFamily="34" charset="0"/>
          </a:endParaRPr>
        </a:p>
        <a:p>
          <a:pPr marL="114300" lvl="1" indent="-114300" algn="l" defTabSz="622300">
            <a:lnSpc>
              <a:spcPct val="90000"/>
            </a:lnSpc>
            <a:spcBef>
              <a:spcPct val="0"/>
            </a:spcBef>
            <a:spcAft>
              <a:spcPct val="15000"/>
            </a:spcAft>
            <a:buFont typeface="Arial" panose="020B0604020202020204" pitchFamily="34" charset="0"/>
            <a:buChar char="•"/>
          </a:pPr>
          <a:endParaRPr lang="en-US" sz="1400" b="1" kern="1200" dirty="0">
            <a:latin typeface="Century Gothic" panose="020B0502020202020204" pitchFamily="34" charset="0"/>
          </a:endParaRPr>
        </a:p>
        <a:p>
          <a:pPr marL="114300" lvl="1" indent="-114300" algn="l" defTabSz="622300">
            <a:lnSpc>
              <a:spcPct val="90000"/>
            </a:lnSpc>
            <a:spcBef>
              <a:spcPct val="0"/>
            </a:spcBef>
            <a:spcAft>
              <a:spcPct val="15000"/>
            </a:spcAft>
            <a:buFont typeface="Arial" panose="020B0604020202020204" pitchFamily="34" charset="0"/>
            <a:buChar char="•"/>
          </a:pPr>
          <a:r>
            <a:rPr lang="en-US" sz="1400" b="0" i="0" kern="1200" dirty="0">
              <a:latin typeface="Century Gothic" panose="020B0502020202020204" pitchFamily="34" charset="0"/>
            </a:rPr>
            <a:t>Complete </a:t>
          </a:r>
          <a:r>
            <a:rPr lang="en-US" sz="1400" b="1" i="0" kern="1200" dirty="0">
              <a:latin typeface="Century Gothic" panose="020B0502020202020204" pitchFamily="34" charset="0"/>
            </a:rPr>
            <a:t>demo materials </a:t>
          </a:r>
          <a:r>
            <a:rPr lang="en-US" sz="1400" b="0" i="0" kern="1200" dirty="0">
              <a:latin typeface="Century Gothic" panose="020B0502020202020204" pitchFamily="34" charset="0"/>
            </a:rPr>
            <a:t>including video, guide, and data</a:t>
          </a:r>
          <a:endParaRPr lang="en-US" sz="1400" b="1" kern="1200" dirty="0">
            <a:latin typeface="Century Gothic" panose="020B0502020202020204" pitchFamily="34" charset="0"/>
          </a:endParaRPr>
        </a:p>
        <a:p>
          <a:pPr marL="114300" lvl="1" indent="-114300" algn="l" defTabSz="622300">
            <a:lnSpc>
              <a:spcPct val="90000"/>
            </a:lnSpc>
            <a:spcBef>
              <a:spcPct val="0"/>
            </a:spcBef>
            <a:spcAft>
              <a:spcPct val="15000"/>
            </a:spcAft>
            <a:buFont typeface="Arial" panose="020B0604020202020204" pitchFamily="34" charset="0"/>
            <a:buChar char="•"/>
          </a:pPr>
          <a:endParaRPr lang="en-US" sz="1400" b="1" kern="1200" dirty="0">
            <a:latin typeface="Century Gothic" panose="020B0502020202020204" pitchFamily="34" charset="0"/>
          </a:endParaRPr>
        </a:p>
        <a:p>
          <a:pPr marL="114300" lvl="1" indent="-114300" algn="l" defTabSz="622300">
            <a:lnSpc>
              <a:spcPct val="90000"/>
            </a:lnSpc>
            <a:spcBef>
              <a:spcPct val="0"/>
            </a:spcBef>
            <a:spcAft>
              <a:spcPct val="15000"/>
            </a:spcAft>
            <a:buFont typeface="Arial" panose="020B0604020202020204" pitchFamily="34" charset="0"/>
            <a:buChar char="•"/>
          </a:pPr>
          <a:r>
            <a:rPr lang="en-US" sz="1400" b="0" i="0" kern="1200" dirty="0">
              <a:latin typeface="Century Gothic" panose="020B0502020202020204" pitchFamily="34" charset="0"/>
            </a:rPr>
            <a:t>Prepare </a:t>
          </a:r>
          <a:r>
            <a:rPr lang="en-US" sz="1400" b="1" i="0" kern="1200" dirty="0">
              <a:latin typeface="Century Gothic" panose="020B0502020202020204" pitchFamily="34" charset="0"/>
            </a:rPr>
            <a:t>FAQs</a:t>
          </a:r>
          <a:r>
            <a:rPr lang="en-US" sz="1400" b="0" i="0" kern="1200" dirty="0">
              <a:latin typeface="Century Gothic" panose="020B0502020202020204" pitchFamily="34" charset="0"/>
            </a:rPr>
            <a:t> for sales teams and client discussions</a:t>
          </a:r>
          <a:endParaRPr lang="en-US" sz="1400" b="1" kern="1200" dirty="0">
            <a:latin typeface="Century Gothic" panose="020B0502020202020204" pitchFamily="34" charset="0"/>
          </a:endParaRPr>
        </a:p>
        <a:p>
          <a:pPr marL="114300" lvl="1" indent="-114300" algn="l" defTabSz="622300">
            <a:lnSpc>
              <a:spcPct val="90000"/>
            </a:lnSpc>
            <a:spcBef>
              <a:spcPct val="0"/>
            </a:spcBef>
            <a:spcAft>
              <a:spcPct val="15000"/>
            </a:spcAft>
            <a:buFont typeface="Arial" panose="020B0604020202020204" pitchFamily="34" charset="0"/>
            <a:buChar char="•"/>
          </a:pPr>
          <a:endParaRPr lang="en-US" sz="1400" b="1" kern="1200" dirty="0">
            <a:latin typeface="Century Gothic" panose="020B0502020202020204" pitchFamily="34" charset="0"/>
          </a:endParaRPr>
        </a:p>
        <a:p>
          <a:pPr marL="114300" lvl="1" indent="-114300" algn="l" defTabSz="622300">
            <a:lnSpc>
              <a:spcPct val="90000"/>
            </a:lnSpc>
            <a:spcBef>
              <a:spcPct val="0"/>
            </a:spcBef>
            <a:spcAft>
              <a:spcPct val="15000"/>
            </a:spcAft>
            <a:buFont typeface="Arial" panose="020B0604020202020204" pitchFamily="34" charset="0"/>
            <a:buChar char="•"/>
          </a:pPr>
          <a:r>
            <a:rPr lang="en-US" sz="1400" b="0" i="0" kern="1200" dirty="0">
              <a:latin typeface="Century Gothic" panose="020B0502020202020204" pitchFamily="34" charset="0"/>
            </a:rPr>
            <a:t>Finalize the </a:t>
          </a:r>
          <a:r>
            <a:rPr lang="en-US" sz="1400" b="1" i="0" kern="1200" dirty="0">
              <a:latin typeface="Century Gothic" panose="020B0502020202020204" pitchFamily="34" charset="0"/>
            </a:rPr>
            <a:t>architecture diagram</a:t>
          </a:r>
          <a:endParaRPr lang="en-US" sz="1400" b="1" kern="1200" dirty="0">
            <a:latin typeface="Century Gothic" panose="020B0502020202020204" pitchFamily="34" charset="0"/>
          </a:endParaRPr>
        </a:p>
        <a:p>
          <a:pPr marL="114300" lvl="1" indent="-114300" algn="l" defTabSz="622300">
            <a:lnSpc>
              <a:spcPct val="90000"/>
            </a:lnSpc>
            <a:spcBef>
              <a:spcPct val="0"/>
            </a:spcBef>
            <a:spcAft>
              <a:spcPct val="15000"/>
            </a:spcAft>
            <a:buFont typeface="Arial" panose="020B0604020202020204" pitchFamily="34" charset="0"/>
            <a:buChar char="•"/>
          </a:pPr>
          <a:endParaRPr lang="en-US" sz="1400" b="1" kern="1200" dirty="0">
            <a:latin typeface="Century Gothic" panose="020B0502020202020204" pitchFamily="34" charset="0"/>
          </a:endParaRPr>
        </a:p>
        <a:p>
          <a:pPr marL="114300" lvl="1" indent="-114300" algn="l" defTabSz="622300">
            <a:lnSpc>
              <a:spcPct val="90000"/>
            </a:lnSpc>
            <a:spcBef>
              <a:spcPct val="0"/>
            </a:spcBef>
            <a:spcAft>
              <a:spcPct val="15000"/>
            </a:spcAft>
            <a:buFont typeface="Arial" panose="020B0604020202020204" pitchFamily="34" charset="0"/>
            <a:buChar char="•"/>
          </a:pPr>
          <a:r>
            <a:rPr lang="en-US" sz="1400" b="0" i="0" kern="1200" dirty="0">
              <a:latin typeface="Century Gothic" panose="020B0502020202020204" pitchFamily="34" charset="0"/>
            </a:rPr>
            <a:t>Ensure all </a:t>
          </a:r>
          <a:r>
            <a:rPr lang="en-US" sz="1400" b="1" i="0" kern="1200" dirty="0">
              <a:latin typeface="Century Gothic" panose="020B0502020202020204" pitchFamily="34" charset="0"/>
            </a:rPr>
            <a:t>GTM materials are ready for showcase </a:t>
          </a:r>
          <a:r>
            <a:rPr lang="en-US" sz="1400" b="0" i="0" kern="1200" dirty="0">
              <a:latin typeface="Century Gothic" panose="020B0502020202020204" pitchFamily="34" charset="0"/>
            </a:rPr>
            <a:t>and pipeline activation</a:t>
          </a:r>
          <a:endParaRPr lang="en-US" sz="1400" b="1" kern="1200" dirty="0">
            <a:latin typeface="Century Gothic" panose="020B0502020202020204" pitchFamily="34" charset="0"/>
          </a:endParaRPr>
        </a:p>
      </dsp:txBody>
      <dsp:txXfrm>
        <a:off x="6049404" y="791555"/>
        <a:ext cx="1785847" cy="43817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E00A35-DE9E-DA4A-B444-97EFB016D51E}">
      <dsp:nvSpPr>
        <dsp:cNvPr id="0" name=""/>
        <dsp:cNvSpPr/>
      </dsp:nvSpPr>
      <dsp:spPr>
        <a:xfrm>
          <a:off x="3205" y="31873"/>
          <a:ext cx="2962596" cy="702000"/>
        </a:xfrm>
        <a:prstGeom prst="chevron">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b="1" kern="1200">
              <a:latin typeface="Century Gothic" panose="020B0502020202020204" pitchFamily="34" charset="0"/>
            </a:rPr>
            <a:t>Current Week</a:t>
          </a:r>
        </a:p>
      </dsp:txBody>
      <dsp:txXfrm>
        <a:off x="354205" y="31873"/>
        <a:ext cx="2260596" cy="702000"/>
      </dsp:txXfrm>
    </dsp:sp>
    <dsp:sp modelId="{067ED494-8D17-3A4A-9B83-E0BC0B53C8DD}">
      <dsp:nvSpPr>
        <dsp:cNvPr id="0" name=""/>
        <dsp:cNvSpPr/>
      </dsp:nvSpPr>
      <dsp:spPr>
        <a:xfrm>
          <a:off x="3205" y="821623"/>
          <a:ext cx="2370077" cy="33802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14300" lvl="1" indent="-114300" algn="l" defTabSz="622300">
            <a:lnSpc>
              <a:spcPct val="90000"/>
            </a:lnSpc>
            <a:spcBef>
              <a:spcPct val="0"/>
            </a:spcBef>
            <a:spcAft>
              <a:spcPct val="15000"/>
            </a:spcAft>
            <a:buClrTx/>
            <a:buSzTx/>
            <a:buFont typeface="Arial" panose="020B0604020202020204" pitchFamily="34" charset="0"/>
            <a:buChar char="•"/>
          </a:pPr>
          <a:r>
            <a:rPr kumimoji="0" lang="en-US" altLang="en-US" sz="1400" b="0" i="0" u="none" strike="noStrike" kern="1200" cap="none" normalizeH="0" baseline="0" dirty="0">
              <a:ln>
                <a:noFill/>
              </a:ln>
              <a:solidFill>
                <a:schemeClr val="tx1"/>
              </a:solidFill>
              <a:effectLst/>
              <a:latin typeface="Century Gothic" panose="020B0502020202020204" pitchFamily="34" charset="0"/>
            </a:rPr>
            <a:t>Confirm </a:t>
          </a:r>
          <a:r>
            <a:rPr kumimoji="0" lang="en-US" altLang="en-US" sz="1400" b="1" i="0" u="none" strike="noStrike" kern="1200" cap="none" normalizeH="0" baseline="0" dirty="0">
              <a:ln>
                <a:noFill/>
              </a:ln>
              <a:solidFill>
                <a:schemeClr val="tx1"/>
              </a:solidFill>
              <a:effectLst/>
              <a:latin typeface="Century Gothic" panose="020B0502020202020204" pitchFamily="34" charset="0"/>
            </a:rPr>
            <a:t>Infusion Champion(s)</a:t>
          </a:r>
          <a:r>
            <a:rPr kumimoji="0" lang="en-US" altLang="en-US" sz="1400" b="0" i="0" u="none" strike="noStrike" kern="1200" cap="none" normalizeH="0" baseline="0" dirty="0">
              <a:ln>
                <a:noFill/>
              </a:ln>
              <a:solidFill>
                <a:schemeClr val="tx1"/>
              </a:solidFill>
              <a:effectLst/>
              <a:latin typeface="Century Gothic" panose="020B0502020202020204" pitchFamily="34" charset="0"/>
            </a:rPr>
            <a:t> for your practice</a:t>
          </a:r>
          <a:endParaRPr lang="en-US" sz="1400" kern="1200" dirty="0">
            <a:latin typeface="Century Gothic" panose="020B0502020202020204" pitchFamily="34" charset="0"/>
          </a:endParaRPr>
        </a:p>
        <a:p>
          <a:pPr marL="114300" lvl="1" indent="-114300" algn="l" defTabSz="622300">
            <a:lnSpc>
              <a:spcPct val="90000"/>
            </a:lnSpc>
            <a:spcBef>
              <a:spcPct val="0"/>
            </a:spcBef>
            <a:spcAft>
              <a:spcPct val="15000"/>
            </a:spcAft>
            <a:buClrTx/>
            <a:buSzTx/>
            <a:buFont typeface="Arial" panose="020B0604020202020204" pitchFamily="34" charset="0"/>
            <a:buNone/>
          </a:pPr>
          <a:endParaRPr lang="en-US" sz="1400" kern="1200" dirty="0">
            <a:latin typeface="Century Gothic" panose="020B0502020202020204" pitchFamily="34" charset="0"/>
          </a:endParaRPr>
        </a:p>
        <a:p>
          <a:pPr marL="114300" lvl="1" indent="-114300" algn="l" defTabSz="622300">
            <a:lnSpc>
              <a:spcPct val="90000"/>
            </a:lnSpc>
            <a:spcBef>
              <a:spcPct val="0"/>
            </a:spcBef>
            <a:spcAft>
              <a:spcPct val="15000"/>
            </a:spcAft>
            <a:buClrTx/>
            <a:buSzTx/>
            <a:buFont typeface="Arial" panose="020B0604020202020204" pitchFamily="34" charset="0"/>
            <a:buChar char="•"/>
          </a:pPr>
          <a:r>
            <a:rPr lang="en-US" altLang="en-US" sz="1400" kern="1200" dirty="0">
              <a:latin typeface="Century Gothic" panose="020B0502020202020204" pitchFamily="34" charset="0"/>
            </a:rPr>
            <a:t>Champions kick off session</a:t>
          </a:r>
          <a:endParaRPr kumimoji="0" lang="en-US" altLang="en-US" sz="1400" b="0" i="0" u="none" strike="noStrike" kern="1200" cap="none" normalizeH="0" baseline="0" dirty="0">
            <a:ln>
              <a:noFill/>
            </a:ln>
            <a:solidFill>
              <a:schemeClr val="tx1"/>
            </a:solidFill>
            <a:effectLst/>
            <a:latin typeface="Century Gothic" panose="020B0502020202020204" pitchFamily="34" charset="0"/>
          </a:endParaRPr>
        </a:p>
      </dsp:txBody>
      <dsp:txXfrm>
        <a:off x="3205" y="821623"/>
        <a:ext cx="2370077" cy="3380203"/>
      </dsp:txXfrm>
    </dsp:sp>
    <dsp:sp modelId="{B59D2CBD-194B-2841-B418-158110A43741}">
      <dsp:nvSpPr>
        <dsp:cNvPr id="0" name=""/>
        <dsp:cNvSpPr/>
      </dsp:nvSpPr>
      <dsp:spPr>
        <a:xfrm>
          <a:off x="2749801" y="31873"/>
          <a:ext cx="2962596" cy="702000"/>
        </a:xfrm>
        <a:prstGeom prst="chevron">
          <a:avLst/>
        </a:prstGeom>
        <a:solidFill>
          <a:schemeClr val="accent4">
            <a:hueOff val="-29926"/>
            <a:satOff val="0"/>
            <a:lumOff val="843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b="1" kern="1200">
              <a:latin typeface="Century Gothic" panose="020B0502020202020204" pitchFamily="34" charset="0"/>
            </a:rPr>
            <a:t>By April 10th </a:t>
          </a:r>
        </a:p>
      </dsp:txBody>
      <dsp:txXfrm>
        <a:off x="3100801" y="31873"/>
        <a:ext cx="2260596" cy="702000"/>
      </dsp:txXfrm>
    </dsp:sp>
    <dsp:sp modelId="{216522C5-B00D-2F47-A030-DA5E4FF2D69B}">
      <dsp:nvSpPr>
        <dsp:cNvPr id="0" name=""/>
        <dsp:cNvSpPr/>
      </dsp:nvSpPr>
      <dsp:spPr>
        <a:xfrm>
          <a:off x="2749801" y="821623"/>
          <a:ext cx="2370077" cy="33802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14300" lvl="1" indent="-114300" algn="l" defTabSz="622300">
            <a:lnSpc>
              <a:spcPct val="90000"/>
            </a:lnSpc>
            <a:spcBef>
              <a:spcPct val="0"/>
            </a:spcBef>
            <a:spcAft>
              <a:spcPct val="15000"/>
            </a:spcAft>
            <a:buClrTx/>
            <a:buSzTx/>
            <a:buFont typeface="Arial" panose="020B0604020202020204" pitchFamily="34" charset="0"/>
            <a:buChar char="•"/>
          </a:pPr>
          <a:r>
            <a:rPr kumimoji="0" lang="en-US" altLang="en-US" sz="1400" b="0" i="0" u="none" strike="noStrike" kern="1200" cap="none" normalizeH="0" baseline="0" dirty="0">
              <a:ln>
                <a:noFill/>
              </a:ln>
              <a:solidFill>
                <a:schemeClr val="tx1"/>
              </a:solidFill>
              <a:effectLst/>
              <a:latin typeface="Century Gothic" panose="020B0502020202020204" pitchFamily="34" charset="0"/>
            </a:rPr>
            <a:t>Use </a:t>
          </a:r>
          <a:r>
            <a:rPr kumimoji="0" lang="en-US" altLang="en-US" sz="1400" b="1" i="0" u="none" strike="noStrike" kern="1200" cap="none" normalizeH="0" baseline="0" dirty="0">
              <a:ln>
                <a:noFill/>
              </a:ln>
              <a:solidFill>
                <a:schemeClr val="tx1"/>
              </a:solidFill>
              <a:effectLst/>
              <a:latin typeface="Century Gothic" panose="020B0502020202020204" pitchFamily="34" charset="0"/>
            </a:rPr>
            <a:t>Slide 8</a:t>
          </a:r>
          <a:r>
            <a:rPr kumimoji="0" lang="en-US" altLang="en-US" sz="1400" b="0" i="0" u="none" strike="noStrike" kern="1200" cap="none" normalizeH="0" baseline="0" dirty="0">
              <a:ln>
                <a:noFill/>
              </a:ln>
              <a:solidFill>
                <a:schemeClr val="tx1"/>
              </a:solidFill>
              <a:effectLst/>
              <a:latin typeface="Century Gothic" panose="020B0502020202020204" pitchFamily="34" charset="0"/>
            </a:rPr>
            <a:t> to complete 2 exercises in identifying AI enhancements:</a:t>
          </a:r>
          <a:endParaRPr lang="en-US" sz="1400" b="1" kern="1200" dirty="0">
            <a:latin typeface="Century Gothic" panose="020B0502020202020204" pitchFamily="34" charset="0"/>
          </a:endParaRPr>
        </a:p>
        <a:p>
          <a:pPr marL="228600" lvl="2" indent="-114300" algn="l" defTabSz="622300">
            <a:lnSpc>
              <a:spcPct val="90000"/>
            </a:lnSpc>
            <a:spcBef>
              <a:spcPct val="0"/>
            </a:spcBef>
            <a:spcAft>
              <a:spcPct val="15000"/>
            </a:spcAft>
            <a:buClrTx/>
            <a:buSzTx/>
            <a:buFont typeface="+mj-lt"/>
            <a:buAutoNum type="arabicPeriod"/>
          </a:pPr>
          <a:r>
            <a:rPr kumimoji="0" lang="en-US" altLang="en-US" sz="1400" b="0" i="0" u="none" strike="noStrike" kern="1200" cap="none" normalizeH="0" baseline="0" dirty="0">
              <a:ln>
                <a:noFill/>
              </a:ln>
              <a:solidFill>
                <a:schemeClr val="tx1"/>
              </a:solidFill>
              <a:effectLst/>
              <a:latin typeface="Century Gothic" panose="020B0502020202020204" pitchFamily="34" charset="0"/>
            </a:rPr>
            <a:t> Current </a:t>
          </a:r>
          <a:r>
            <a:rPr kumimoji="0" lang="en-US" altLang="en-US" sz="1400" b="1" i="0" u="none" strike="noStrike" kern="1200" cap="none" normalizeH="0" baseline="0" dirty="0">
              <a:ln>
                <a:noFill/>
              </a:ln>
              <a:solidFill>
                <a:schemeClr val="tx1"/>
              </a:solidFill>
              <a:effectLst/>
              <a:latin typeface="Century Gothic" panose="020B0502020202020204" pitchFamily="34" charset="0"/>
            </a:rPr>
            <a:t>In-flight Projects</a:t>
          </a:r>
          <a:endParaRPr lang="en-US" sz="1400" b="1" kern="1200" dirty="0">
            <a:latin typeface="Century Gothic" panose="020B0502020202020204" pitchFamily="34" charset="0"/>
          </a:endParaRPr>
        </a:p>
        <a:p>
          <a:pPr marL="228600" lvl="2" indent="-114300" algn="l" defTabSz="622300">
            <a:lnSpc>
              <a:spcPct val="90000"/>
            </a:lnSpc>
            <a:spcBef>
              <a:spcPct val="0"/>
            </a:spcBef>
            <a:spcAft>
              <a:spcPct val="15000"/>
            </a:spcAft>
            <a:buClrTx/>
            <a:buSzTx/>
            <a:buFont typeface="+mj-lt"/>
            <a:buAutoNum type="arabicPeriod"/>
          </a:pPr>
          <a:r>
            <a:rPr kumimoji="0" lang="en-US" altLang="en-US" sz="1400" b="0" i="0" u="none" strike="noStrike" kern="1200" cap="none" normalizeH="0" baseline="0" dirty="0">
              <a:ln>
                <a:noFill/>
              </a:ln>
              <a:solidFill>
                <a:schemeClr val="tx1"/>
              </a:solidFill>
              <a:effectLst/>
              <a:latin typeface="Century Gothic" panose="020B0502020202020204" pitchFamily="34" charset="0"/>
            </a:rPr>
            <a:t> </a:t>
          </a:r>
          <a:r>
            <a:rPr kumimoji="0" lang="en-US" altLang="en-US" sz="1400" b="1" i="0" u="none" strike="noStrike" kern="1200" cap="none" normalizeH="0" baseline="0" dirty="0">
              <a:ln>
                <a:noFill/>
              </a:ln>
              <a:solidFill>
                <a:schemeClr val="tx1"/>
              </a:solidFill>
              <a:effectLst/>
              <a:latin typeface="Century Gothic" panose="020B0502020202020204" pitchFamily="34" charset="0"/>
            </a:rPr>
            <a:t>Repetitive Work</a:t>
          </a:r>
          <a:endParaRPr lang="en-US" sz="1400" b="1" kern="1200" dirty="0">
            <a:latin typeface="Century Gothic" panose="020B0502020202020204" pitchFamily="34" charset="0"/>
          </a:endParaRPr>
        </a:p>
        <a:p>
          <a:pPr marL="114300" lvl="1" indent="-114300" algn="l" defTabSz="622300">
            <a:lnSpc>
              <a:spcPct val="90000"/>
            </a:lnSpc>
            <a:spcBef>
              <a:spcPct val="0"/>
            </a:spcBef>
            <a:spcAft>
              <a:spcPct val="15000"/>
            </a:spcAft>
            <a:buClrTx/>
            <a:buSzTx/>
            <a:buFont typeface="+mj-lt"/>
            <a:buNone/>
          </a:pPr>
          <a:endParaRPr lang="en-US" sz="1400" b="1" kern="1200" dirty="0">
            <a:latin typeface="Century Gothic" panose="020B0502020202020204" pitchFamily="34" charset="0"/>
          </a:endParaRPr>
        </a:p>
        <a:p>
          <a:pPr marL="114300" lvl="1" indent="-114300" algn="l" defTabSz="622300">
            <a:lnSpc>
              <a:spcPct val="90000"/>
            </a:lnSpc>
            <a:spcBef>
              <a:spcPct val="0"/>
            </a:spcBef>
            <a:spcAft>
              <a:spcPct val="15000"/>
            </a:spcAft>
            <a:buClrTx/>
            <a:buSzTx/>
            <a:buFont typeface="Arial" panose="020B0604020202020204" pitchFamily="34" charset="0"/>
            <a:buChar char="•"/>
          </a:pPr>
          <a:r>
            <a:rPr kumimoji="0" lang="en-US" altLang="en-US" sz="1400" b="0" i="0" u="none" strike="noStrike" kern="1200" cap="none" normalizeH="0" baseline="0" dirty="0">
              <a:ln>
                <a:noFill/>
              </a:ln>
              <a:solidFill>
                <a:schemeClr val="tx1"/>
              </a:solidFill>
              <a:effectLst/>
              <a:latin typeface="Century Gothic" panose="020B0502020202020204" pitchFamily="34" charset="0"/>
            </a:rPr>
            <a:t>Complete the 2 exercises above into this file: </a:t>
          </a:r>
          <a:r>
            <a:rPr lang="en-US" altLang="en-US" sz="1400" b="1" kern="1200" dirty="0">
              <a:solidFill>
                <a:srgbClr val="00B0F0"/>
              </a:solidFill>
              <a:highlight>
                <a:srgbClr val="FFFF00"/>
              </a:highlight>
              <a:latin typeface="Century Gothic" panose="020B0502020202020204" pitchFamily="34" charset="0"/>
              <a:hlinkClick xmlns:r="http://schemas.openxmlformats.org/officeDocument/2006/relationships" r:id="rId1">
                <a:extLst>
                  <a:ext uri="{A12FA001-AC4F-418D-AE19-62706E023703}">
                    <ahyp:hlinkClr xmlns:ahyp="http://schemas.microsoft.com/office/drawing/2018/hyperlinkcolor" val="tx"/>
                  </a:ext>
                </a:extLst>
              </a:hlinkClick>
            </a:rPr>
            <a:t>Workbook B</a:t>
          </a:r>
          <a:endParaRPr kumimoji="0" lang="en-US" altLang="en-US" sz="1400" b="1" i="0" u="none" strike="noStrike" kern="1200" cap="none" normalizeH="0" baseline="0" dirty="0">
            <a:ln>
              <a:noFill/>
            </a:ln>
            <a:solidFill>
              <a:srgbClr val="00B0F0"/>
            </a:solidFill>
            <a:effectLst/>
            <a:highlight>
              <a:srgbClr val="FFFF00"/>
            </a:highlight>
            <a:latin typeface="Century Gothic" panose="020B0502020202020204" pitchFamily="34" charset="0"/>
          </a:endParaRPr>
        </a:p>
        <a:p>
          <a:pPr marL="114300" lvl="1" indent="-114300" algn="l" defTabSz="622300">
            <a:lnSpc>
              <a:spcPct val="90000"/>
            </a:lnSpc>
            <a:spcBef>
              <a:spcPct val="0"/>
            </a:spcBef>
            <a:spcAft>
              <a:spcPct val="15000"/>
            </a:spcAft>
            <a:buClrTx/>
            <a:buSzTx/>
            <a:buFont typeface="Arial" panose="020B0604020202020204" pitchFamily="34" charset="0"/>
            <a:buNone/>
          </a:pPr>
          <a:endParaRPr kumimoji="0" lang="en-US" altLang="en-US" sz="1400" b="1" i="0" u="none" strike="noStrike" kern="1200" cap="none" normalizeH="0" baseline="0" dirty="0">
            <a:ln>
              <a:noFill/>
            </a:ln>
            <a:solidFill>
              <a:srgbClr val="00B0F0"/>
            </a:solidFill>
            <a:effectLst/>
            <a:highlight>
              <a:srgbClr val="FFFF00"/>
            </a:highlight>
            <a:latin typeface="Century Gothic" panose="020B0502020202020204" pitchFamily="34" charset="0"/>
          </a:endParaRPr>
        </a:p>
        <a:p>
          <a:pPr marL="114300" lvl="1" indent="-114300" algn="l" defTabSz="622300">
            <a:lnSpc>
              <a:spcPct val="90000"/>
            </a:lnSpc>
            <a:spcBef>
              <a:spcPct val="0"/>
            </a:spcBef>
            <a:spcAft>
              <a:spcPct val="15000"/>
            </a:spcAft>
            <a:buClrTx/>
            <a:buSzTx/>
            <a:buFont typeface="Arial" panose="020B0604020202020204" pitchFamily="34" charset="0"/>
            <a:buChar char="•"/>
          </a:pPr>
          <a:r>
            <a:rPr kumimoji="0" lang="en-US" altLang="en-US" sz="1400" b="0" i="0" u="none" strike="noStrike" kern="1200" cap="none" normalizeH="0" baseline="0" dirty="0">
              <a:ln>
                <a:noFill/>
              </a:ln>
              <a:solidFill>
                <a:schemeClr val="tx1"/>
              </a:solidFill>
              <a:effectLst/>
              <a:latin typeface="Century Gothic" panose="020B0502020202020204" pitchFamily="34" charset="0"/>
            </a:rPr>
            <a:t>For each exercise, identify the </a:t>
          </a:r>
          <a:r>
            <a:rPr kumimoji="0" lang="en-US" altLang="en-US" sz="1400" b="1" i="0" u="none" strike="noStrike" kern="1200" cap="none" normalizeH="0" baseline="0" dirty="0">
              <a:ln>
                <a:noFill/>
              </a:ln>
              <a:solidFill>
                <a:schemeClr val="tx1"/>
              </a:solidFill>
              <a:effectLst/>
              <a:latin typeface="Century Gothic" panose="020B0502020202020204" pitchFamily="34" charset="0"/>
            </a:rPr>
            <a:t>top 1–2 priorities</a:t>
          </a:r>
          <a:r>
            <a:rPr kumimoji="0" lang="en-US" altLang="en-US" sz="1400" b="0" i="0" u="none" strike="noStrike" kern="1200" cap="none" normalizeH="0" baseline="0" dirty="0">
              <a:ln>
                <a:noFill/>
              </a:ln>
              <a:solidFill>
                <a:schemeClr val="tx1"/>
              </a:solidFill>
              <a:effectLst/>
              <a:latin typeface="Century Gothic" panose="020B0502020202020204" pitchFamily="34" charset="0"/>
            </a:rPr>
            <a:t> you want to move into development for enhancement</a:t>
          </a:r>
        </a:p>
      </dsp:txBody>
      <dsp:txXfrm>
        <a:off x="2749801" y="821623"/>
        <a:ext cx="2370077" cy="3380203"/>
      </dsp:txXfrm>
    </dsp:sp>
    <dsp:sp modelId="{E20F54C1-04EE-1647-9431-21BDECC0F07F}">
      <dsp:nvSpPr>
        <dsp:cNvPr id="0" name=""/>
        <dsp:cNvSpPr/>
      </dsp:nvSpPr>
      <dsp:spPr>
        <a:xfrm>
          <a:off x="5496398" y="31873"/>
          <a:ext cx="2962596" cy="702000"/>
        </a:xfrm>
        <a:prstGeom prst="chevron">
          <a:avLst/>
        </a:prstGeom>
        <a:solidFill>
          <a:schemeClr val="accent4">
            <a:hueOff val="-59853"/>
            <a:satOff val="0"/>
            <a:lumOff val="1686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en-US" sz="1400" b="1" kern="1200">
              <a:latin typeface="Century Gothic" panose="020B0502020202020204" pitchFamily="34" charset="0"/>
            </a:rPr>
            <a:t>By April 24th</a:t>
          </a:r>
        </a:p>
      </dsp:txBody>
      <dsp:txXfrm>
        <a:off x="5847398" y="31873"/>
        <a:ext cx="2260596" cy="702000"/>
      </dsp:txXfrm>
    </dsp:sp>
    <dsp:sp modelId="{5827CFA2-64FA-6B46-8DE0-21429121F500}">
      <dsp:nvSpPr>
        <dsp:cNvPr id="0" name=""/>
        <dsp:cNvSpPr/>
      </dsp:nvSpPr>
      <dsp:spPr>
        <a:xfrm>
          <a:off x="5496398" y="821623"/>
          <a:ext cx="2370077" cy="33802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114300" lvl="1" indent="-114300" algn="l" defTabSz="622300">
            <a:lnSpc>
              <a:spcPct val="90000"/>
            </a:lnSpc>
            <a:spcBef>
              <a:spcPct val="0"/>
            </a:spcBef>
            <a:spcAft>
              <a:spcPct val="15000"/>
            </a:spcAft>
            <a:buFont typeface="Arial" panose="020B0604020202020204" pitchFamily="34" charset="0"/>
            <a:buChar char="•"/>
          </a:pPr>
          <a:r>
            <a:rPr lang="en-US" sz="1400" b="0" i="0" kern="1200" dirty="0">
              <a:latin typeface="Century Gothic" panose="020B0502020202020204" pitchFamily="34" charset="0"/>
            </a:rPr>
            <a:t>Meet with AI Forward Engineers to </a:t>
          </a:r>
          <a:r>
            <a:rPr lang="en-US" sz="1400" b="1" i="0" kern="1200" dirty="0">
              <a:latin typeface="Century Gothic" panose="020B0502020202020204" pitchFamily="34" charset="0"/>
            </a:rPr>
            <a:t>build the top 1–2 </a:t>
          </a:r>
          <a:r>
            <a:rPr lang="en-US" sz="1400" b="0" i="0" kern="1200" dirty="0">
              <a:latin typeface="Century Gothic" panose="020B0502020202020204" pitchFamily="34" charset="0"/>
            </a:rPr>
            <a:t>AI-embedded solutions</a:t>
          </a:r>
          <a:endParaRPr lang="en-US" sz="1400" kern="1200" dirty="0">
            <a:latin typeface="Century Gothic" panose="020B0502020202020204" pitchFamily="34" charset="0"/>
          </a:endParaRPr>
        </a:p>
        <a:p>
          <a:pPr marL="114300" lvl="1" indent="-114300" algn="l" defTabSz="622300">
            <a:lnSpc>
              <a:spcPct val="90000"/>
            </a:lnSpc>
            <a:spcBef>
              <a:spcPct val="0"/>
            </a:spcBef>
            <a:spcAft>
              <a:spcPct val="15000"/>
            </a:spcAft>
            <a:buFont typeface="Arial" panose="020B0604020202020204" pitchFamily="34" charset="0"/>
            <a:buNone/>
          </a:pPr>
          <a:endParaRPr lang="en-US" sz="1400" kern="1200" dirty="0">
            <a:latin typeface="Century Gothic" panose="020B0502020202020204" pitchFamily="34" charset="0"/>
          </a:endParaRPr>
        </a:p>
        <a:p>
          <a:pPr marL="114300" lvl="1" indent="-114300" algn="l" defTabSz="622300">
            <a:lnSpc>
              <a:spcPct val="90000"/>
            </a:lnSpc>
            <a:spcBef>
              <a:spcPct val="0"/>
            </a:spcBef>
            <a:spcAft>
              <a:spcPct val="15000"/>
            </a:spcAft>
            <a:buFont typeface="Arial" panose="020B0604020202020204" pitchFamily="34" charset="0"/>
            <a:buChar char="•"/>
          </a:pPr>
          <a:r>
            <a:rPr lang="en-US" sz="1400" b="0" i="0" kern="1200" dirty="0">
              <a:latin typeface="Century Gothic" panose="020B0502020202020204" pitchFamily="34" charset="0"/>
            </a:rPr>
            <a:t>Partner with AI Engineers to </a:t>
          </a:r>
          <a:r>
            <a:rPr lang="en-US" sz="1400" b="1" i="0" kern="1200" dirty="0">
              <a:latin typeface="Century Gothic" panose="020B0502020202020204" pitchFamily="34" charset="0"/>
            </a:rPr>
            <a:t>refine and operationalize the approach</a:t>
          </a:r>
        </a:p>
      </dsp:txBody>
      <dsp:txXfrm>
        <a:off x="5496398" y="821623"/>
        <a:ext cx="2370077" cy="3380203"/>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B2ED6D1-07B9-0A42-A27C-34D814EA2DC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D951DB9-4CB8-2741-8664-70D4FFAC02A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DA0D1C6-B41D-4148-AA5A-BA40E51CC204}" type="datetimeFigureOut">
              <a:rPr lang="en-US" smtClean="0"/>
              <a:t>3/16/26</a:t>
            </a:fld>
            <a:endParaRPr lang="en-US"/>
          </a:p>
        </p:txBody>
      </p:sp>
      <p:sp>
        <p:nvSpPr>
          <p:cNvPr id="4" name="Footer Placeholder 3">
            <a:extLst>
              <a:ext uri="{FF2B5EF4-FFF2-40B4-BE49-F238E27FC236}">
                <a16:creationId xmlns:a16="http://schemas.microsoft.com/office/drawing/2014/main" id="{E7C876BD-6035-8747-A207-EBA3847C7A5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3AC1351-4D53-9D4D-AB8D-BC94A1FBA2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C03659A-8A94-9E4F-9C14-A28B34B02048}" type="slidenum">
              <a:rPr lang="en-US" smtClean="0"/>
              <a:t>‹#›</a:t>
            </a:fld>
            <a:endParaRPr lang="en-US"/>
          </a:p>
        </p:txBody>
      </p:sp>
    </p:spTree>
    <p:extLst>
      <p:ext uri="{BB962C8B-B14F-4D97-AF65-F5344CB8AC3E}">
        <p14:creationId xmlns:p14="http://schemas.microsoft.com/office/powerpoint/2010/main" val="320648876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F8AA97-E068-7A42-802E-2E600B147BB0}" type="datetimeFigureOut">
              <a:rPr lang="en-US" smtClean="0"/>
              <a:t>3/16/26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1B1CE9-2D24-3244-9893-CE744E9841FC}" type="slidenum">
              <a:rPr lang="en-US" smtClean="0"/>
              <a:t>‹#›</a:t>
            </a:fld>
            <a:endParaRPr lang="en-US"/>
          </a:p>
        </p:txBody>
      </p:sp>
    </p:spTree>
    <p:extLst>
      <p:ext uri="{BB962C8B-B14F-4D97-AF65-F5344CB8AC3E}">
        <p14:creationId xmlns:p14="http://schemas.microsoft.com/office/powerpoint/2010/main" val="5307487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31B1CE9-2D24-3244-9893-CE744E9841FC}" type="slidenum">
              <a:rPr lang="en-US" smtClean="0"/>
              <a:t>1</a:t>
            </a:fld>
            <a:endParaRPr lang="en-US"/>
          </a:p>
        </p:txBody>
      </p:sp>
    </p:spTree>
    <p:extLst>
      <p:ext uri="{BB962C8B-B14F-4D97-AF65-F5344CB8AC3E}">
        <p14:creationId xmlns:p14="http://schemas.microsoft.com/office/powerpoint/2010/main" val="5008317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70421-2A17-B126-D90D-BC8601C864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4109E0-87F3-07B6-835C-72F57CE1D42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EA9D823-2F80-FE78-473B-0060FB7716C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257D926-06A3-E781-99E0-8FB795B49A0A}"/>
              </a:ext>
            </a:extLst>
          </p:cNvPr>
          <p:cNvSpPr>
            <a:spLocks noGrp="1"/>
          </p:cNvSpPr>
          <p:nvPr>
            <p:ph type="sldNum" sz="quarter" idx="5"/>
          </p:nvPr>
        </p:nvSpPr>
        <p:spPr/>
        <p:txBody>
          <a:bodyPr/>
          <a:lstStyle/>
          <a:p>
            <a:fld id="{A31B1CE9-2D24-3244-9893-CE744E9841FC}" type="slidenum">
              <a:rPr lang="en-US" smtClean="0"/>
              <a:t>8</a:t>
            </a:fld>
            <a:endParaRPr lang="en-US"/>
          </a:p>
        </p:txBody>
      </p:sp>
    </p:spTree>
    <p:extLst>
      <p:ext uri="{BB962C8B-B14F-4D97-AF65-F5344CB8AC3E}">
        <p14:creationId xmlns:p14="http://schemas.microsoft.com/office/powerpoint/2010/main" val="18315586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70421-2A17-B126-D90D-BC8601C864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4109E0-87F3-07B6-835C-72F57CE1D42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EA9D823-2F80-FE78-473B-0060FB7716C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257D926-06A3-E781-99E0-8FB795B49A0A}"/>
              </a:ext>
            </a:extLst>
          </p:cNvPr>
          <p:cNvSpPr>
            <a:spLocks noGrp="1"/>
          </p:cNvSpPr>
          <p:nvPr>
            <p:ph type="sldNum" sz="quarter" idx="5"/>
          </p:nvPr>
        </p:nvSpPr>
        <p:spPr/>
        <p:txBody>
          <a:bodyPr/>
          <a:lstStyle/>
          <a:p>
            <a:fld id="{A31B1CE9-2D24-3244-9893-CE744E9841FC}" type="slidenum">
              <a:rPr lang="en-US" smtClean="0"/>
              <a:t>9</a:t>
            </a:fld>
            <a:endParaRPr lang="en-US"/>
          </a:p>
        </p:txBody>
      </p:sp>
    </p:spTree>
    <p:extLst>
      <p:ext uri="{BB962C8B-B14F-4D97-AF65-F5344CB8AC3E}">
        <p14:creationId xmlns:p14="http://schemas.microsoft.com/office/powerpoint/2010/main" val="183155866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jp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5.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jpe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5.sv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svg"/><Relationship Id="rId2" Type="http://schemas.openxmlformats.org/officeDocument/2006/relationships/image" Target="../media/image6.jpeg"/><Relationship Id="rId1" Type="http://schemas.openxmlformats.org/officeDocument/2006/relationships/slideMaster" Target="../slideMasters/slideMaster1.xml"/><Relationship Id="rId6" Type="http://schemas.openxmlformats.org/officeDocument/2006/relationships/image" Target="../media/image14.sv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s>
</file>

<file path=ppt/slideLayouts/_rels/slideLayout33.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svg"/><Relationship Id="rId2" Type="http://schemas.openxmlformats.org/officeDocument/2006/relationships/image" Target="../media/image10.jpeg"/><Relationship Id="rId1" Type="http://schemas.openxmlformats.org/officeDocument/2006/relationships/slideMaster" Target="../slideMasters/slideMaster1.xml"/><Relationship Id="rId6" Type="http://schemas.openxmlformats.org/officeDocument/2006/relationships/image" Target="../media/image14.sv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hyperlink" Target="https://www.linkedin.com/company/capco" TargetMode="External"/><Relationship Id="rId18" Type="http://schemas.openxmlformats.org/officeDocument/2006/relationships/image" Target="../media/image32.svg"/><Relationship Id="rId3" Type="http://schemas.openxmlformats.org/officeDocument/2006/relationships/image" Target="../media/image22.svg"/><Relationship Id="rId7" Type="http://schemas.openxmlformats.org/officeDocument/2006/relationships/hyperlink" Target="https://www.youtube.com/capco_global" TargetMode="External"/><Relationship Id="rId12" Type="http://schemas.openxmlformats.org/officeDocument/2006/relationships/image" Target="../media/image28.svg"/><Relationship Id="rId17" Type="http://schemas.openxmlformats.org/officeDocument/2006/relationships/image" Target="../media/image31.png"/><Relationship Id="rId2" Type="http://schemas.openxmlformats.org/officeDocument/2006/relationships/image" Target="../media/image21.png"/><Relationship Id="rId16" Type="http://schemas.openxmlformats.org/officeDocument/2006/relationships/hyperlink" Target="https://www.capco.com/" TargetMode="External"/><Relationship Id="rId1" Type="http://schemas.openxmlformats.org/officeDocument/2006/relationships/slideMaster" Target="../slideMasters/slideMaster1.xml"/><Relationship Id="rId6" Type="http://schemas.openxmlformats.org/officeDocument/2006/relationships/image" Target="../media/image24.svg"/><Relationship Id="rId11" Type="http://schemas.openxmlformats.org/officeDocument/2006/relationships/image" Target="../media/image27.png"/><Relationship Id="rId5" Type="http://schemas.openxmlformats.org/officeDocument/2006/relationships/image" Target="../media/image23.png"/><Relationship Id="rId15" Type="http://schemas.openxmlformats.org/officeDocument/2006/relationships/image" Target="../media/image30.svg"/><Relationship Id="rId10" Type="http://schemas.openxmlformats.org/officeDocument/2006/relationships/hyperlink" Target="https://www.instagram.com/lifeatcapco/" TargetMode="External"/><Relationship Id="rId19" Type="http://schemas.openxmlformats.org/officeDocument/2006/relationships/hyperlink" Target="http://www.capco.com/" TargetMode="External"/><Relationship Id="rId4" Type="http://schemas.openxmlformats.org/officeDocument/2006/relationships/hyperlink" Target="https://www.facebook.com/capcoglobal" TargetMode="External"/><Relationship Id="rId9" Type="http://schemas.openxmlformats.org/officeDocument/2006/relationships/image" Target="../media/image26.svg"/><Relationship Id="rId14" Type="http://schemas.openxmlformats.org/officeDocument/2006/relationships/image" Target="../media/image29.png"/></Relationships>
</file>

<file path=ppt/slideLayouts/_rels/slideLayout37.xml.rels><?xml version="1.0" encoding="UTF-8" standalone="yes"?>
<Relationships xmlns="http://schemas.openxmlformats.org/package/2006/relationships"><Relationship Id="rId8" Type="http://schemas.openxmlformats.org/officeDocument/2006/relationships/hyperlink" Target="https://www.youtube.com/capco_global" TargetMode="External"/><Relationship Id="rId13" Type="http://schemas.openxmlformats.org/officeDocument/2006/relationships/image" Target="../media/image28.svg"/><Relationship Id="rId18" Type="http://schemas.openxmlformats.org/officeDocument/2006/relationships/image" Target="../media/image35.png"/><Relationship Id="rId3" Type="http://schemas.openxmlformats.org/officeDocument/2006/relationships/image" Target="../media/image34.svg"/><Relationship Id="rId7" Type="http://schemas.openxmlformats.org/officeDocument/2006/relationships/image" Target="../media/image24.svg"/><Relationship Id="rId12" Type="http://schemas.openxmlformats.org/officeDocument/2006/relationships/image" Target="../media/image27.png"/><Relationship Id="rId17" Type="http://schemas.openxmlformats.org/officeDocument/2006/relationships/hyperlink" Target="https://www.capco.com/" TargetMode="External"/><Relationship Id="rId2" Type="http://schemas.openxmlformats.org/officeDocument/2006/relationships/image" Target="../media/image33.png"/><Relationship Id="rId16" Type="http://schemas.openxmlformats.org/officeDocument/2006/relationships/image" Target="../media/image30.svg"/><Relationship Id="rId1" Type="http://schemas.openxmlformats.org/officeDocument/2006/relationships/slideMaster" Target="../slideMasters/slideMaster1.xml"/><Relationship Id="rId6" Type="http://schemas.openxmlformats.org/officeDocument/2006/relationships/image" Target="../media/image23.png"/><Relationship Id="rId11" Type="http://schemas.openxmlformats.org/officeDocument/2006/relationships/hyperlink" Target="https://www.instagram.com/lifeatcapco/" TargetMode="External"/><Relationship Id="rId5" Type="http://schemas.openxmlformats.org/officeDocument/2006/relationships/hyperlink" Target="https://www.facebook.com/capcoglobal" TargetMode="External"/><Relationship Id="rId15" Type="http://schemas.openxmlformats.org/officeDocument/2006/relationships/image" Target="../media/image29.png"/><Relationship Id="rId10" Type="http://schemas.openxmlformats.org/officeDocument/2006/relationships/image" Target="../media/image26.svg"/><Relationship Id="rId19" Type="http://schemas.openxmlformats.org/officeDocument/2006/relationships/image" Target="../media/image36.svg"/><Relationship Id="rId4" Type="http://schemas.openxmlformats.org/officeDocument/2006/relationships/hyperlink" Target="http://www.capco.com/" TargetMode="External"/><Relationship Id="rId9" Type="http://schemas.openxmlformats.org/officeDocument/2006/relationships/image" Target="../media/image25.png"/><Relationship Id="rId14" Type="http://schemas.openxmlformats.org/officeDocument/2006/relationships/hyperlink" Target="https://www.linkedin.com/company/capco" TargetMode="External"/></Relationships>
</file>

<file path=ppt/slideLayouts/_rels/slideLayout38.xml.rels><?xml version="1.0" encoding="UTF-8" standalone="yes"?>
<Relationships xmlns="http://schemas.openxmlformats.org/package/2006/relationships"><Relationship Id="rId8" Type="http://schemas.openxmlformats.org/officeDocument/2006/relationships/image" Target="../media/image24.svg"/><Relationship Id="rId13" Type="http://schemas.openxmlformats.org/officeDocument/2006/relationships/image" Target="../media/image27.png"/><Relationship Id="rId18" Type="http://schemas.openxmlformats.org/officeDocument/2006/relationships/hyperlink" Target="https://www.capco.com/" TargetMode="External"/><Relationship Id="rId3" Type="http://schemas.openxmlformats.org/officeDocument/2006/relationships/image" Target="../media/image21.png"/><Relationship Id="rId7" Type="http://schemas.openxmlformats.org/officeDocument/2006/relationships/image" Target="../media/image23.png"/><Relationship Id="rId12" Type="http://schemas.openxmlformats.org/officeDocument/2006/relationships/hyperlink" Target="https://www.instagram.com/lifeatcapco/" TargetMode="External"/><Relationship Id="rId17" Type="http://schemas.openxmlformats.org/officeDocument/2006/relationships/image" Target="../media/image30.svg"/><Relationship Id="rId2" Type="http://schemas.openxmlformats.org/officeDocument/2006/relationships/image" Target="../media/image6.jpeg"/><Relationship Id="rId16" Type="http://schemas.openxmlformats.org/officeDocument/2006/relationships/image" Target="../media/image29.png"/><Relationship Id="rId20" Type="http://schemas.openxmlformats.org/officeDocument/2006/relationships/image" Target="../media/image32.svg"/><Relationship Id="rId1" Type="http://schemas.openxmlformats.org/officeDocument/2006/relationships/slideMaster" Target="../slideMasters/slideMaster1.xml"/><Relationship Id="rId6" Type="http://schemas.openxmlformats.org/officeDocument/2006/relationships/hyperlink" Target="https://www.facebook.com/capcoglobal" TargetMode="External"/><Relationship Id="rId11" Type="http://schemas.openxmlformats.org/officeDocument/2006/relationships/image" Target="../media/image26.svg"/><Relationship Id="rId5" Type="http://schemas.openxmlformats.org/officeDocument/2006/relationships/hyperlink" Target="http://www.capco.com/" TargetMode="External"/><Relationship Id="rId15" Type="http://schemas.openxmlformats.org/officeDocument/2006/relationships/hyperlink" Target="https://www.linkedin.com/company/capco" TargetMode="External"/><Relationship Id="rId10" Type="http://schemas.openxmlformats.org/officeDocument/2006/relationships/image" Target="../media/image25.png"/><Relationship Id="rId19" Type="http://schemas.openxmlformats.org/officeDocument/2006/relationships/image" Target="../media/image31.png"/><Relationship Id="rId4" Type="http://schemas.openxmlformats.org/officeDocument/2006/relationships/image" Target="../media/image22.svg"/><Relationship Id="rId9" Type="http://schemas.openxmlformats.org/officeDocument/2006/relationships/hyperlink" Target="https://www.youtube.com/capco_global" TargetMode="External"/><Relationship Id="rId14" Type="http://schemas.openxmlformats.org/officeDocument/2006/relationships/image" Target="../media/image28.svg"/></Relationships>
</file>

<file path=ppt/slideLayouts/_rels/slideLayout39.xml.rels><?xml version="1.0" encoding="UTF-8" standalone="yes"?>
<Relationships xmlns="http://schemas.openxmlformats.org/package/2006/relationships"><Relationship Id="rId8" Type="http://schemas.openxmlformats.org/officeDocument/2006/relationships/image" Target="../media/image24.svg"/><Relationship Id="rId13" Type="http://schemas.openxmlformats.org/officeDocument/2006/relationships/image" Target="../media/image27.png"/><Relationship Id="rId18" Type="http://schemas.openxmlformats.org/officeDocument/2006/relationships/hyperlink" Target="https://www.capco.com/" TargetMode="External"/><Relationship Id="rId3" Type="http://schemas.openxmlformats.org/officeDocument/2006/relationships/image" Target="../media/image21.png"/><Relationship Id="rId7" Type="http://schemas.openxmlformats.org/officeDocument/2006/relationships/image" Target="../media/image23.png"/><Relationship Id="rId12" Type="http://schemas.openxmlformats.org/officeDocument/2006/relationships/hyperlink" Target="https://www.instagram.com/lifeatcapco/" TargetMode="External"/><Relationship Id="rId17" Type="http://schemas.openxmlformats.org/officeDocument/2006/relationships/image" Target="../media/image30.svg"/><Relationship Id="rId2" Type="http://schemas.openxmlformats.org/officeDocument/2006/relationships/image" Target="../media/image7.jpeg"/><Relationship Id="rId16" Type="http://schemas.openxmlformats.org/officeDocument/2006/relationships/image" Target="../media/image29.png"/><Relationship Id="rId20" Type="http://schemas.openxmlformats.org/officeDocument/2006/relationships/image" Target="../media/image32.svg"/><Relationship Id="rId1" Type="http://schemas.openxmlformats.org/officeDocument/2006/relationships/slideMaster" Target="../slideMasters/slideMaster1.xml"/><Relationship Id="rId6" Type="http://schemas.openxmlformats.org/officeDocument/2006/relationships/hyperlink" Target="https://www.facebook.com/capcoglobal" TargetMode="External"/><Relationship Id="rId11" Type="http://schemas.openxmlformats.org/officeDocument/2006/relationships/image" Target="../media/image26.svg"/><Relationship Id="rId5" Type="http://schemas.openxmlformats.org/officeDocument/2006/relationships/hyperlink" Target="http://www.capco.com/" TargetMode="External"/><Relationship Id="rId15" Type="http://schemas.openxmlformats.org/officeDocument/2006/relationships/hyperlink" Target="https://www.linkedin.com/company/capco" TargetMode="External"/><Relationship Id="rId10" Type="http://schemas.openxmlformats.org/officeDocument/2006/relationships/image" Target="../media/image25.png"/><Relationship Id="rId19" Type="http://schemas.openxmlformats.org/officeDocument/2006/relationships/image" Target="../media/image31.png"/><Relationship Id="rId4" Type="http://schemas.openxmlformats.org/officeDocument/2006/relationships/image" Target="../media/image22.svg"/><Relationship Id="rId9" Type="http://schemas.openxmlformats.org/officeDocument/2006/relationships/hyperlink" Target="https://www.youtube.com/capco_global" TargetMode="External"/><Relationship Id="rId14" Type="http://schemas.openxmlformats.org/officeDocument/2006/relationships/image" Target="../media/image28.svg"/></Relationships>
</file>

<file path=ppt/slideLayouts/_rels/slideLayout40.xml.rels><?xml version="1.0" encoding="UTF-8" standalone="yes"?>
<Relationships xmlns="http://schemas.openxmlformats.org/package/2006/relationships"><Relationship Id="rId8" Type="http://schemas.openxmlformats.org/officeDocument/2006/relationships/image" Target="../media/image24.svg"/><Relationship Id="rId13" Type="http://schemas.openxmlformats.org/officeDocument/2006/relationships/image" Target="../media/image27.png"/><Relationship Id="rId18" Type="http://schemas.openxmlformats.org/officeDocument/2006/relationships/hyperlink" Target="https://www.capco.com/" TargetMode="External"/><Relationship Id="rId3" Type="http://schemas.openxmlformats.org/officeDocument/2006/relationships/image" Target="../media/image33.png"/><Relationship Id="rId7" Type="http://schemas.openxmlformats.org/officeDocument/2006/relationships/image" Target="../media/image23.png"/><Relationship Id="rId12" Type="http://schemas.openxmlformats.org/officeDocument/2006/relationships/hyperlink" Target="https://www.instagram.com/lifeatcapco/" TargetMode="External"/><Relationship Id="rId17" Type="http://schemas.openxmlformats.org/officeDocument/2006/relationships/image" Target="../media/image30.svg"/><Relationship Id="rId2" Type="http://schemas.openxmlformats.org/officeDocument/2006/relationships/image" Target="../media/image8.jpg"/><Relationship Id="rId16" Type="http://schemas.openxmlformats.org/officeDocument/2006/relationships/image" Target="../media/image29.png"/><Relationship Id="rId20" Type="http://schemas.openxmlformats.org/officeDocument/2006/relationships/image" Target="../media/image36.svg"/><Relationship Id="rId1" Type="http://schemas.openxmlformats.org/officeDocument/2006/relationships/slideMaster" Target="../slideMasters/slideMaster1.xml"/><Relationship Id="rId6" Type="http://schemas.openxmlformats.org/officeDocument/2006/relationships/hyperlink" Target="https://www.facebook.com/capcoglobal" TargetMode="External"/><Relationship Id="rId11" Type="http://schemas.openxmlformats.org/officeDocument/2006/relationships/image" Target="../media/image26.svg"/><Relationship Id="rId5" Type="http://schemas.openxmlformats.org/officeDocument/2006/relationships/hyperlink" Target="http://www.capco.com/" TargetMode="External"/><Relationship Id="rId15" Type="http://schemas.openxmlformats.org/officeDocument/2006/relationships/hyperlink" Target="https://www.linkedin.com/company/capco" TargetMode="External"/><Relationship Id="rId10" Type="http://schemas.openxmlformats.org/officeDocument/2006/relationships/image" Target="../media/image25.png"/><Relationship Id="rId19" Type="http://schemas.openxmlformats.org/officeDocument/2006/relationships/image" Target="../media/image35.png"/><Relationship Id="rId4" Type="http://schemas.openxmlformats.org/officeDocument/2006/relationships/image" Target="../media/image34.svg"/><Relationship Id="rId9" Type="http://schemas.openxmlformats.org/officeDocument/2006/relationships/hyperlink" Target="https://www.youtube.com/capco_global" TargetMode="External"/><Relationship Id="rId14" Type="http://schemas.openxmlformats.org/officeDocument/2006/relationships/image" Target="../media/image28.svg"/></Relationships>
</file>

<file path=ppt/slideLayouts/_rels/slideLayout41.xml.rels><?xml version="1.0" encoding="UTF-8" standalone="yes"?>
<Relationships xmlns="http://schemas.openxmlformats.org/package/2006/relationships"><Relationship Id="rId8" Type="http://schemas.openxmlformats.org/officeDocument/2006/relationships/image" Target="../media/image24.svg"/><Relationship Id="rId13" Type="http://schemas.openxmlformats.org/officeDocument/2006/relationships/image" Target="../media/image27.png"/><Relationship Id="rId18" Type="http://schemas.openxmlformats.org/officeDocument/2006/relationships/hyperlink" Target="https://www.capco.com/" TargetMode="External"/><Relationship Id="rId3" Type="http://schemas.openxmlformats.org/officeDocument/2006/relationships/image" Target="../media/image33.png"/><Relationship Id="rId7" Type="http://schemas.openxmlformats.org/officeDocument/2006/relationships/image" Target="../media/image23.png"/><Relationship Id="rId12" Type="http://schemas.openxmlformats.org/officeDocument/2006/relationships/hyperlink" Target="https://www.instagram.com/lifeatcapco/" TargetMode="External"/><Relationship Id="rId17" Type="http://schemas.openxmlformats.org/officeDocument/2006/relationships/image" Target="../media/image30.svg"/><Relationship Id="rId2" Type="http://schemas.openxmlformats.org/officeDocument/2006/relationships/image" Target="../media/image9.jpeg"/><Relationship Id="rId16" Type="http://schemas.openxmlformats.org/officeDocument/2006/relationships/image" Target="../media/image29.png"/><Relationship Id="rId20" Type="http://schemas.openxmlformats.org/officeDocument/2006/relationships/image" Target="../media/image36.svg"/><Relationship Id="rId1" Type="http://schemas.openxmlformats.org/officeDocument/2006/relationships/slideMaster" Target="../slideMasters/slideMaster1.xml"/><Relationship Id="rId6" Type="http://schemas.openxmlformats.org/officeDocument/2006/relationships/hyperlink" Target="https://www.facebook.com/capcoglobal" TargetMode="External"/><Relationship Id="rId11" Type="http://schemas.openxmlformats.org/officeDocument/2006/relationships/image" Target="../media/image26.svg"/><Relationship Id="rId5" Type="http://schemas.openxmlformats.org/officeDocument/2006/relationships/hyperlink" Target="http://www.capco.com/" TargetMode="External"/><Relationship Id="rId15" Type="http://schemas.openxmlformats.org/officeDocument/2006/relationships/hyperlink" Target="https://www.linkedin.com/company/capco" TargetMode="External"/><Relationship Id="rId10" Type="http://schemas.openxmlformats.org/officeDocument/2006/relationships/image" Target="../media/image25.png"/><Relationship Id="rId19" Type="http://schemas.openxmlformats.org/officeDocument/2006/relationships/image" Target="../media/image35.png"/><Relationship Id="rId4" Type="http://schemas.openxmlformats.org/officeDocument/2006/relationships/image" Target="../media/image34.svg"/><Relationship Id="rId9" Type="http://schemas.openxmlformats.org/officeDocument/2006/relationships/hyperlink" Target="https://www.youtube.com/capco_global" TargetMode="External"/><Relationship Id="rId14" Type="http://schemas.openxmlformats.org/officeDocument/2006/relationships/image" Target="../media/image28.svg"/></Relationships>
</file>

<file path=ppt/slideLayouts/_rels/slideLayout42.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hyperlink" Target="https://www.linkedin.com/company/capco" TargetMode="External"/><Relationship Id="rId18" Type="http://schemas.openxmlformats.org/officeDocument/2006/relationships/image" Target="../media/image32.svg"/><Relationship Id="rId3" Type="http://schemas.openxmlformats.org/officeDocument/2006/relationships/image" Target="../media/image22.svg"/><Relationship Id="rId7" Type="http://schemas.openxmlformats.org/officeDocument/2006/relationships/hyperlink" Target="https://www.youtube.com/capco_global" TargetMode="External"/><Relationship Id="rId12" Type="http://schemas.openxmlformats.org/officeDocument/2006/relationships/image" Target="../media/image28.svg"/><Relationship Id="rId17" Type="http://schemas.openxmlformats.org/officeDocument/2006/relationships/image" Target="../media/image31.png"/><Relationship Id="rId2" Type="http://schemas.openxmlformats.org/officeDocument/2006/relationships/image" Target="../media/image21.png"/><Relationship Id="rId16" Type="http://schemas.openxmlformats.org/officeDocument/2006/relationships/hyperlink" Target="https://www.capco.com/" TargetMode="External"/><Relationship Id="rId1" Type="http://schemas.openxmlformats.org/officeDocument/2006/relationships/slideMaster" Target="../slideMasters/slideMaster1.xml"/><Relationship Id="rId6" Type="http://schemas.openxmlformats.org/officeDocument/2006/relationships/image" Target="../media/image24.svg"/><Relationship Id="rId11" Type="http://schemas.openxmlformats.org/officeDocument/2006/relationships/image" Target="../media/image27.png"/><Relationship Id="rId5" Type="http://schemas.openxmlformats.org/officeDocument/2006/relationships/image" Target="../media/image23.png"/><Relationship Id="rId15" Type="http://schemas.openxmlformats.org/officeDocument/2006/relationships/image" Target="../media/image30.svg"/><Relationship Id="rId10" Type="http://schemas.openxmlformats.org/officeDocument/2006/relationships/hyperlink" Target="https://www.instagram.com/lifeatcapco/" TargetMode="External"/><Relationship Id="rId4" Type="http://schemas.openxmlformats.org/officeDocument/2006/relationships/hyperlink" Target="https://www.facebook.com/capcoglobal" TargetMode="External"/><Relationship Id="rId9" Type="http://schemas.openxmlformats.org/officeDocument/2006/relationships/image" Target="../media/image26.svg"/><Relationship Id="rId14" Type="http://schemas.openxmlformats.org/officeDocument/2006/relationships/image" Target="../media/image29.png"/></Relationships>
</file>

<file path=ppt/slideLayouts/_rels/slideLayout43.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hyperlink" Target="https://www.linkedin.com/company/capco" TargetMode="External"/><Relationship Id="rId18" Type="http://schemas.openxmlformats.org/officeDocument/2006/relationships/image" Target="../media/image36.svg"/><Relationship Id="rId3" Type="http://schemas.openxmlformats.org/officeDocument/2006/relationships/image" Target="../media/image34.svg"/><Relationship Id="rId7" Type="http://schemas.openxmlformats.org/officeDocument/2006/relationships/hyperlink" Target="https://www.youtube.com/capco_global" TargetMode="External"/><Relationship Id="rId12" Type="http://schemas.openxmlformats.org/officeDocument/2006/relationships/image" Target="../media/image28.svg"/><Relationship Id="rId17" Type="http://schemas.openxmlformats.org/officeDocument/2006/relationships/image" Target="../media/image35.png"/><Relationship Id="rId2" Type="http://schemas.openxmlformats.org/officeDocument/2006/relationships/image" Target="../media/image33.png"/><Relationship Id="rId16" Type="http://schemas.openxmlformats.org/officeDocument/2006/relationships/hyperlink" Target="https://www.capco.com/" TargetMode="External"/><Relationship Id="rId1" Type="http://schemas.openxmlformats.org/officeDocument/2006/relationships/slideMaster" Target="../slideMasters/slideMaster1.xml"/><Relationship Id="rId6" Type="http://schemas.openxmlformats.org/officeDocument/2006/relationships/image" Target="../media/image24.svg"/><Relationship Id="rId11" Type="http://schemas.openxmlformats.org/officeDocument/2006/relationships/image" Target="../media/image27.png"/><Relationship Id="rId5" Type="http://schemas.openxmlformats.org/officeDocument/2006/relationships/image" Target="../media/image23.png"/><Relationship Id="rId15" Type="http://schemas.openxmlformats.org/officeDocument/2006/relationships/image" Target="../media/image30.svg"/><Relationship Id="rId10" Type="http://schemas.openxmlformats.org/officeDocument/2006/relationships/hyperlink" Target="https://www.instagram.com/lifeatcapco/" TargetMode="External"/><Relationship Id="rId4" Type="http://schemas.openxmlformats.org/officeDocument/2006/relationships/hyperlink" Target="https://www.facebook.com/capcoglobal" TargetMode="External"/><Relationship Id="rId9" Type="http://schemas.openxmlformats.org/officeDocument/2006/relationships/image" Target="../media/image26.svg"/><Relationship Id="rId14" Type="http://schemas.openxmlformats.org/officeDocument/2006/relationships/image" Target="../media/image29.png"/></Relationships>
</file>

<file path=ppt/slideLayouts/_rels/slideLayout44.xml.rels><?xml version="1.0" encoding="UTF-8" standalone="yes"?>
<Relationships xmlns="http://schemas.openxmlformats.org/package/2006/relationships"><Relationship Id="rId8" Type="http://schemas.openxmlformats.org/officeDocument/2006/relationships/hyperlink" Target="https://www.youtube.com/capco_global" TargetMode="External"/><Relationship Id="rId13" Type="http://schemas.openxmlformats.org/officeDocument/2006/relationships/image" Target="../media/image28.svg"/><Relationship Id="rId18" Type="http://schemas.openxmlformats.org/officeDocument/2006/relationships/image" Target="../media/image31.png"/><Relationship Id="rId3" Type="http://schemas.openxmlformats.org/officeDocument/2006/relationships/image" Target="../media/image21.png"/><Relationship Id="rId7" Type="http://schemas.openxmlformats.org/officeDocument/2006/relationships/image" Target="../media/image24.svg"/><Relationship Id="rId12" Type="http://schemas.openxmlformats.org/officeDocument/2006/relationships/image" Target="../media/image27.png"/><Relationship Id="rId17" Type="http://schemas.openxmlformats.org/officeDocument/2006/relationships/hyperlink" Target="https://www.capco.com/" TargetMode="External"/><Relationship Id="rId2" Type="http://schemas.openxmlformats.org/officeDocument/2006/relationships/image" Target="../media/image6.jpeg"/><Relationship Id="rId16" Type="http://schemas.openxmlformats.org/officeDocument/2006/relationships/image" Target="../media/image30.svg"/><Relationship Id="rId1" Type="http://schemas.openxmlformats.org/officeDocument/2006/relationships/slideMaster" Target="../slideMasters/slideMaster1.xml"/><Relationship Id="rId6" Type="http://schemas.openxmlformats.org/officeDocument/2006/relationships/image" Target="../media/image23.png"/><Relationship Id="rId11" Type="http://schemas.openxmlformats.org/officeDocument/2006/relationships/hyperlink" Target="https://www.instagram.com/lifeatcapco/" TargetMode="External"/><Relationship Id="rId5" Type="http://schemas.openxmlformats.org/officeDocument/2006/relationships/hyperlink" Target="https://www.facebook.com/capcoglobal" TargetMode="External"/><Relationship Id="rId15" Type="http://schemas.openxmlformats.org/officeDocument/2006/relationships/image" Target="../media/image29.png"/><Relationship Id="rId10" Type="http://schemas.openxmlformats.org/officeDocument/2006/relationships/image" Target="../media/image26.svg"/><Relationship Id="rId19" Type="http://schemas.openxmlformats.org/officeDocument/2006/relationships/image" Target="../media/image32.svg"/><Relationship Id="rId4" Type="http://schemas.openxmlformats.org/officeDocument/2006/relationships/image" Target="../media/image22.svg"/><Relationship Id="rId9" Type="http://schemas.openxmlformats.org/officeDocument/2006/relationships/image" Target="../media/image25.png"/><Relationship Id="rId14" Type="http://schemas.openxmlformats.org/officeDocument/2006/relationships/hyperlink" Target="https://www.linkedin.com/company/capco" TargetMode="External"/></Relationships>
</file>

<file path=ppt/slideLayouts/_rels/slideLayout45.xml.rels><?xml version="1.0" encoding="UTF-8" standalone="yes"?>
<Relationships xmlns="http://schemas.openxmlformats.org/package/2006/relationships"><Relationship Id="rId8" Type="http://schemas.openxmlformats.org/officeDocument/2006/relationships/hyperlink" Target="https://www.youtube.com/capco_global" TargetMode="External"/><Relationship Id="rId13" Type="http://schemas.openxmlformats.org/officeDocument/2006/relationships/image" Target="../media/image28.svg"/><Relationship Id="rId18" Type="http://schemas.openxmlformats.org/officeDocument/2006/relationships/image" Target="../media/image31.png"/><Relationship Id="rId3" Type="http://schemas.openxmlformats.org/officeDocument/2006/relationships/image" Target="../media/image21.png"/><Relationship Id="rId7" Type="http://schemas.openxmlformats.org/officeDocument/2006/relationships/image" Target="../media/image24.svg"/><Relationship Id="rId12" Type="http://schemas.openxmlformats.org/officeDocument/2006/relationships/image" Target="../media/image27.png"/><Relationship Id="rId17" Type="http://schemas.openxmlformats.org/officeDocument/2006/relationships/hyperlink" Target="https://www.capco.com/" TargetMode="External"/><Relationship Id="rId2" Type="http://schemas.openxmlformats.org/officeDocument/2006/relationships/image" Target="../media/image7.jpeg"/><Relationship Id="rId16" Type="http://schemas.openxmlformats.org/officeDocument/2006/relationships/image" Target="../media/image30.svg"/><Relationship Id="rId1" Type="http://schemas.openxmlformats.org/officeDocument/2006/relationships/slideMaster" Target="../slideMasters/slideMaster1.xml"/><Relationship Id="rId6" Type="http://schemas.openxmlformats.org/officeDocument/2006/relationships/image" Target="../media/image23.png"/><Relationship Id="rId11" Type="http://schemas.openxmlformats.org/officeDocument/2006/relationships/hyperlink" Target="https://www.instagram.com/lifeatcapco/" TargetMode="External"/><Relationship Id="rId5" Type="http://schemas.openxmlformats.org/officeDocument/2006/relationships/hyperlink" Target="https://www.facebook.com/capcoglobal" TargetMode="External"/><Relationship Id="rId15" Type="http://schemas.openxmlformats.org/officeDocument/2006/relationships/image" Target="../media/image29.png"/><Relationship Id="rId10" Type="http://schemas.openxmlformats.org/officeDocument/2006/relationships/image" Target="../media/image26.svg"/><Relationship Id="rId19" Type="http://schemas.openxmlformats.org/officeDocument/2006/relationships/image" Target="../media/image32.svg"/><Relationship Id="rId4" Type="http://schemas.openxmlformats.org/officeDocument/2006/relationships/image" Target="../media/image22.svg"/><Relationship Id="rId9" Type="http://schemas.openxmlformats.org/officeDocument/2006/relationships/image" Target="../media/image25.png"/><Relationship Id="rId14" Type="http://schemas.openxmlformats.org/officeDocument/2006/relationships/hyperlink" Target="https://www.linkedin.com/company/capco" TargetMode="External"/></Relationships>
</file>

<file path=ppt/slideLayouts/_rels/slideLayout46.xml.rels><?xml version="1.0" encoding="UTF-8" standalone="yes"?>
<Relationships xmlns="http://schemas.openxmlformats.org/package/2006/relationships"><Relationship Id="rId8" Type="http://schemas.openxmlformats.org/officeDocument/2006/relationships/hyperlink" Target="https://www.youtube.com/capco_global" TargetMode="External"/><Relationship Id="rId13" Type="http://schemas.openxmlformats.org/officeDocument/2006/relationships/image" Target="../media/image28.svg"/><Relationship Id="rId18" Type="http://schemas.openxmlformats.org/officeDocument/2006/relationships/image" Target="../media/image35.png"/><Relationship Id="rId3" Type="http://schemas.openxmlformats.org/officeDocument/2006/relationships/image" Target="../media/image33.png"/><Relationship Id="rId7" Type="http://schemas.openxmlformats.org/officeDocument/2006/relationships/image" Target="../media/image24.svg"/><Relationship Id="rId12" Type="http://schemas.openxmlformats.org/officeDocument/2006/relationships/image" Target="../media/image27.png"/><Relationship Id="rId17" Type="http://schemas.openxmlformats.org/officeDocument/2006/relationships/hyperlink" Target="https://www.capco.com/" TargetMode="External"/><Relationship Id="rId2" Type="http://schemas.openxmlformats.org/officeDocument/2006/relationships/image" Target="../media/image8.jpg"/><Relationship Id="rId16" Type="http://schemas.openxmlformats.org/officeDocument/2006/relationships/image" Target="../media/image30.svg"/><Relationship Id="rId1" Type="http://schemas.openxmlformats.org/officeDocument/2006/relationships/slideMaster" Target="../slideMasters/slideMaster1.xml"/><Relationship Id="rId6" Type="http://schemas.openxmlformats.org/officeDocument/2006/relationships/image" Target="../media/image23.png"/><Relationship Id="rId11" Type="http://schemas.openxmlformats.org/officeDocument/2006/relationships/hyperlink" Target="https://www.instagram.com/lifeatcapco/" TargetMode="External"/><Relationship Id="rId5" Type="http://schemas.openxmlformats.org/officeDocument/2006/relationships/hyperlink" Target="https://www.facebook.com/capcoglobal" TargetMode="External"/><Relationship Id="rId15" Type="http://schemas.openxmlformats.org/officeDocument/2006/relationships/image" Target="../media/image29.png"/><Relationship Id="rId10" Type="http://schemas.openxmlformats.org/officeDocument/2006/relationships/image" Target="../media/image26.svg"/><Relationship Id="rId19" Type="http://schemas.openxmlformats.org/officeDocument/2006/relationships/image" Target="../media/image36.svg"/><Relationship Id="rId4" Type="http://schemas.openxmlformats.org/officeDocument/2006/relationships/image" Target="../media/image34.svg"/><Relationship Id="rId9" Type="http://schemas.openxmlformats.org/officeDocument/2006/relationships/image" Target="../media/image25.png"/><Relationship Id="rId14" Type="http://schemas.openxmlformats.org/officeDocument/2006/relationships/hyperlink" Target="https://www.linkedin.com/company/capco" TargetMode="External"/></Relationships>
</file>

<file path=ppt/slideLayouts/_rels/slideLayout47.xml.rels><?xml version="1.0" encoding="UTF-8" standalone="yes"?>
<Relationships xmlns="http://schemas.openxmlformats.org/package/2006/relationships"><Relationship Id="rId8" Type="http://schemas.openxmlformats.org/officeDocument/2006/relationships/hyperlink" Target="https://www.youtube.com/capco_global" TargetMode="External"/><Relationship Id="rId13" Type="http://schemas.openxmlformats.org/officeDocument/2006/relationships/image" Target="../media/image28.svg"/><Relationship Id="rId18" Type="http://schemas.openxmlformats.org/officeDocument/2006/relationships/image" Target="../media/image35.png"/><Relationship Id="rId3" Type="http://schemas.openxmlformats.org/officeDocument/2006/relationships/image" Target="../media/image33.png"/><Relationship Id="rId7" Type="http://schemas.openxmlformats.org/officeDocument/2006/relationships/image" Target="../media/image24.svg"/><Relationship Id="rId12" Type="http://schemas.openxmlformats.org/officeDocument/2006/relationships/image" Target="../media/image27.png"/><Relationship Id="rId17" Type="http://schemas.openxmlformats.org/officeDocument/2006/relationships/hyperlink" Target="https://www.capco.com/" TargetMode="External"/><Relationship Id="rId2" Type="http://schemas.openxmlformats.org/officeDocument/2006/relationships/image" Target="../media/image9.jpeg"/><Relationship Id="rId16" Type="http://schemas.openxmlformats.org/officeDocument/2006/relationships/image" Target="../media/image30.svg"/><Relationship Id="rId1" Type="http://schemas.openxmlformats.org/officeDocument/2006/relationships/slideMaster" Target="../slideMasters/slideMaster1.xml"/><Relationship Id="rId6" Type="http://schemas.openxmlformats.org/officeDocument/2006/relationships/image" Target="../media/image23.png"/><Relationship Id="rId11" Type="http://schemas.openxmlformats.org/officeDocument/2006/relationships/hyperlink" Target="https://www.instagram.com/lifeatcapco/" TargetMode="External"/><Relationship Id="rId5" Type="http://schemas.openxmlformats.org/officeDocument/2006/relationships/hyperlink" Target="https://www.facebook.com/capcoglobal" TargetMode="External"/><Relationship Id="rId15" Type="http://schemas.openxmlformats.org/officeDocument/2006/relationships/image" Target="../media/image29.png"/><Relationship Id="rId10" Type="http://schemas.openxmlformats.org/officeDocument/2006/relationships/image" Target="../media/image26.svg"/><Relationship Id="rId19" Type="http://schemas.openxmlformats.org/officeDocument/2006/relationships/image" Target="../media/image36.svg"/><Relationship Id="rId4" Type="http://schemas.openxmlformats.org/officeDocument/2006/relationships/image" Target="../media/image34.svg"/><Relationship Id="rId9" Type="http://schemas.openxmlformats.org/officeDocument/2006/relationships/image" Target="../media/image25.png"/><Relationship Id="rId14" Type="http://schemas.openxmlformats.org/officeDocument/2006/relationships/hyperlink" Target="https://www.linkedin.com/company/capco" TargetMode="Externa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1">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73EFA89F-1975-4B07-89C5-B31C56C1BA44}"/>
              </a:ext>
              <a:ext uri="{C183D7F6-B498-43B3-948B-1728B52AA6E4}">
                <adec:decorative xmlns:adec="http://schemas.microsoft.com/office/drawing/2017/decorative" val="1"/>
              </a:ext>
            </a:extLst>
          </p:cNvPr>
          <p:cNvGrpSpPr/>
          <p:nvPr userDrawn="1"/>
        </p:nvGrpSpPr>
        <p:grpSpPr>
          <a:xfrm>
            <a:off x="1085548" y="350282"/>
            <a:ext cx="10020904" cy="3398903"/>
            <a:chOff x="1085548" y="350282"/>
            <a:chExt cx="10020904" cy="3398903"/>
          </a:xfrm>
          <a:solidFill>
            <a:schemeClr val="tx1">
              <a:alpha val="10000"/>
            </a:schemeClr>
          </a:solidFill>
        </p:grpSpPr>
        <p:sp>
          <p:nvSpPr>
            <p:cNvPr id="11" name="Freeform: Shape 10">
              <a:extLst>
                <a:ext uri="{FF2B5EF4-FFF2-40B4-BE49-F238E27FC236}">
                  <a16:creationId xmlns:a16="http://schemas.microsoft.com/office/drawing/2014/main" id="{84E3E9D9-5964-4311-A041-B9F91395C865}"/>
                </a:ext>
              </a:extLst>
            </p:cNvPr>
            <p:cNvSpPr/>
            <p:nvPr/>
          </p:nvSpPr>
          <p:spPr>
            <a:xfrm>
              <a:off x="5301360" y="379583"/>
              <a:ext cx="1582248" cy="3340301"/>
            </a:xfrm>
            <a:custGeom>
              <a:avLst/>
              <a:gdLst>
                <a:gd name="connsiteX0" fmla="*/ 948177 w 1582248"/>
                <a:gd name="connsiteY0" fmla="*/ 1509582 h 3340301"/>
                <a:gd name="connsiteX1" fmla="*/ 826871 w 1582248"/>
                <a:gd name="connsiteY1" fmla="*/ 1630888 h 3340301"/>
                <a:gd name="connsiteX2" fmla="*/ 680952 w 1582248"/>
                <a:gd name="connsiteY2" fmla="*/ 1630888 h 3340301"/>
                <a:gd name="connsiteX3" fmla="*/ 680952 w 1582248"/>
                <a:gd name="connsiteY3" fmla="*/ 580744 h 3340301"/>
                <a:gd name="connsiteX4" fmla="*/ 826871 w 1582248"/>
                <a:gd name="connsiteY4" fmla="*/ 580744 h 3340301"/>
                <a:gd name="connsiteX5" fmla="*/ 948177 w 1582248"/>
                <a:gd name="connsiteY5" fmla="*/ 701463 h 3340301"/>
                <a:gd name="connsiteX6" fmla="*/ 948177 w 1582248"/>
                <a:gd name="connsiteY6" fmla="*/ 1509582 h 3340301"/>
                <a:gd name="connsiteX7" fmla="*/ 1629129 w 1582248"/>
                <a:gd name="connsiteY7" fmla="*/ 1582248 h 3340301"/>
                <a:gd name="connsiteX8" fmla="*/ 1629129 w 1582248"/>
                <a:gd name="connsiteY8" fmla="*/ 628797 h 3340301"/>
                <a:gd name="connsiteX9" fmla="*/ 996816 w 1582248"/>
                <a:gd name="connsiteY9" fmla="*/ 0 h 3340301"/>
                <a:gd name="connsiteX10" fmla="*/ 0 w 1582248"/>
                <a:gd name="connsiteY10" fmla="*/ 0 h 3340301"/>
                <a:gd name="connsiteX11" fmla="*/ 0 w 1582248"/>
                <a:gd name="connsiteY11" fmla="*/ 3387769 h 3340301"/>
                <a:gd name="connsiteX12" fmla="*/ 680952 w 1582248"/>
                <a:gd name="connsiteY12" fmla="*/ 3387769 h 3340301"/>
                <a:gd name="connsiteX13" fmla="*/ 680952 w 1582248"/>
                <a:gd name="connsiteY13" fmla="*/ 2211631 h 3340301"/>
                <a:gd name="connsiteX14" fmla="*/ 996816 w 1582248"/>
                <a:gd name="connsiteY14" fmla="*/ 2211631 h 3340301"/>
                <a:gd name="connsiteX15" fmla="*/ 1629129 w 1582248"/>
                <a:gd name="connsiteY15" fmla="*/ 1582248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82248" h="3340301">
                  <a:moveTo>
                    <a:pt x="948177" y="1509582"/>
                  </a:moveTo>
                  <a:cubicBezTo>
                    <a:pt x="948177" y="1591624"/>
                    <a:pt x="908913" y="1630888"/>
                    <a:pt x="826871" y="1630888"/>
                  </a:cubicBezTo>
                  <a:lnTo>
                    <a:pt x="680952" y="1630888"/>
                  </a:lnTo>
                  <a:lnTo>
                    <a:pt x="680952" y="580744"/>
                  </a:lnTo>
                  <a:lnTo>
                    <a:pt x="826871" y="580744"/>
                  </a:lnTo>
                  <a:cubicBezTo>
                    <a:pt x="909499" y="580744"/>
                    <a:pt x="948177" y="619421"/>
                    <a:pt x="948177" y="701463"/>
                  </a:cubicBezTo>
                  <a:lnTo>
                    <a:pt x="948177" y="1509582"/>
                  </a:lnTo>
                  <a:close/>
                  <a:moveTo>
                    <a:pt x="1629129" y="1582248"/>
                  </a:moveTo>
                  <a:lnTo>
                    <a:pt x="1629129" y="628797"/>
                  </a:lnTo>
                  <a:cubicBezTo>
                    <a:pt x="1629129" y="207450"/>
                    <a:pt x="1419921" y="0"/>
                    <a:pt x="996816" y="0"/>
                  </a:cubicBezTo>
                  <a:lnTo>
                    <a:pt x="0" y="0"/>
                  </a:lnTo>
                  <a:lnTo>
                    <a:pt x="0" y="3387769"/>
                  </a:lnTo>
                  <a:lnTo>
                    <a:pt x="680952" y="3387769"/>
                  </a:lnTo>
                  <a:lnTo>
                    <a:pt x="680952" y="2211631"/>
                  </a:lnTo>
                  <a:lnTo>
                    <a:pt x="996816" y="2211631"/>
                  </a:lnTo>
                  <a:cubicBezTo>
                    <a:pt x="1419921" y="2211631"/>
                    <a:pt x="1629129" y="2003595"/>
                    <a:pt x="1629129" y="1582248"/>
                  </a:cubicBezTo>
                </a:path>
              </a:pathLst>
            </a:custGeom>
            <a:grpFill/>
            <a:ln w="58598" cap="flat">
              <a:noFill/>
              <a:prstDash val="solid"/>
              <a:miter/>
            </a:ln>
          </p:spPr>
          <p:txBody>
            <a:bodyPr rtlCol="0" anchor="ctr"/>
            <a:lstStyle/>
            <a:p>
              <a:endParaRPr lang="en-GB" dirty="0"/>
            </a:p>
          </p:txBody>
        </p:sp>
        <p:sp>
          <p:nvSpPr>
            <p:cNvPr id="12" name="Freeform: Shape 11">
              <a:extLst>
                <a:ext uri="{FF2B5EF4-FFF2-40B4-BE49-F238E27FC236}">
                  <a16:creationId xmlns:a16="http://schemas.microsoft.com/office/drawing/2014/main" id="{D20D1630-BEF4-4E3F-8F83-7BEF28BA7E1D}"/>
                </a:ext>
              </a:extLst>
            </p:cNvPr>
            <p:cNvSpPr/>
            <p:nvPr/>
          </p:nvSpPr>
          <p:spPr>
            <a:xfrm>
              <a:off x="7319018" y="350282"/>
              <a:ext cx="1640850" cy="3398903"/>
            </a:xfrm>
            <a:custGeom>
              <a:avLst/>
              <a:gdLst>
                <a:gd name="connsiteX0" fmla="*/ 631728 w 1640849"/>
                <a:gd name="connsiteY0" fmla="*/ 3445785 h 3398903"/>
                <a:gd name="connsiteX1" fmla="*/ 1050145 w 1640849"/>
                <a:gd name="connsiteY1" fmla="*/ 3445785 h 3398903"/>
                <a:gd name="connsiteX2" fmla="*/ 1682458 w 1640849"/>
                <a:gd name="connsiteY2" fmla="*/ 2816402 h 3398903"/>
                <a:gd name="connsiteX3" fmla="*/ 1682458 w 1640849"/>
                <a:gd name="connsiteY3" fmla="*/ 2185261 h 3398903"/>
                <a:gd name="connsiteX4" fmla="*/ 1011468 w 1640849"/>
                <a:gd name="connsiteY4" fmla="*/ 2185261 h 3398903"/>
                <a:gd name="connsiteX5" fmla="*/ 1011468 w 1640849"/>
                <a:gd name="connsiteY5" fmla="*/ 2744322 h 3398903"/>
                <a:gd name="connsiteX6" fmla="*/ 889576 w 1640849"/>
                <a:gd name="connsiteY6" fmla="*/ 2865041 h 3398903"/>
                <a:gd name="connsiteX7" fmla="*/ 802259 w 1640849"/>
                <a:gd name="connsiteY7" fmla="*/ 2865041 h 3398903"/>
                <a:gd name="connsiteX8" fmla="*/ 680954 w 1640849"/>
                <a:gd name="connsiteY8" fmla="*/ 2744322 h 3398903"/>
                <a:gd name="connsiteX9" fmla="*/ 680954 w 1640849"/>
                <a:gd name="connsiteY9" fmla="*/ 702049 h 3398903"/>
                <a:gd name="connsiteX10" fmla="*/ 802259 w 1640849"/>
                <a:gd name="connsiteY10" fmla="*/ 581330 h 3398903"/>
                <a:gd name="connsiteX11" fmla="*/ 880200 w 1640849"/>
                <a:gd name="connsiteY11" fmla="*/ 581330 h 3398903"/>
                <a:gd name="connsiteX12" fmla="*/ 1002092 w 1640849"/>
                <a:gd name="connsiteY12" fmla="*/ 702049 h 3398903"/>
                <a:gd name="connsiteX13" fmla="*/ 1002092 w 1640849"/>
                <a:gd name="connsiteY13" fmla="*/ 1176138 h 3398903"/>
                <a:gd name="connsiteX14" fmla="*/ 1673082 w 1640849"/>
                <a:gd name="connsiteY14" fmla="*/ 1176138 h 3398903"/>
                <a:gd name="connsiteX15" fmla="*/ 1673082 w 1640849"/>
                <a:gd name="connsiteY15" fmla="*/ 629383 h 3398903"/>
                <a:gd name="connsiteX16" fmla="*/ 1040769 w 1640849"/>
                <a:gd name="connsiteY16" fmla="*/ 0 h 3398903"/>
                <a:gd name="connsiteX17" fmla="*/ 632314 w 1640849"/>
                <a:gd name="connsiteY17" fmla="*/ 0 h 3398903"/>
                <a:gd name="connsiteX18" fmla="*/ 1 w 1640849"/>
                <a:gd name="connsiteY18" fmla="*/ 629383 h 3398903"/>
                <a:gd name="connsiteX19" fmla="*/ 1 w 1640849"/>
                <a:gd name="connsiteY19" fmla="*/ 2816988 h 3398903"/>
                <a:gd name="connsiteX20" fmla="*/ 631728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1728" y="3445785"/>
                  </a:moveTo>
                  <a:lnTo>
                    <a:pt x="1050145" y="3445785"/>
                  </a:lnTo>
                  <a:cubicBezTo>
                    <a:pt x="1473250" y="3445785"/>
                    <a:pt x="1682458" y="3237748"/>
                    <a:pt x="1682458" y="2816402"/>
                  </a:cubicBezTo>
                  <a:lnTo>
                    <a:pt x="1682458" y="2185261"/>
                  </a:lnTo>
                  <a:lnTo>
                    <a:pt x="1011468" y="2185261"/>
                  </a:lnTo>
                  <a:lnTo>
                    <a:pt x="1011468" y="2744322"/>
                  </a:lnTo>
                  <a:cubicBezTo>
                    <a:pt x="1011468" y="2826950"/>
                    <a:pt x="972205" y="2865041"/>
                    <a:pt x="889576" y="2865041"/>
                  </a:cubicBezTo>
                  <a:lnTo>
                    <a:pt x="802259" y="2865041"/>
                  </a:lnTo>
                  <a:cubicBezTo>
                    <a:pt x="719631" y="2865041"/>
                    <a:pt x="680954" y="2826364"/>
                    <a:pt x="680954" y="2744322"/>
                  </a:cubicBezTo>
                  <a:lnTo>
                    <a:pt x="680954" y="702049"/>
                  </a:lnTo>
                  <a:cubicBezTo>
                    <a:pt x="680954" y="620007"/>
                    <a:pt x="719631" y="581330"/>
                    <a:pt x="802259" y="581330"/>
                  </a:cubicBezTo>
                  <a:lnTo>
                    <a:pt x="880200" y="581330"/>
                  </a:lnTo>
                  <a:cubicBezTo>
                    <a:pt x="962828" y="581330"/>
                    <a:pt x="1002092" y="620007"/>
                    <a:pt x="1002092" y="702049"/>
                  </a:cubicBezTo>
                  <a:lnTo>
                    <a:pt x="1002092" y="1176138"/>
                  </a:lnTo>
                  <a:lnTo>
                    <a:pt x="1673082" y="1176138"/>
                  </a:lnTo>
                  <a:lnTo>
                    <a:pt x="1673082" y="629383"/>
                  </a:lnTo>
                  <a:cubicBezTo>
                    <a:pt x="1673082" y="208622"/>
                    <a:pt x="1463874" y="0"/>
                    <a:pt x="1040769" y="0"/>
                  </a:cubicBezTo>
                  <a:lnTo>
                    <a:pt x="632314" y="0"/>
                  </a:lnTo>
                  <a:cubicBezTo>
                    <a:pt x="209210" y="0"/>
                    <a:pt x="1" y="208036"/>
                    <a:pt x="1" y="629383"/>
                  </a:cubicBezTo>
                  <a:lnTo>
                    <a:pt x="1" y="2816988"/>
                  </a:lnTo>
                  <a:cubicBezTo>
                    <a:pt x="-585" y="3237748"/>
                    <a:pt x="208623" y="3445785"/>
                    <a:pt x="631728" y="3445785"/>
                  </a:cubicBezTo>
                </a:path>
              </a:pathLst>
            </a:custGeom>
            <a:grpFill/>
            <a:ln w="58598" cap="flat">
              <a:noFill/>
              <a:prstDash val="solid"/>
              <a:miter/>
            </a:ln>
          </p:spPr>
          <p:txBody>
            <a:bodyPr rtlCol="0" anchor="ctr"/>
            <a:lstStyle/>
            <a:p>
              <a:endParaRPr lang="en-GB" dirty="0"/>
            </a:p>
          </p:txBody>
        </p:sp>
        <p:sp>
          <p:nvSpPr>
            <p:cNvPr id="14" name="Freeform: Shape 13">
              <a:extLst>
                <a:ext uri="{FF2B5EF4-FFF2-40B4-BE49-F238E27FC236}">
                  <a16:creationId xmlns:a16="http://schemas.microsoft.com/office/drawing/2014/main" id="{775BFA70-46D5-4F99-A050-D6DB73B947CD}"/>
                </a:ext>
              </a:extLst>
            </p:cNvPr>
            <p:cNvSpPr/>
            <p:nvPr/>
          </p:nvSpPr>
          <p:spPr>
            <a:xfrm>
              <a:off x="1085548" y="350282"/>
              <a:ext cx="1640850" cy="3398903"/>
            </a:xfrm>
            <a:custGeom>
              <a:avLst/>
              <a:gdLst>
                <a:gd name="connsiteX0" fmla="*/ 632313 w 1640849"/>
                <a:gd name="connsiteY0" fmla="*/ 3445785 h 3398903"/>
                <a:gd name="connsiteX1" fmla="*/ 1050730 w 1640849"/>
                <a:gd name="connsiteY1" fmla="*/ 3445785 h 3398903"/>
                <a:gd name="connsiteX2" fmla="*/ 1683043 w 1640849"/>
                <a:gd name="connsiteY2" fmla="*/ 2816402 h 3398903"/>
                <a:gd name="connsiteX3" fmla="*/ 1683043 w 1640849"/>
                <a:gd name="connsiteY3" fmla="*/ 2185261 h 3398903"/>
                <a:gd name="connsiteX4" fmla="*/ 1011467 w 1640849"/>
                <a:gd name="connsiteY4" fmla="*/ 2185261 h 3398903"/>
                <a:gd name="connsiteX5" fmla="*/ 1011467 w 1640849"/>
                <a:gd name="connsiteY5" fmla="*/ 2744322 h 3398903"/>
                <a:gd name="connsiteX6" fmla="*/ 889575 w 1640849"/>
                <a:gd name="connsiteY6" fmla="*/ 2865041 h 3398903"/>
                <a:gd name="connsiteX7" fmla="*/ 802258 w 1640849"/>
                <a:gd name="connsiteY7" fmla="*/ 2865041 h 3398903"/>
                <a:gd name="connsiteX8" fmla="*/ 680953 w 1640849"/>
                <a:gd name="connsiteY8" fmla="*/ 2744322 h 3398903"/>
                <a:gd name="connsiteX9" fmla="*/ 680953 w 1640849"/>
                <a:gd name="connsiteY9" fmla="*/ 702049 h 3398903"/>
                <a:gd name="connsiteX10" fmla="*/ 802258 w 1640849"/>
                <a:gd name="connsiteY10" fmla="*/ 581330 h 3398903"/>
                <a:gd name="connsiteX11" fmla="*/ 880199 w 1640849"/>
                <a:gd name="connsiteY11" fmla="*/ 581330 h 3398903"/>
                <a:gd name="connsiteX12" fmla="*/ 1001504 w 1640849"/>
                <a:gd name="connsiteY12" fmla="*/ 702049 h 3398903"/>
                <a:gd name="connsiteX13" fmla="*/ 1001504 w 1640849"/>
                <a:gd name="connsiteY13" fmla="*/ 1176138 h 3398903"/>
                <a:gd name="connsiteX14" fmla="*/ 1672495 w 1640849"/>
                <a:gd name="connsiteY14" fmla="*/ 1176138 h 3398903"/>
                <a:gd name="connsiteX15" fmla="*/ 1672495 w 1640849"/>
                <a:gd name="connsiteY15" fmla="*/ 629383 h 3398903"/>
                <a:gd name="connsiteX16" fmla="*/ 1040768 w 1640849"/>
                <a:gd name="connsiteY16" fmla="*/ 0 h 3398903"/>
                <a:gd name="connsiteX17" fmla="*/ 632313 w 1640849"/>
                <a:gd name="connsiteY17" fmla="*/ 0 h 3398903"/>
                <a:gd name="connsiteX18" fmla="*/ 0 w 1640849"/>
                <a:gd name="connsiteY18" fmla="*/ 629383 h 3398903"/>
                <a:gd name="connsiteX19" fmla="*/ 0 w 1640849"/>
                <a:gd name="connsiteY19" fmla="*/ 2816988 h 3398903"/>
                <a:gd name="connsiteX20" fmla="*/ 632313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2313" y="3445785"/>
                  </a:moveTo>
                  <a:lnTo>
                    <a:pt x="1050730" y="3445785"/>
                  </a:lnTo>
                  <a:cubicBezTo>
                    <a:pt x="1473835" y="3445785"/>
                    <a:pt x="1683043" y="3237748"/>
                    <a:pt x="1683043" y="2816402"/>
                  </a:cubicBezTo>
                  <a:lnTo>
                    <a:pt x="1683043" y="2185261"/>
                  </a:lnTo>
                  <a:lnTo>
                    <a:pt x="1011467" y="2185261"/>
                  </a:lnTo>
                  <a:lnTo>
                    <a:pt x="1011467" y="2744322"/>
                  </a:lnTo>
                  <a:cubicBezTo>
                    <a:pt x="1011467" y="2826950"/>
                    <a:pt x="972790" y="2865041"/>
                    <a:pt x="889575" y="2865041"/>
                  </a:cubicBezTo>
                  <a:lnTo>
                    <a:pt x="802258" y="2865041"/>
                  </a:lnTo>
                  <a:cubicBezTo>
                    <a:pt x="719630" y="2865041"/>
                    <a:pt x="680953" y="2826364"/>
                    <a:pt x="680953" y="2744322"/>
                  </a:cubicBezTo>
                  <a:lnTo>
                    <a:pt x="680953" y="702049"/>
                  </a:lnTo>
                  <a:cubicBezTo>
                    <a:pt x="680953" y="620007"/>
                    <a:pt x="719630" y="581330"/>
                    <a:pt x="802258" y="581330"/>
                  </a:cubicBezTo>
                  <a:lnTo>
                    <a:pt x="880199" y="581330"/>
                  </a:lnTo>
                  <a:cubicBezTo>
                    <a:pt x="962827" y="581330"/>
                    <a:pt x="1001504" y="620007"/>
                    <a:pt x="1001504" y="702049"/>
                  </a:cubicBezTo>
                  <a:lnTo>
                    <a:pt x="1001504" y="1176138"/>
                  </a:lnTo>
                  <a:lnTo>
                    <a:pt x="1672495" y="1176138"/>
                  </a:lnTo>
                  <a:lnTo>
                    <a:pt x="1672495" y="629383"/>
                  </a:lnTo>
                  <a:cubicBezTo>
                    <a:pt x="1673081" y="208036"/>
                    <a:pt x="1463872" y="0"/>
                    <a:pt x="1040768" y="0"/>
                  </a:cubicBezTo>
                  <a:lnTo>
                    <a:pt x="632313" y="0"/>
                  </a:lnTo>
                  <a:cubicBezTo>
                    <a:pt x="209208" y="0"/>
                    <a:pt x="0" y="208036"/>
                    <a:pt x="0" y="629383"/>
                  </a:cubicBezTo>
                  <a:lnTo>
                    <a:pt x="0" y="2816988"/>
                  </a:lnTo>
                  <a:cubicBezTo>
                    <a:pt x="0" y="3237748"/>
                    <a:pt x="209208" y="3445785"/>
                    <a:pt x="632313" y="3445785"/>
                  </a:cubicBezTo>
                </a:path>
              </a:pathLst>
            </a:custGeom>
            <a:grpFill/>
            <a:ln w="58598" cap="flat">
              <a:noFill/>
              <a:prstDash val="solid"/>
              <a:miter/>
            </a:ln>
          </p:spPr>
          <p:txBody>
            <a:bodyPr rtlCol="0" anchor="ctr"/>
            <a:lstStyle/>
            <a:p>
              <a:endParaRPr lang="en-GB" dirty="0"/>
            </a:p>
          </p:txBody>
        </p:sp>
        <p:sp>
          <p:nvSpPr>
            <p:cNvPr id="16" name="Freeform: Shape 15">
              <a:extLst>
                <a:ext uri="{FF2B5EF4-FFF2-40B4-BE49-F238E27FC236}">
                  <a16:creationId xmlns:a16="http://schemas.microsoft.com/office/drawing/2014/main" id="{C268457A-F3A7-4A24-AE86-779CBC65712F}"/>
                </a:ext>
              </a:extLst>
            </p:cNvPr>
            <p:cNvSpPr/>
            <p:nvPr/>
          </p:nvSpPr>
          <p:spPr>
            <a:xfrm>
              <a:off x="9407000" y="350282"/>
              <a:ext cx="1699452" cy="3398903"/>
            </a:xfrm>
            <a:custGeom>
              <a:avLst/>
              <a:gdLst>
                <a:gd name="connsiteX0" fmla="*/ 1021429 w 1699451"/>
                <a:gd name="connsiteY0" fmla="*/ 2744322 h 3398903"/>
                <a:gd name="connsiteX1" fmla="*/ 900123 w 1699451"/>
                <a:gd name="connsiteY1" fmla="*/ 2865041 h 3398903"/>
                <a:gd name="connsiteX2" fmla="*/ 802844 w 1699451"/>
                <a:gd name="connsiteY2" fmla="*/ 2865041 h 3398903"/>
                <a:gd name="connsiteX3" fmla="*/ 681539 w 1699451"/>
                <a:gd name="connsiteY3" fmla="*/ 2744322 h 3398903"/>
                <a:gd name="connsiteX4" fmla="*/ 681539 w 1699451"/>
                <a:gd name="connsiteY4" fmla="*/ 702049 h 3398903"/>
                <a:gd name="connsiteX5" fmla="*/ 802844 w 1699451"/>
                <a:gd name="connsiteY5" fmla="*/ 581330 h 3398903"/>
                <a:gd name="connsiteX6" fmla="*/ 900123 w 1699451"/>
                <a:gd name="connsiteY6" fmla="*/ 581330 h 3398903"/>
                <a:gd name="connsiteX7" fmla="*/ 1021429 w 1699451"/>
                <a:gd name="connsiteY7" fmla="*/ 702049 h 3398903"/>
                <a:gd name="connsiteX8" fmla="*/ 1021429 w 1699451"/>
                <a:gd name="connsiteY8" fmla="*/ 2744322 h 3398903"/>
                <a:gd name="connsiteX9" fmla="*/ 1702382 w 1699451"/>
                <a:gd name="connsiteY9" fmla="*/ 2816988 h 3398903"/>
                <a:gd name="connsiteX10" fmla="*/ 1702382 w 1699451"/>
                <a:gd name="connsiteY10" fmla="*/ 629383 h 3398903"/>
                <a:gd name="connsiteX11" fmla="*/ 1070068 w 1699451"/>
                <a:gd name="connsiteY11" fmla="*/ 0 h 3398903"/>
                <a:gd name="connsiteX12" fmla="*/ 632313 w 1699451"/>
                <a:gd name="connsiteY12" fmla="*/ 0 h 3398903"/>
                <a:gd name="connsiteX13" fmla="*/ 0 w 1699451"/>
                <a:gd name="connsiteY13" fmla="*/ 629383 h 3398903"/>
                <a:gd name="connsiteX14" fmla="*/ 0 w 1699451"/>
                <a:gd name="connsiteY14" fmla="*/ 2816988 h 3398903"/>
                <a:gd name="connsiteX15" fmla="*/ 632313 w 1699451"/>
                <a:gd name="connsiteY15" fmla="*/ 3446371 h 3398903"/>
                <a:gd name="connsiteX16" fmla="*/ 1070068 w 1699451"/>
                <a:gd name="connsiteY16" fmla="*/ 3446371 h 3398903"/>
                <a:gd name="connsiteX17" fmla="*/ 1702382 w 1699451"/>
                <a:gd name="connsiteY17" fmla="*/ 2816988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99451" h="3398903">
                  <a:moveTo>
                    <a:pt x="1021429" y="2744322"/>
                  </a:moveTo>
                  <a:cubicBezTo>
                    <a:pt x="1021429" y="2826950"/>
                    <a:pt x="982752" y="2865041"/>
                    <a:pt x="900123" y="2865041"/>
                  </a:cubicBezTo>
                  <a:lnTo>
                    <a:pt x="802844" y="2865041"/>
                  </a:lnTo>
                  <a:cubicBezTo>
                    <a:pt x="720215" y="2865041"/>
                    <a:pt x="681539" y="2826364"/>
                    <a:pt x="681539" y="2744322"/>
                  </a:cubicBezTo>
                  <a:lnTo>
                    <a:pt x="681539" y="702049"/>
                  </a:lnTo>
                  <a:cubicBezTo>
                    <a:pt x="681539" y="620007"/>
                    <a:pt x="720215" y="581330"/>
                    <a:pt x="802844" y="581330"/>
                  </a:cubicBezTo>
                  <a:lnTo>
                    <a:pt x="900123" y="581330"/>
                  </a:lnTo>
                  <a:cubicBezTo>
                    <a:pt x="982752" y="581330"/>
                    <a:pt x="1021429" y="620007"/>
                    <a:pt x="1021429" y="702049"/>
                  </a:cubicBezTo>
                  <a:lnTo>
                    <a:pt x="1021429" y="2744322"/>
                  </a:lnTo>
                  <a:close/>
                  <a:moveTo>
                    <a:pt x="1702382" y="2816988"/>
                  </a:moveTo>
                  <a:lnTo>
                    <a:pt x="1702382" y="629383"/>
                  </a:lnTo>
                  <a:cubicBezTo>
                    <a:pt x="1702382" y="208622"/>
                    <a:pt x="1493173" y="0"/>
                    <a:pt x="1070068" y="0"/>
                  </a:cubicBezTo>
                  <a:lnTo>
                    <a:pt x="632313" y="0"/>
                  </a:lnTo>
                  <a:cubicBezTo>
                    <a:pt x="209209" y="0"/>
                    <a:pt x="0" y="208036"/>
                    <a:pt x="0" y="629383"/>
                  </a:cubicBezTo>
                  <a:lnTo>
                    <a:pt x="0" y="2816988"/>
                  </a:lnTo>
                  <a:cubicBezTo>
                    <a:pt x="0" y="3238334"/>
                    <a:pt x="209209" y="3446371"/>
                    <a:pt x="632313" y="3446371"/>
                  </a:cubicBezTo>
                  <a:lnTo>
                    <a:pt x="1070068" y="3446371"/>
                  </a:lnTo>
                  <a:cubicBezTo>
                    <a:pt x="1493173" y="3445785"/>
                    <a:pt x="1702382" y="3237748"/>
                    <a:pt x="1702382" y="2816988"/>
                  </a:cubicBezTo>
                </a:path>
              </a:pathLst>
            </a:custGeom>
            <a:grpFill/>
            <a:ln w="58598" cap="flat">
              <a:noFill/>
              <a:prstDash val="solid"/>
              <a:miter/>
            </a:ln>
          </p:spPr>
          <p:txBody>
            <a:bodyPr rtlCol="0" anchor="ctr"/>
            <a:lstStyle/>
            <a:p>
              <a:endParaRPr lang="en-GB" dirty="0"/>
            </a:p>
          </p:txBody>
        </p:sp>
        <p:sp>
          <p:nvSpPr>
            <p:cNvPr id="19" name="Freeform: Shape 18">
              <a:extLst>
                <a:ext uri="{FF2B5EF4-FFF2-40B4-BE49-F238E27FC236}">
                  <a16:creationId xmlns:a16="http://schemas.microsoft.com/office/drawing/2014/main" id="{C05B3D25-F158-4888-A710-D9AD48632443}"/>
                </a:ext>
              </a:extLst>
            </p:cNvPr>
            <p:cNvSpPr/>
            <p:nvPr/>
          </p:nvSpPr>
          <p:spPr>
            <a:xfrm>
              <a:off x="3104379" y="379583"/>
              <a:ext cx="1816655" cy="3340301"/>
            </a:xfrm>
            <a:custGeom>
              <a:avLst/>
              <a:gdLst>
                <a:gd name="connsiteX0" fmla="*/ 1031391 w 1816655"/>
                <a:gd name="connsiteY0" fmla="*/ 2303636 h 3340301"/>
                <a:gd name="connsiteX1" fmla="*/ 729592 w 1816655"/>
                <a:gd name="connsiteY1" fmla="*/ 2303636 h 3340301"/>
                <a:gd name="connsiteX2" fmla="*/ 880199 w 1816655"/>
                <a:gd name="connsiteY2" fmla="*/ 827457 h 3340301"/>
                <a:gd name="connsiteX3" fmla="*/ 1031391 w 1816655"/>
                <a:gd name="connsiteY3" fmla="*/ 2303636 h 3340301"/>
                <a:gd name="connsiteX4" fmla="*/ 1823687 w 1816655"/>
                <a:gd name="connsiteY4" fmla="*/ 3387769 h 3340301"/>
                <a:gd name="connsiteX5" fmla="*/ 1376556 w 1816655"/>
                <a:gd name="connsiteY5" fmla="*/ 0 h 3340301"/>
                <a:gd name="connsiteX6" fmla="*/ 447132 w 1816655"/>
                <a:gd name="connsiteY6" fmla="*/ 0 h 3340301"/>
                <a:gd name="connsiteX7" fmla="*/ 0 w 1816655"/>
                <a:gd name="connsiteY7" fmla="*/ 3387769 h 3340301"/>
                <a:gd name="connsiteX8" fmla="*/ 617663 w 1816655"/>
                <a:gd name="connsiteY8" fmla="*/ 3387769 h 3340301"/>
                <a:gd name="connsiteX9" fmla="*/ 666302 w 1816655"/>
                <a:gd name="connsiteY9" fmla="*/ 2894342 h 3340301"/>
                <a:gd name="connsiteX10" fmla="*/ 1094095 w 1816655"/>
                <a:gd name="connsiteY10" fmla="*/ 2894342 h 3340301"/>
                <a:gd name="connsiteX11" fmla="*/ 1147423 w 1816655"/>
                <a:gd name="connsiteY11" fmla="*/ 3387769 h 3340301"/>
                <a:gd name="connsiteX12" fmla="*/ 1823687 w 1816655"/>
                <a:gd name="connsiteY12" fmla="*/ 3387769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6655" h="3340301">
                  <a:moveTo>
                    <a:pt x="1031391" y="2303636"/>
                  </a:moveTo>
                  <a:lnTo>
                    <a:pt x="729592" y="2303636"/>
                  </a:lnTo>
                  <a:lnTo>
                    <a:pt x="880199" y="827457"/>
                  </a:lnTo>
                  <a:lnTo>
                    <a:pt x="1031391" y="2303636"/>
                  </a:lnTo>
                  <a:close/>
                  <a:moveTo>
                    <a:pt x="1823687" y="3387769"/>
                  </a:moveTo>
                  <a:lnTo>
                    <a:pt x="1376556" y="0"/>
                  </a:lnTo>
                  <a:lnTo>
                    <a:pt x="447132" y="0"/>
                  </a:lnTo>
                  <a:lnTo>
                    <a:pt x="0" y="3387769"/>
                  </a:lnTo>
                  <a:lnTo>
                    <a:pt x="617663" y="3387769"/>
                  </a:lnTo>
                  <a:lnTo>
                    <a:pt x="666302" y="2894342"/>
                  </a:lnTo>
                  <a:lnTo>
                    <a:pt x="1094095" y="2894342"/>
                  </a:lnTo>
                  <a:lnTo>
                    <a:pt x="1147423" y="3387769"/>
                  </a:lnTo>
                  <a:lnTo>
                    <a:pt x="1823687" y="3387769"/>
                  </a:lnTo>
                  <a:close/>
                </a:path>
              </a:pathLst>
            </a:custGeom>
            <a:grpFill/>
            <a:ln w="58598" cap="flat">
              <a:noFill/>
              <a:prstDash val="solid"/>
              <a:miter/>
            </a:ln>
          </p:spPr>
          <p:txBody>
            <a:bodyPr rtlCol="0" anchor="ctr"/>
            <a:lstStyle/>
            <a:p>
              <a:endParaRPr lang="en-GB" dirty="0"/>
            </a:p>
          </p:txBody>
        </p:sp>
      </p:grpSp>
      <p:pic>
        <p:nvPicPr>
          <p:cNvPr id="20" name="Graphic 19">
            <a:extLst>
              <a:ext uri="{FF2B5EF4-FFF2-40B4-BE49-F238E27FC236}">
                <a16:creationId xmlns:a16="http://schemas.microsoft.com/office/drawing/2014/main" id="{5EADD56E-007D-4B2B-82D1-DC0571B5D2E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00592" y="6241691"/>
            <a:ext cx="1204913" cy="155425"/>
          </a:xfrm>
          <a:prstGeom prst="rect">
            <a:avLst/>
          </a:prstGeom>
        </p:spPr>
      </p:pic>
      <p:sp>
        <p:nvSpPr>
          <p:cNvPr id="18" name="Picture Placeholder 23">
            <a:extLst>
              <a:ext uri="{FF2B5EF4-FFF2-40B4-BE49-F238E27FC236}">
                <a16:creationId xmlns:a16="http://schemas.microsoft.com/office/drawing/2014/main" id="{24C4BE84-8A7F-8E4E-8AEF-D1E6C1AD1575}"/>
              </a:ext>
              <a:ext uri="{C183D7F6-B498-43B3-948B-1728B52AA6E4}">
                <adec:decorative xmlns:adec="http://schemas.microsoft.com/office/drawing/2017/decorative" val="1"/>
              </a:ext>
            </a:extLst>
          </p:cNvPr>
          <p:cNvSpPr>
            <a:spLocks noGrp="1"/>
          </p:cNvSpPr>
          <p:nvPr>
            <p:ph type="pic" sz="quarter" idx="18" hasCustomPrompt="1"/>
          </p:nvPr>
        </p:nvSpPr>
        <p:spPr>
          <a:xfrm>
            <a:off x="8341270" y="5963755"/>
            <a:ext cx="1386000" cy="673200"/>
          </a:xfrm>
        </p:spPr>
        <p:txBody>
          <a:bodyPr anchor="ctr">
            <a:normAutofit/>
          </a:bodyPr>
          <a:lstStyle>
            <a:lvl1pPr algn="ctr">
              <a:defRPr sz="1000" b="0">
                <a:solidFill>
                  <a:schemeClr val="tx1"/>
                </a:solidFill>
              </a:defRPr>
            </a:lvl1pPr>
          </a:lstStyle>
          <a:p>
            <a:r>
              <a:rPr lang="en-GB" dirty="0"/>
              <a:t>Place client logo here if needed</a:t>
            </a:r>
          </a:p>
        </p:txBody>
      </p:sp>
      <p:sp>
        <p:nvSpPr>
          <p:cNvPr id="13" name="Title 1">
            <a:extLst>
              <a:ext uri="{FF2B5EF4-FFF2-40B4-BE49-F238E27FC236}">
                <a16:creationId xmlns:a16="http://schemas.microsoft.com/office/drawing/2014/main" id="{B8AB4D45-658E-6049-822F-6377ACE02F38}"/>
              </a:ext>
            </a:extLst>
          </p:cNvPr>
          <p:cNvSpPr>
            <a:spLocks noGrp="1"/>
          </p:cNvSpPr>
          <p:nvPr>
            <p:ph type="title" hasCustomPrompt="1"/>
          </p:nvPr>
        </p:nvSpPr>
        <p:spPr>
          <a:xfrm>
            <a:off x="1085548" y="4755595"/>
            <a:ext cx="5394105" cy="720197"/>
          </a:xfrm>
          <a:blipFill dpi="0" rotWithShape="1">
            <a:blip r:embed="rId4"/>
            <a:srcRect/>
            <a:stretch>
              <a:fillRect t="80000" b="16000"/>
            </a:stretch>
          </a:blipFill>
        </p:spPr>
        <p:txBody>
          <a:bodyPr vert="horz" wrap="none" lIns="0" tIns="0" rIns="0" bIns="274320" rtlCol="0" anchor="b">
            <a:spAutoFit/>
          </a:bodyPr>
          <a:lstStyle>
            <a:lvl1pPr>
              <a:defRPr lang="en-GB" sz="3200" u="none" cap="none" baseline="0" dirty="0">
                <a:uFill>
                  <a:solidFill>
                    <a:schemeClr val="accent1"/>
                  </a:solidFill>
                </a:uFill>
              </a:defRPr>
            </a:lvl1pPr>
          </a:lstStyle>
          <a:p>
            <a:pPr lvl="0"/>
            <a:r>
              <a:rPr lang="en-US" dirty="0"/>
              <a:t>Presentation title goes here</a:t>
            </a:r>
            <a:endParaRPr lang="en-GB" dirty="0"/>
          </a:p>
        </p:txBody>
      </p:sp>
      <p:sp>
        <p:nvSpPr>
          <p:cNvPr id="15" name="Text Placeholder 3">
            <a:extLst>
              <a:ext uri="{FF2B5EF4-FFF2-40B4-BE49-F238E27FC236}">
                <a16:creationId xmlns:a16="http://schemas.microsoft.com/office/drawing/2014/main" id="{0F02F0D9-362D-7C41-9BC4-39FFDBB3132D}"/>
              </a:ext>
            </a:extLst>
          </p:cNvPr>
          <p:cNvSpPr>
            <a:spLocks noGrp="1"/>
          </p:cNvSpPr>
          <p:nvPr>
            <p:ph type="body" sz="quarter" idx="17" hasCustomPrompt="1"/>
          </p:nvPr>
        </p:nvSpPr>
        <p:spPr>
          <a:xfrm>
            <a:off x="1085548" y="5659295"/>
            <a:ext cx="6145912" cy="307777"/>
          </a:xfrm>
        </p:spPr>
        <p:txBody>
          <a:bodyPr vert="horz" wrap="square" lIns="0" tIns="0" rIns="0" bIns="0" rtlCol="0">
            <a:spAutoFit/>
          </a:bodyPr>
          <a:lstStyle>
            <a:lvl1pPr>
              <a:defRPr lang="en-US" sz="2000" cap="none" baseline="0" dirty="0">
                <a:solidFill>
                  <a:schemeClr val="bg2">
                    <a:lumMod val="50000"/>
                  </a:schemeClr>
                </a:solidFill>
                <a:latin typeface="Century Gothic" panose="020B0502020202020204" pitchFamily="34" charset="0"/>
              </a:defRPr>
            </a:lvl1pPr>
          </a:lstStyle>
          <a:p>
            <a:pPr lvl="0"/>
            <a:r>
              <a:rPr lang="en-US" dirty="0"/>
              <a:t>Subtitle goes here</a:t>
            </a:r>
          </a:p>
        </p:txBody>
      </p:sp>
      <p:sp>
        <p:nvSpPr>
          <p:cNvPr id="3" name="Text Placeholder 2">
            <a:extLst>
              <a:ext uri="{FF2B5EF4-FFF2-40B4-BE49-F238E27FC236}">
                <a16:creationId xmlns:a16="http://schemas.microsoft.com/office/drawing/2014/main" id="{97019D08-9373-EC47-B920-8FE5EF9F8665}"/>
              </a:ext>
            </a:extLst>
          </p:cNvPr>
          <p:cNvSpPr>
            <a:spLocks noGrp="1"/>
          </p:cNvSpPr>
          <p:nvPr>
            <p:ph type="body" sz="quarter" idx="14" hasCustomPrompt="1"/>
          </p:nvPr>
        </p:nvSpPr>
        <p:spPr>
          <a:xfrm>
            <a:off x="8341270" y="4853254"/>
            <a:ext cx="2765182" cy="226989"/>
          </a:xfrm>
        </p:spPr>
        <p:txBody>
          <a:bodyPr>
            <a:normAutofit/>
          </a:bodyPr>
          <a:lstStyle>
            <a:lvl1pPr>
              <a:defRPr sz="1050" b="0" i="0">
                <a:solidFill>
                  <a:schemeClr val="bg2">
                    <a:lumMod val="75000"/>
                  </a:schemeClr>
                </a:solidFill>
                <a:latin typeface="+mn-lt"/>
              </a:defRPr>
            </a:lvl1pPr>
          </a:lstStyle>
          <a:p>
            <a:pPr lvl="0"/>
            <a:r>
              <a:rPr lang="en-US" dirty="0"/>
              <a:t>Location</a:t>
            </a:r>
          </a:p>
        </p:txBody>
      </p:sp>
      <p:sp>
        <p:nvSpPr>
          <p:cNvPr id="5" name="Text Placeholder 4">
            <a:extLst>
              <a:ext uri="{FF2B5EF4-FFF2-40B4-BE49-F238E27FC236}">
                <a16:creationId xmlns:a16="http://schemas.microsoft.com/office/drawing/2014/main" id="{09FA1A14-8C57-C547-B2E7-25836164BF46}"/>
              </a:ext>
            </a:extLst>
          </p:cNvPr>
          <p:cNvSpPr>
            <a:spLocks noGrp="1"/>
          </p:cNvSpPr>
          <p:nvPr>
            <p:ph type="body" sz="quarter" idx="15" hasCustomPrompt="1"/>
          </p:nvPr>
        </p:nvSpPr>
        <p:spPr>
          <a:xfrm>
            <a:off x="8341270" y="5144858"/>
            <a:ext cx="2767691" cy="226989"/>
          </a:xfrm>
        </p:spPr>
        <p:txBody>
          <a:bodyPr>
            <a:normAutofit/>
          </a:bodyPr>
          <a:lstStyle>
            <a:lvl1pPr>
              <a:defRPr sz="1050" b="0" i="0">
                <a:solidFill>
                  <a:schemeClr val="bg2">
                    <a:lumMod val="75000"/>
                  </a:schemeClr>
                </a:solidFill>
                <a:latin typeface="+mn-lt"/>
              </a:defRPr>
            </a:lvl1pPr>
          </a:lstStyle>
          <a:p>
            <a:pPr lvl="0"/>
            <a:r>
              <a:rPr lang="en-US" dirty="0"/>
              <a:t>Date</a:t>
            </a:r>
          </a:p>
        </p:txBody>
      </p:sp>
      <p:sp>
        <p:nvSpPr>
          <p:cNvPr id="10" name="Text Placeholder 9">
            <a:extLst>
              <a:ext uri="{FF2B5EF4-FFF2-40B4-BE49-F238E27FC236}">
                <a16:creationId xmlns:a16="http://schemas.microsoft.com/office/drawing/2014/main" id="{2FFDB0C6-EF22-FE4A-B905-24FE19A1DAE9}"/>
              </a:ext>
            </a:extLst>
          </p:cNvPr>
          <p:cNvSpPr>
            <a:spLocks noGrp="1"/>
          </p:cNvSpPr>
          <p:nvPr>
            <p:ph type="body" sz="quarter" idx="16" hasCustomPrompt="1"/>
          </p:nvPr>
        </p:nvSpPr>
        <p:spPr>
          <a:xfrm>
            <a:off x="8341270" y="5436112"/>
            <a:ext cx="2765182" cy="266460"/>
          </a:xfrm>
        </p:spPr>
        <p:txBody>
          <a:bodyPr>
            <a:normAutofit/>
          </a:bodyPr>
          <a:lstStyle>
            <a:lvl1pPr>
              <a:defRPr sz="1050" b="0" i="0">
                <a:solidFill>
                  <a:schemeClr val="bg2">
                    <a:lumMod val="75000"/>
                  </a:schemeClr>
                </a:solidFill>
                <a:latin typeface="+mn-lt"/>
              </a:defRPr>
            </a:lvl1pPr>
          </a:lstStyle>
          <a:p>
            <a:pPr lvl="0"/>
            <a:r>
              <a:rPr lang="en-US" dirty="0"/>
              <a:t>Author</a:t>
            </a:r>
          </a:p>
        </p:txBody>
      </p:sp>
    </p:spTree>
    <p:extLst>
      <p:ext uri="{BB962C8B-B14F-4D97-AF65-F5344CB8AC3E}">
        <p14:creationId xmlns:p14="http://schemas.microsoft.com/office/powerpoint/2010/main" val="15985939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2">
    <p:bg>
      <p:bgPr>
        <a:solidFill>
          <a:schemeClr val="tx1"/>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78687F9E-FB0B-4A93-A8CB-697A87C22ADF}"/>
              </a:ext>
              <a:ext uri="{C183D7F6-B498-43B3-948B-1728B52AA6E4}">
                <adec:decorative xmlns:adec="http://schemas.microsoft.com/office/drawing/2017/decorative" val="1"/>
              </a:ext>
            </a:extLst>
          </p:cNvPr>
          <p:cNvGrpSpPr/>
          <p:nvPr userDrawn="1"/>
        </p:nvGrpSpPr>
        <p:grpSpPr>
          <a:xfrm>
            <a:off x="1085548" y="350282"/>
            <a:ext cx="10020904" cy="3398903"/>
            <a:chOff x="1085548" y="350282"/>
            <a:chExt cx="10020904" cy="3398903"/>
          </a:xfrm>
          <a:solidFill>
            <a:schemeClr val="bg1">
              <a:alpha val="15000"/>
            </a:schemeClr>
          </a:solidFill>
        </p:grpSpPr>
        <p:sp>
          <p:nvSpPr>
            <p:cNvPr id="13" name="Freeform: Shape 12">
              <a:extLst>
                <a:ext uri="{FF2B5EF4-FFF2-40B4-BE49-F238E27FC236}">
                  <a16:creationId xmlns:a16="http://schemas.microsoft.com/office/drawing/2014/main" id="{761DC9FF-EB62-41E8-B299-9167CC092E0A}"/>
                </a:ext>
              </a:extLst>
            </p:cNvPr>
            <p:cNvSpPr/>
            <p:nvPr/>
          </p:nvSpPr>
          <p:spPr>
            <a:xfrm>
              <a:off x="5301360" y="379583"/>
              <a:ext cx="1582248" cy="3340301"/>
            </a:xfrm>
            <a:custGeom>
              <a:avLst/>
              <a:gdLst>
                <a:gd name="connsiteX0" fmla="*/ 948177 w 1582248"/>
                <a:gd name="connsiteY0" fmla="*/ 1509582 h 3340301"/>
                <a:gd name="connsiteX1" fmla="*/ 826871 w 1582248"/>
                <a:gd name="connsiteY1" fmla="*/ 1630888 h 3340301"/>
                <a:gd name="connsiteX2" fmla="*/ 680952 w 1582248"/>
                <a:gd name="connsiteY2" fmla="*/ 1630888 h 3340301"/>
                <a:gd name="connsiteX3" fmla="*/ 680952 w 1582248"/>
                <a:gd name="connsiteY3" fmla="*/ 580744 h 3340301"/>
                <a:gd name="connsiteX4" fmla="*/ 826871 w 1582248"/>
                <a:gd name="connsiteY4" fmla="*/ 580744 h 3340301"/>
                <a:gd name="connsiteX5" fmla="*/ 948177 w 1582248"/>
                <a:gd name="connsiteY5" fmla="*/ 701463 h 3340301"/>
                <a:gd name="connsiteX6" fmla="*/ 948177 w 1582248"/>
                <a:gd name="connsiteY6" fmla="*/ 1509582 h 3340301"/>
                <a:gd name="connsiteX7" fmla="*/ 1629129 w 1582248"/>
                <a:gd name="connsiteY7" fmla="*/ 1582248 h 3340301"/>
                <a:gd name="connsiteX8" fmla="*/ 1629129 w 1582248"/>
                <a:gd name="connsiteY8" fmla="*/ 628797 h 3340301"/>
                <a:gd name="connsiteX9" fmla="*/ 996816 w 1582248"/>
                <a:gd name="connsiteY9" fmla="*/ 0 h 3340301"/>
                <a:gd name="connsiteX10" fmla="*/ 0 w 1582248"/>
                <a:gd name="connsiteY10" fmla="*/ 0 h 3340301"/>
                <a:gd name="connsiteX11" fmla="*/ 0 w 1582248"/>
                <a:gd name="connsiteY11" fmla="*/ 3387769 h 3340301"/>
                <a:gd name="connsiteX12" fmla="*/ 680952 w 1582248"/>
                <a:gd name="connsiteY12" fmla="*/ 3387769 h 3340301"/>
                <a:gd name="connsiteX13" fmla="*/ 680952 w 1582248"/>
                <a:gd name="connsiteY13" fmla="*/ 2211631 h 3340301"/>
                <a:gd name="connsiteX14" fmla="*/ 996816 w 1582248"/>
                <a:gd name="connsiteY14" fmla="*/ 2211631 h 3340301"/>
                <a:gd name="connsiteX15" fmla="*/ 1629129 w 1582248"/>
                <a:gd name="connsiteY15" fmla="*/ 1582248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82248" h="3340301">
                  <a:moveTo>
                    <a:pt x="948177" y="1509582"/>
                  </a:moveTo>
                  <a:cubicBezTo>
                    <a:pt x="948177" y="1591624"/>
                    <a:pt x="908913" y="1630888"/>
                    <a:pt x="826871" y="1630888"/>
                  </a:cubicBezTo>
                  <a:lnTo>
                    <a:pt x="680952" y="1630888"/>
                  </a:lnTo>
                  <a:lnTo>
                    <a:pt x="680952" y="580744"/>
                  </a:lnTo>
                  <a:lnTo>
                    <a:pt x="826871" y="580744"/>
                  </a:lnTo>
                  <a:cubicBezTo>
                    <a:pt x="909499" y="580744"/>
                    <a:pt x="948177" y="619421"/>
                    <a:pt x="948177" y="701463"/>
                  </a:cubicBezTo>
                  <a:lnTo>
                    <a:pt x="948177" y="1509582"/>
                  </a:lnTo>
                  <a:close/>
                  <a:moveTo>
                    <a:pt x="1629129" y="1582248"/>
                  </a:moveTo>
                  <a:lnTo>
                    <a:pt x="1629129" y="628797"/>
                  </a:lnTo>
                  <a:cubicBezTo>
                    <a:pt x="1629129" y="207450"/>
                    <a:pt x="1419921" y="0"/>
                    <a:pt x="996816" y="0"/>
                  </a:cubicBezTo>
                  <a:lnTo>
                    <a:pt x="0" y="0"/>
                  </a:lnTo>
                  <a:lnTo>
                    <a:pt x="0" y="3387769"/>
                  </a:lnTo>
                  <a:lnTo>
                    <a:pt x="680952" y="3387769"/>
                  </a:lnTo>
                  <a:lnTo>
                    <a:pt x="680952" y="2211631"/>
                  </a:lnTo>
                  <a:lnTo>
                    <a:pt x="996816" y="2211631"/>
                  </a:lnTo>
                  <a:cubicBezTo>
                    <a:pt x="1419921" y="2211631"/>
                    <a:pt x="1629129" y="2003595"/>
                    <a:pt x="1629129" y="1582248"/>
                  </a:cubicBezTo>
                </a:path>
              </a:pathLst>
            </a:custGeom>
            <a:grpFill/>
            <a:ln w="58598" cap="flat">
              <a:noFill/>
              <a:prstDash val="solid"/>
              <a:miter/>
            </a:ln>
          </p:spPr>
          <p:txBody>
            <a:bodyPr rtlCol="0" anchor="ctr"/>
            <a:lstStyle/>
            <a:p>
              <a:endParaRPr lang="en-GB" dirty="0"/>
            </a:p>
          </p:txBody>
        </p:sp>
        <p:sp>
          <p:nvSpPr>
            <p:cNvPr id="14" name="Freeform: Shape 13">
              <a:extLst>
                <a:ext uri="{FF2B5EF4-FFF2-40B4-BE49-F238E27FC236}">
                  <a16:creationId xmlns:a16="http://schemas.microsoft.com/office/drawing/2014/main" id="{1BF9FB7D-7EE9-4663-8E66-3BDA73C1F263}"/>
                </a:ext>
              </a:extLst>
            </p:cNvPr>
            <p:cNvSpPr/>
            <p:nvPr/>
          </p:nvSpPr>
          <p:spPr>
            <a:xfrm>
              <a:off x="7319018" y="350282"/>
              <a:ext cx="1640850" cy="3398903"/>
            </a:xfrm>
            <a:custGeom>
              <a:avLst/>
              <a:gdLst>
                <a:gd name="connsiteX0" fmla="*/ 631728 w 1640849"/>
                <a:gd name="connsiteY0" fmla="*/ 3445785 h 3398903"/>
                <a:gd name="connsiteX1" fmla="*/ 1050145 w 1640849"/>
                <a:gd name="connsiteY1" fmla="*/ 3445785 h 3398903"/>
                <a:gd name="connsiteX2" fmla="*/ 1682458 w 1640849"/>
                <a:gd name="connsiteY2" fmla="*/ 2816402 h 3398903"/>
                <a:gd name="connsiteX3" fmla="*/ 1682458 w 1640849"/>
                <a:gd name="connsiteY3" fmla="*/ 2185261 h 3398903"/>
                <a:gd name="connsiteX4" fmla="*/ 1011468 w 1640849"/>
                <a:gd name="connsiteY4" fmla="*/ 2185261 h 3398903"/>
                <a:gd name="connsiteX5" fmla="*/ 1011468 w 1640849"/>
                <a:gd name="connsiteY5" fmla="*/ 2744322 h 3398903"/>
                <a:gd name="connsiteX6" fmla="*/ 889576 w 1640849"/>
                <a:gd name="connsiteY6" fmla="*/ 2865041 h 3398903"/>
                <a:gd name="connsiteX7" fmla="*/ 802259 w 1640849"/>
                <a:gd name="connsiteY7" fmla="*/ 2865041 h 3398903"/>
                <a:gd name="connsiteX8" fmla="*/ 680954 w 1640849"/>
                <a:gd name="connsiteY8" fmla="*/ 2744322 h 3398903"/>
                <a:gd name="connsiteX9" fmla="*/ 680954 w 1640849"/>
                <a:gd name="connsiteY9" fmla="*/ 702049 h 3398903"/>
                <a:gd name="connsiteX10" fmla="*/ 802259 w 1640849"/>
                <a:gd name="connsiteY10" fmla="*/ 581330 h 3398903"/>
                <a:gd name="connsiteX11" fmla="*/ 880200 w 1640849"/>
                <a:gd name="connsiteY11" fmla="*/ 581330 h 3398903"/>
                <a:gd name="connsiteX12" fmla="*/ 1002092 w 1640849"/>
                <a:gd name="connsiteY12" fmla="*/ 702049 h 3398903"/>
                <a:gd name="connsiteX13" fmla="*/ 1002092 w 1640849"/>
                <a:gd name="connsiteY13" fmla="*/ 1176138 h 3398903"/>
                <a:gd name="connsiteX14" fmla="*/ 1673082 w 1640849"/>
                <a:gd name="connsiteY14" fmla="*/ 1176138 h 3398903"/>
                <a:gd name="connsiteX15" fmla="*/ 1673082 w 1640849"/>
                <a:gd name="connsiteY15" fmla="*/ 629383 h 3398903"/>
                <a:gd name="connsiteX16" fmla="*/ 1040769 w 1640849"/>
                <a:gd name="connsiteY16" fmla="*/ 0 h 3398903"/>
                <a:gd name="connsiteX17" fmla="*/ 632314 w 1640849"/>
                <a:gd name="connsiteY17" fmla="*/ 0 h 3398903"/>
                <a:gd name="connsiteX18" fmla="*/ 1 w 1640849"/>
                <a:gd name="connsiteY18" fmla="*/ 629383 h 3398903"/>
                <a:gd name="connsiteX19" fmla="*/ 1 w 1640849"/>
                <a:gd name="connsiteY19" fmla="*/ 2816988 h 3398903"/>
                <a:gd name="connsiteX20" fmla="*/ 631728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1728" y="3445785"/>
                  </a:moveTo>
                  <a:lnTo>
                    <a:pt x="1050145" y="3445785"/>
                  </a:lnTo>
                  <a:cubicBezTo>
                    <a:pt x="1473250" y="3445785"/>
                    <a:pt x="1682458" y="3237748"/>
                    <a:pt x="1682458" y="2816402"/>
                  </a:cubicBezTo>
                  <a:lnTo>
                    <a:pt x="1682458" y="2185261"/>
                  </a:lnTo>
                  <a:lnTo>
                    <a:pt x="1011468" y="2185261"/>
                  </a:lnTo>
                  <a:lnTo>
                    <a:pt x="1011468" y="2744322"/>
                  </a:lnTo>
                  <a:cubicBezTo>
                    <a:pt x="1011468" y="2826950"/>
                    <a:pt x="972205" y="2865041"/>
                    <a:pt x="889576" y="2865041"/>
                  </a:cubicBezTo>
                  <a:lnTo>
                    <a:pt x="802259" y="2865041"/>
                  </a:lnTo>
                  <a:cubicBezTo>
                    <a:pt x="719631" y="2865041"/>
                    <a:pt x="680954" y="2826364"/>
                    <a:pt x="680954" y="2744322"/>
                  </a:cubicBezTo>
                  <a:lnTo>
                    <a:pt x="680954" y="702049"/>
                  </a:lnTo>
                  <a:cubicBezTo>
                    <a:pt x="680954" y="620007"/>
                    <a:pt x="719631" y="581330"/>
                    <a:pt x="802259" y="581330"/>
                  </a:cubicBezTo>
                  <a:lnTo>
                    <a:pt x="880200" y="581330"/>
                  </a:lnTo>
                  <a:cubicBezTo>
                    <a:pt x="962828" y="581330"/>
                    <a:pt x="1002092" y="620007"/>
                    <a:pt x="1002092" y="702049"/>
                  </a:cubicBezTo>
                  <a:lnTo>
                    <a:pt x="1002092" y="1176138"/>
                  </a:lnTo>
                  <a:lnTo>
                    <a:pt x="1673082" y="1176138"/>
                  </a:lnTo>
                  <a:lnTo>
                    <a:pt x="1673082" y="629383"/>
                  </a:lnTo>
                  <a:cubicBezTo>
                    <a:pt x="1673082" y="208622"/>
                    <a:pt x="1463874" y="0"/>
                    <a:pt x="1040769" y="0"/>
                  </a:cubicBezTo>
                  <a:lnTo>
                    <a:pt x="632314" y="0"/>
                  </a:lnTo>
                  <a:cubicBezTo>
                    <a:pt x="209210" y="0"/>
                    <a:pt x="1" y="208036"/>
                    <a:pt x="1" y="629383"/>
                  </a:cubicBezTo>
                  <a:lnTo>
                    <a:pt x="1" y="2816988"/>
                  </a:lnTo>
                  <a:cubicBezTo>
                    <a:pt x="-585" y="3237748"/>
                    <a:pt x="208623" y="3445785"/>
                    <a:pt x="631728" y="3445785"/>
                  </a:cubicBezTo>
                </a:path>
              </a:pathLst>
            </a:custGeom>
            <a:grpFill/>
            <a:ln w="58598" cap="flat">
              <a:noFill/>
              <a:prstDash val="solid"/>
              <a:miter/>
            </a:ln>
          </p:spPr>
          <p:txBody>
            <a:bodyPr rtlCol="0" anchor="ctr"/>
            <a:lstStyle/>
            <a:p>
              <a:endParaRPr lang="en-GB" dirty="0"/>
            </a:p>
          </p:txBody>
        </p:sp>
        <p:sp>
          <p:nvSpPr>
            <p:cNvPr id="18" name="Freeform: Shape 17">
              <a:extLst>
                <a:ext uri="{FF2B5EF4-FFF2-40B4-BE49-F238E27FC236}">
                  <a16:creationId xmlns:a16="http://schemas.microsoft.com/office/drawing/2014/main" id="{9C9DB120-D9B4-4E0A-97E4-A0374420F771}"/>
                </a:ext>
              </a:extLst>
            </p:cNvPr>
            <p:cNvSpPr/>
            <p:nvPr/>
          </p:nvSpPr>
          <p:spPr>
            <a:xfrm>
              <a:off x="1085548" y="350282"/>
              <a:ext cx="1640850" cy="3398903"/>
            </a:xfrm>
            <a:custGeom>
              <a:avLst/>
              <a:gdLst>
                <a:gd name="connsiteX0" fmla="*/ 632313 w 1640849"/>
                <a:gd name="connsiteY0" fmla="*/ 3445785 h 3398903"/>
                <a:gd name="connsiteX1" fmla="*/ 1050730 w 1640849"/>
                <a:gd name="connsiteY1" fmla="*/ 3445785 h 3398903"/>
                <a:gd name="connsiteX2" fmla="*/ 1683043 w 1640849"/>
                <a:gd name="connsiteY2" fmla="*/ 2816402 h 3398903"/>
                <a:gd name="connsiteX3" fmla="*/ 1683043 w 1640849"/>
                <a:gd name="connsiteY3" fmla="*/ 2185261 h 3398903"/>
                <a:gd name="connsiteX4" fmla="*/ 1011467 w 1640849"/>
                <a:gd name="connsiteY4" fmla="*/ 2185261 h 3398903"/>
                <a:gd name="connsiteX5" fmla="*/ 1011467 w 1640849"/>
                <a:gd name="connsiteY5" fmla="*/ 2744322 h 3398903"/>
                <a:gd name="connsiteX6" fmla="*/ 889575 w 1640849"/>
                <a:gd name="connsiteY6" fmla="*/ 2865041 h 3398903"/>
                <a:gd name="connsiteX7" fmla="*/ 802258 w 1640849"/>
                <a:gd name="connsiteY7" fmla="*/ 2865041 h 3398903"/>
                <a:gd name="connsiteX8" fmla="*/ 680953 w 1640849"/>
                <a:gd name="connsiteY8" fmla="*/ 2744322 h 3398903"/>
                <a:gd name="connsiteX9" fmla="*/ 680953 w 1640849"/>
                <a:gd name="connsiteY9" fmla="*/ 702049 h 3398903"/>
                <a:gd name="connsiteX10" fmla="*/ 802258 w 1640849"/>
                <a:gd name="connsiteY10" fmla="*/ 581330 h 3398903"/>
                <a:gd name="connsiteX11" fmla="*/ 880199 w 1640849"/>
                <a:gd name="connsiteY11" fmla="*/ 581330 h 3398903"/>
                <a:gd name="connsiteX12" fmla="*/ 1001504 w 1640849"/>
                <a:gd name="connsiteY12" fmla="*/ 702049 h 3398903"/>
                <a:gd name="connsiteX13" fmla="*/ 1001504 w 1640849"/>
                <a:gd name="connsiteY13" fmla="*/ 1176138 h 3398903"/>
                <a:gd name="connsiteX14" fmla="*/ 1672495 w 1640849"/>
                <a:gd name="connsiteY14" fmla="*/ 1176138 h 3398903"/>
                <a:gd name="connsiteX15" fmla="*/ 1672495 w 1640849"/>
                <a:gd name="connsiteY15" fmla="*/ 629383 h 3398903"/>
                <a:gd name="connsiteX16" fmla="*/ 1040768 w 1640849"/>
                <a:gd name="connsiteY16" fmla="*/ 0 h 3398903"/>
                <a:gd name="connsiteX17" fmla="*/ 632313 w 1640849"/>
                <a:gd name="connsiteY17" fmla="*/ 0 h 3398903"/>
                <a:gd name="connsiteX18" fmla="*/ 0 w 1640849"/>
                <a:gd name="connsiteY18" fmla="*/ 629383 h 3398903"/>
                <a:gd name="connsiteX19" fmla="*/ 0 w 1640849"/>
                <a:gd name="connsiteY19" fmla="*/ 2816988 h 3398903"/>
                <a:gd name="connsiteX20" fmla="*/ 632313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2313" y="3445785"/>
                  </a:moveTo>
                  <a:lnTo>
                    <a:pt x="1050730" y="3445785"/>
                  </a:lnTo>
                  <a:cubicBezTo>
                    <a:pt x="1473835" y="3445785"/>
                    <a:pt x="1683043" y="3237748"/>
                    <a:pt x="1683043" y="2816402"/>
                  </a:cubicBezTo>
                  <a:lnTo>
                    <a:pt x="1683043" y="2185261"/>
                  </a:lnTo>
                  <a:lnTo>
                    <a:pt x="1011467" y="2185261"/>
                  </a:lnTo>
                  <a:lnTo>
                    <a:pt x="1011467" y="2744322"/>
                  </a:lnTo>
                  <a:cubicBezTo>
                    <a:pt x="1011467" y="2826950"/>
                    <a:pt x="972790" y="2865041"/>
                    <a:pt x="889575" y="2865041"/>
                  </a:cubicBezTo>
                  <a:lnTo>
                    <a:pt x="802258" y="2865041"/>
                  </a:lnTo>
                  <a:cubicBezTo>
                    <a:pt x="719630" y="2865041"/>
                    <a:pt x="680953" y="2826364"/>
                    <a:pt x="680953" y="2744322"/>
                  </a:cubicBezTo>
                  <a:lnTo>
                    <a:pt x="680953" y="702049"/>
                  </a:lnTo>
                  <a:cubicBezTo>
                    <a:pt x="680953" y="620007"/>
                    <a:pt x="719630" y="581330"/>
                    <a:pt x="802258" y="581330"/>
                  </a:cubicBezTo>
                  <a:lnTo>
                    <a:pt x="880199" y="581330"/>
                  </a:lnTo>
                  <a:cubicBezTo>
                    <a:pt x="962827" y="581330"/>
                    <a:pt x="1001504" y="620007"/>
                    <a:pt x="1001504" y="702049"/>
                  </a:cubicBezTo>
                  <a:lnTo>
                    <a:pt x="1001504" y="1176138"/>
                  </a:lnTo>
                  <a:lnTo>
                    <a:pt x="1672495" y="1176138"/>
                  </a:lnTo>
                  <a:lnTo>
                    <a:pt x="1672495" y="629383"/>
                  </a:lnTo>
                  <a:cubicBezTo>
                    <a:pt x="1673081" y="208036"/>
                    <a:pt x="1463872" y="0"/>
                    <a:pt x="1040768" y="0"/>
                  </a:cubicBezTo>
                  <a:lnTo>
                    <a:pt x="632313" y="0"/>
                  </a:lnTo>
                  <a:cubicBezTo>
                    <a:pt x="209208" y="0"/>
                    <a:pt x="0" y="208036"/>
                    <a:pt x="0" y="629383"/>
                  </a:cubicBezTo>
                  <a:lnTo>
                    <a:pt x="0" y="2816988"/>
                  </a:lnTo>
                  <a:cubicBezTo>
                    <a:pt x="0" y="3237748"/>
                    <a:pt x="209208" y="3445785"/>
                    <a:pt x="632313" y="3445785"/>
                  </a:cubicBezTo>
                </a:path>
              </a:pathLst>
            </a:custGeom>
            <a:grpFill/>
            <a:ln w="58598" cap="flat">
              <a:noFill/>
              <a:prstDash val="solid"/>
              <a:miter/>
            </a:ln>
          </p:spPr>
          <p:txBody>
            <a:bodyPr rtlCol="0" anchor="ctr"/>
            <a:lstStyle/>
            <a:p>
              <a:endParaRPr lang="en-GB" dirty="0"/>
            </a:p>
          </p:txBody>
        </p:sp>
        <p:sp>
          <p:nvSpPr>
            <p:cNvPr id="19" name="Freeform: Shape 18">
              <a:extLst>
                <a:ext uri="{FF2B5EF4-FFF2-40B4-BE49-F238E27FC236}">
                  <a16:creationId xmlns:a16="http://schemas.microsoft.com/office/drawing/2014/main" id="{046F621E-6A36-4CBD-B751-B1C95B227F65}"/>
                </a:ext>
              </a:extLst>
            </p:cNvPr>
            <p:cNvSpPr/>
            <p:nvPr/>
          </p:nvSpPr>
          <p:spPr>
            <a:xfrm>
              <a:off x="9407000" y="350282"/>
              <a:ext cx="1699452" cy="3398903"/>
            </a:xfrm>
            <a:custGeom>
              <a:avLst/>
              <a:gdLst>
                <a:gd name="connsiteX0" fmla="*/ 1021429 w 1699451"/>
                <a:gd name="connsiteY0" fmla="*/ 2744322 h 3398903"/>
                <a:gd name="connsiteX1" fmla="*/ 900123 w 1699451"/>
                <a:gd name="connsiteY1" fmla="*/ 2865041 h 3398903"/>
                <a:gd name="connsiteX2" fmla="*/ 802844 w 1699451"/>
                <a:gd name="connsiteY2" fmla="*/ 2865041 h 3398903"/>
                <a:gd name="connsiteX3" fmla="*/ 681539 w 1699451"/>
                <a:gd name="connsiteY3" fmla="*/ 2744322 h 3398903"/>
                <a:gd name="connsiteX4" fmla="*/ 681539 w 1699451"/>
                <a:gd name="connsiteY4" fmla="*/ 702049 h 3398903"/>
                <a:gd name="connsiteX5" fmla="*/ 802844 w 1699451"/>
                <a:gd name="connsiteY5" fmla="*/ 581330 h 3398903"/>
                <a:gd name="connsiteX6" fmla="*/ 900123 w 1699451"/>
                <a:gd name="connsiteY6" fmla="*/ 581330 h 3398903"/>
                <a:gd name="connsiteX7" fmla="*/ 1021429 w 1699451"/>
                <a:gd name="connsiteY7" fmla="*/ 702049 h 3398903"/>
                <a:gd name="connsiteX8" fmla="*/ 1021429 w 1699451"/>
                <a:gd name="connsiteY8" fmla="*/ 2744322 h 3398903"/>
                <a:gd name="connsiteX9" fmla="*/ 1702382 w 1699451"/>
                <a:gd name="connsiteY9" fmla="*/ 2816988 h 3398903"/>
                <a:gd name="connsiteX10" fmla="*/ 1702382 w 1699451"/>
                <a:gd name="connsiteY10" fmla="*/ 629383 h 3398903"/>
                <a:gd name="connsiteX11" fmla="*/ 1070068 w 1699451"/>
                <a:gd name="connsiteY11" fmla="*/ 0 h 3398903"/>
                <a:gd name="connsiteX12" fmla="*/ 632313 w 1699451"/>
                <a:gd name="connsiteY12" fmla="*/ 0 h 3398903"/>
                <a:gd name="connsiteX13" fmla="*/ 0 w 1699451"/>
                <a:gd name="connsiteY13" fmla="*/ 629383 h 3398903"/>
                <a:gd name="connsiteX14" fmla="*/ 0 w 1699451"/>
                <a:gd name="connsiteY14" fmla="*/ 2816988 h 3398903"/>
                <a:gd name="connsiteX15" fmla="*/ 632313 w 1699451"/>
                <a:gd name="connsiteY15" fmla="*/ 3446371 h 3398903"/>
                <a:gd name="connsiteX16" fmla="*/ 1070068 w 1699451"/>
                <a:gd name="connsiteY16" fmla="*/ 3446371 h 3398903"/>
                <a:gd name="connsiteX17" fmla="*/ 1702382 w 1699451"/>
                <a:gd name="connsiteY17" fmla="*/ 2816988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99451" h="3398903">
                  <a:moveTo>
                    <a:pt x="1021429" y="2744322"/>
                  </a:moveTo>
                  <a:cubicBezTo>
                    <a:pt x="1021429" y="2826950"/>
                    <a:pt x="982752" y="2865041"/>
                    <a:pt x="900123" y="2865041"/>
                  </a:cubicBezTo>
                  <a:lnTo>
                    <a:pt x="802844" y="2865041"/>
                  </a:lnTo>
                  <a:cubicBezTo>
                    <a:pt x="720215" y="2865041"/>
                    <a:pt x="681539" y="2826364"/>
                    <a:pt x="681539" y="2744322"/>
                  </a:cubicBezTo>
                  <a:lnTo>
                    <a:pt x="681539" y="702049"/>
                  </a:lnTo>
                  <a:cubicBezTo>
                    <a:pt x="681539" y="620007"/>
                    <a:pt x="720215" y="581330"/>
                    <a:pt x="802844" y="581330"/>
                  </a:cubicBezTo>
                  <a:lnTo>
                    <a:pt x="900123" y="581330"/>
                  </a:lnTo>
                  <a:cubicBezTo>
                    <a:pt x="982752" y="581330"/>
                    <a:pt x="1021429" y="620007"/>
                    <a:pt x="1021429" y="702049"/>
                  </a:cubicBezTo>
                  <a:lnTo>
                    <a:pt x="1021429" y="2744322"/>
                  </a:lnTo>
                  <a:close/>
                  <a:moveTo>
                    <a:pt x="1702382" y="2816988"/>
                  </a:moveTo>
                  <a:lnTo>
                    <a:pt x="1702382" y="629383"/>
                  </a:lnTo>
                  <a:cubicBezTo>
                    <a:pt x="1702382" y="208622"/>
                    <a:pt x="1493173" y="0"/>
                    <a:pt x="1070068" y="0"/>
                  </a:cubicBezTo>
                  <a:lnTo>
                    <a:pt x="632313" y="0"/>
                  </a:lnTo>
                  <a:cubicBezTo>
                    <a:pt x="209209" y="0"/>
                    <a:pt x="0" y="208036"/>
                    <a:pt x="0" y="629383"/>
                  </a:cubicBezTo>
                  <a:lnTo>
                    <a:pt x="0" y="2816988"/>
                  </a:lnTo>
                  <a:cubicBezTo>
                    <a:pt x="0" y="3238334"/>
                    <a:pt x="209209" y="3446371"/>
                    <a:pt x="632313" y="3446371"/>
                  </a:cubicBezTo>
                  <a:lnTo>
                    <a:pt x="1070068" y="3446371"/>
                  </a:lnTo>
                  <a:cubicBezTo>
                    <a:pt x="1493173" y="3445785"/>
                    <a:pt x="1702382" y="3237748"/>
                    <a:pt x="1702382" y="2816988"/>
                  </a:cubicBezTo>
                </a:path>
              </a:pathLst>
            </a:custGeom>
            <a:grpFill/>
            <a:ln w="58598" cap="flat">
              <a:noFill/>
              <a:prstDash val="solid"/>
              <a:miter/>
            </a:ln>
          </p:spPr>
          <p:txBody>
            <a:bodyPr rtlCol="0" anchor="ctr"/>
            <a:lstStyle/>
            <a:p>
              <a:endParaRPr lang="en-GB" dirty="0"/>
            </a:p>
          </p:txBody>
        </p:sp>
        <p:sp>
          <p:nvSpPr>
            <p:cNvPr id="20" name="Freeform: Shape 19">
              <a:extLst>
                <a:ext uri="{FF2B5EF4-FFF2-40B4-BE49-F238E27FC236}">
                  <a16:creationId xmlns:a16="http://schemas.microsoft.com/office/drawing/2014/main" id="{E09AB93F-0096-4017-A3AB-A1E87680A3EA}"/>
                </a:ext>
              </a:extLst>
            </p:cNvPr>
            <p:cNvSpPr/>
            <p:nvPr/>
          </p:nvSpPr>
          <p:spPr>
            <a:xfrm>
              <a:off x="3104379" y="379583"/>
              <a:ext cx="1816655" cy="3340301"/>
            </a:xfrm>
            <a:custGeom>
              <a:avLst/>
              <a:gdLst>
                <a:gd name="connsiteX0" fmla="*/ 1031391 w 1816655"/>
                <a:gd name="connsiteY0" fmla="*/ 2303636 h 3340301"/>
                <a:gd name="connsiteX1" fmla="*/ 729592 w 1816655"/>
                <a:gd name="connsiteY1" fmla="*/ 2303636 h 3340301"/>
                <a:gd name="connsiteX2" fmla="*/ 880199 w 1816655"/>
                <a:gd name="connsiteY2" fmla="*/ 827457 h 3340301"/>
                <a:gd name="connsiteX3" fmla="*/ 1031391 w 1816655"/>
                <a:gd name="connsiteY3" fmla="*/ 2303636 h 3340301"/>
                <a:gd name="connsiteX4" fmla="*/ 1823687 w 1816655"/>
                <a:gd name="connsiteY4" fmla="*/ 3387769 h 3340301"/>
                <a:gd name="connsiteX5" fmla="*/ 1376556 w 1816655"/>
                <a:gd name="connsiteY5" fmla="*/ 0 h 3340301"/>
                <a:gd name="connsiteX6" fmla="*/ 447132 w 1816655"/>
                <a:gd name="connsiteY6" fmla="*/ 0 h 3340301"/>
                <a:gd name="connsiteX7" fmla="*/ 0 w 1816655"/>
                <a:gd name="connsiteY7" fmla="*/ 3387769 h 3340301"/>
                <a:gd name="connsiteX8" fmla="*/ 617663 w 1816655"/>
                <a:gd name="connsiteY8" fmla="*/ 3387769 h 3340301"/>
                <a:gd name="connsiteX9" fmla="*/ 666302 w 1816655"/>
                <a:gd name="connsiteY9" fmla="*/ 2894342 h 3340301"/>
                <a:gd name="connsiteX10" fmla="*/ 1094095 w 1816655"/>
                <a:gd name="connsiteY10" fmla="*/ 2894342 h 3340301"/>
                <a:gd name="connsiteX11" fmla="*/ 1147423 w 1816655"/>
                <a:gd name="connsiteY11" fmla="*/ 3387769 h 3340301"/>
                <a:gd name="connsiteX12" fmla="*/ 1823687 w 1816655"/>
                <a:gd name="connsiteY12" fmla="*/ 3387769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6655" h="3340301">
                  <a:moveTo>
                    <a:pt x="1031391" y="2303636"/>
                  </a:moveTo>
                  <a:lnTo>
                    <a:pt x="729592" y="2303636"/>
                  </a:lnTo>
                  <a:lnTo>
                    <a:pt x="880199" y="827457"/>
                  </a:lnTo>
                  <a:lnTo>
                    <a:pt x="1031391" y="2303636"/>
                  </a:lnTo>
                  <a:close/>
                  <a:moveTo>
                    <a:pt x="1823687" y="3387769"/>
                  </a:moveTo>
                  <a:lnTo>
                    <a:pt x="1376556" y="0"/>
                  </a:lnTo>
                  <a:lnTo>
                    <a:pt x="447132" y="0"/>
                  </a:lnTo>
                  <a:lnTo>
                    <a:pt x="0" y="3387769"/>
                  </a:lnTo>
                  <a:lnTo>
                    <a:pt x="617663" y="3387769"/>
                  </a:lnTo>
                  <a:lnTo>
                    <a:pt x="666302" y="2894342"/>
                  </a:lnTo>
                  <a:lnTo>
                    <a:pt x="1094095" y="2894342"/>
                  </a:lnTo>
                  <a:lnTo>
                    <a:pt x="1147423" y="3387769"/>
                  </a:lnTo>
                  <a:lnTo>
                    <a:pt x="1823687" y="3387769"/>
                  </a:lnTo>
                  <a:close/>
                </a:path>
              </a:pathLst>
            </a:custGeom>
            <a:grpFill/>
            <a:ln w="58598" cap="flat">
              <a:noFill/>
              <a:prstDash val="solid"/>
              <a:miter/>
            </a:ln>
          </p:spPr>
          <p:txBody>
            <a:bodyPr rtlCol="0" anchor="ctr"/>
            <a:lstStyle/>
            <a:p>
              <a:endParaRPr lang="en-GB" dirty="0"/>
            </a:p>
          </p:txBody>
        </p:sp>
      </p:grpSp>
      <p:pic>
        <p:nvPicPr>
          <p:cNvPr id="21" name="Graphic 20">
            <a:extLst>
              <a:ext uri="{FF2B5EF4-FFF2-40B4-BE49-F238E27FC236}">
                <a16:creationId xmlns:a16="http://schemas.microsoft.com/office/drawing/2014/main" id="{D86B059C-232A-4A7F-9806-D82FA1ADACB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00592" y="6241691"/>
            <a:ext cx="1204913" cy="155425"/>
          </a:xfrm>
          <a:prstGeom prst="rect">
            <a:avLst/>
          </a:prstGeom>
        </p:spPr>
      </p:pic>
      <p:sp>
        <p:nvSpPr>
          <p:cNvPr id="10" name="Title 1">
            <a:extLst>
              <a:ext uri="{FF2B5EF4-FFF2-40B4-BE49-F238E27FC236}">
                <a16:creationId xmlns:a16="http://schemas.microsoft.com/office/drawing/2014/main" id="{B0B33B06-31A6-4D31-AE2E-97D9B2B3F2E6}"/>
              </a:ext>
            </a:extLst>
          </p:cNvPr>
          <p:cNvSpPr>
            <a:spLocks noGrp="1"/>
          </p:cNvSpPr>
          <p:nvPr>
            <p:ph type="title" hasCustomPrompt="1"/>
          </p:nvPr>
        </p:nvSpPr>
        <p:spPr>
          <a:xfrm>
            <a:off x="1085548" y="4755595"/>
            <a:ext cx="5394105" cy="720197"/>
          </a:xfrm>
          <a:blipFill dpi="0" rotWithShape="1">
            <a:blip r:embed="rId4"/>
            <a:srcRect/>
            <a:stretch>
              <a:fillRect t="80000" b="16000"/>
            </a:stretch>
          </a:blipFill>
        </p:spPr>
        <p:txBody>
          <a:bodyPr vert="horz" wrap="none" lIns="0" tIns="0" rIns="0" bIns="274320" rtlCol="0" anchor="b">
            <a:spAutoFit/>
          </a:bodyPr>
          <a:lstStyle>
            <a:lvl1pPr>
              <a:defRPr lang="en-GB" sz="3200" u="none" cap="none" baseline="0" dirty="0">
                <a:solidFill>
                  <a:schemeClr val="bg1"/>
                </a:solidFill>
                <a:uFill>
                  <a:solidFill>
                    <a:schemeClr val="accent1"/>
                  </a:solidFill>
                </a:uFill>
              </a:defRPr>
            </a:lvl1pPr>
          </a:lstStyle>
          <a:p>
            <a:pPr lvl="0"/>
            <a:r>
              <a:rPr lang="en-US" dirty="0"/>
              <a:t>Presentation title goes here</a:t>
            </a:r>
            <a:endParaRPr lang="en-GB" dirty="0"/>
          </a:p>
        </p:txBody>
      </p:sp>
      <p:sp>
        <p:nvSpPr>
          <p:cNvPr id="11" name="Text Placeholder 3">
            <a:extLst>
              <a:ext uri="{FF2B5EF4-FFF2-40B4-BE49-F238E27FC236}">
                <a16:creationId xmlns:a16="http://schemas.microsoft.com/office/drawing/2014/main" id="{5E150238-E68B-4742-9D98-AD50CA73D981}"/>
              </a:ext>
            </a:extLst>
          </p:cNvPr>
          <p:cNvSpPr>
            <a:spLocks noGrp="1"/>
          </p:cNvSpPr>
          <p:nvPr>
            <p:ph type="body" sz="quarter" idx="17" hasCustomPrompt="1"/>
          </p:nvPr>
        </p:nvSpPr>
        <p:spPr>
          <a:xfrm>
            <a:off x="1085548" y="5659295"/>
            <a:ext cx="6145912" cy="307777"/>
          </a:xfrm>
        </p:spPr>
        <p:txBody>
          <a:bodyPr vert="horz" wrap="square" lIns="0" tIns="0" rIns="0" bIns="0" rtlCol="0">
            <a:spAutoFit/>
          </a:bodyPr>
          <a:lstStyle>
            <a:lvl1pPr>
              <a:defRPr lang="en-US" sz="2000" cap="none" baseline="0" dirty="0">
                <a:solidFill>
                  <a:schemeClr val="bg2">
                    <a:lumMod val="75000"/>
                  </a:schemeClr>
                </a:solidFill>
                <a:latin typeface="Century Gothic" panose="020B0502020202020204" pitchFamily="34" charset="0"/>
              </a:defRPr>
            </a:lvl1pPr>
          </a:lstStyle>
          <a:p>
            <a:pPr lvl="0"/>
            <a:r>
              <a:rPr lang="en-US" dirty="0"/>
              <a:t>Subtitle goes here</a:t>
            </a:r>
          </a:p>
        </p:txBody>
      </p:sp>
      <p:sp>
        <p:nvSpPr>
          <p:cNvPr id="9" name="Text Placeholder 2">
            <a:extLst>
              <a:ext uri="{FF2B5EF4-FFF2-40B4-BE49-F238E27FC236}">
                <a16:creationId xmlns:a16="http://schemas.microsoft.com/office/drawing/2014/main" id="{58075BD1-D4DA-44D8-BEEC-045D2740876B}"/>
              </a:ext>
            </a:extLst>
          </p:cNvPr>
          <p:cNvSpPr>
            <a:spLocks noGrp="1"/>
          </p:cNvSpPr>
          <p:nvPr>
            <p:ph type="body" sz="quarter" idx="14" hasCustomPrompt="1"/>
          </p:nvPr>
        </p:nvSpPr>
        <p:spPr>
          <a:xfrm>
            <a:off x="8338761" y="4853254"/>
            <a:ext cx="2765182" cy="226989"/>
          </a:xfrm>
        </p:spPr>
        <p:txBody>
          <a:bodyPr>
            <a:normAutofit/>
          </a:bodyPr>
          <a:lstStyle>
            <a:lvl1pPr>
              <a:defRPr sz="1050" b="0" i="0">
                <a:solidFill>
                  <a:schemeClr val="bg2">
                    <a:lumMod val="75000"/>
                  </a:schemeClr>
                </a:solidFill>
                <a:latin typeface="+mn-lt"/>
              </a:defRPr>
            </a:lvl1pPr>
          </a:lstStyle>
          <a:p>
            <a:pPr lvl="0"/>
            <a:r>
              <a:rPr lang="en-US" dirty="0"/>
              <a:t>Location</a:t>
            </a:r>
          </a:p>
        </p:txBody>
      </p:sp>
      <p:sp>
        <p:nvSpPr>
          <p:cNvPr id="16" name="Text Placeholder 4">
            <a:extLst>
              <a:ext uri="{FF2B5EF4-FFF2-40B4-BE49-F238E27FC236}">
                <a16:creationId xmlns:a16="http://schemas.microsoft.com/office/drawing/2014/main" id="{0E40ED74-5B2D-4667-B898-1B6AABCDD123}"/>
              </a:ext>
            </a:extLst>
          </p:cNvPr>
          <p:cNvSpPr>
            <a:spLocks noGrp="1"/>
          </p:cNvSpPr>
          <p:nvPr>
            <p:ph type="body" sz="quarter" idx="15" hasCustomPrompt="1"/>
          </p:nvPr>
        </p:nvSpPr>
        <p:spPr>
          <a:xfrm>
            <a:off x="8338761" y="5144858"/>
            <a:ext cx="2767691" cy="226989"/>
          </a:xfrm>
        </p:spPr>
        <p:txBody>
          <a:bodyPr>
            <a:normAutofit/>
          </a:bodyPr>
          <a:lstStyle>
            <a:lvl1pPr>
              <a:defRPr sz="1050" b="0" i="0">
                <a:solidFill>
                  <a:schemeClr val="bg2">
                    <a:lumMod val="75000"/>
                  </a:schemeClr>
                </a:solidFill>
                <a:latin typeface="+mn-lt"/>
              </a:defRPr>
            </a:lvl1pPr>
          </a:lstStyle>
          <a:p>
            <a:pPr lvl="0"/>
            <a:r>
              <a:rPr lang="en-US" dirty="0"/>
              <a:t>Date</a:t>
            </a:r>
          </a:p>
        </p:txBody>
      </p:sp>
      <p:sp>
        <p:nvSpPr>
          <p:cNvPr id="17" name="Text Placeholder 9">
            <a:extLst>
              <a:ext uri="{FF2B5EF4-FFF2-40B4-BE49-F238E27FC236}">
                <a16:creationId xmlns:a16="http://schemas.microsoft.com/office/drawing/2014/main" id="{7A71F9A6-961B-4047-9742-B59B9337D93B}"/>
              </a:ext>
            </a:extLst>
          </p:cNvPr>
          <p:cNvSpPr>
            <a:spLocks noGrp="1"/>
          </p:cNvSpPr>
          <p:nvPr>
            <p:ph type="body" sz="quarter" idx="16" hasCustomPrompt="1"/>
          </p:nvPr>
        </p:nvSpPr>
        <p:spPr>
          <a:xfrm>
            <a:off x="8338761" y="5436112"/>
            <a:ext cx="2765182" cy="266460"/>
          </a:xfrm>
        </p:spPr>
        <p:txBody>
          <a:bodyPr>
            <a:normAutofit/>
          </a:bodyPr>
          <a:lstStyle>
            <a:lvl1pPr>
              <a:defRPr sz="1050" b="0" i="0">
                <a:solidFill>
                  <a:schemeClr val="bg2">
                    <a:lumMod val="75000"/>
                  </a:schemeClr>
                </a:solidFill>
                <a:latin typeface="+mn-lt"/>
              </a:defRPr>
            </a:lvl1pPr>
          </a:lstStyle>
          <a:p>
            <a:pPr lvl="0"/>
            <a:r>
              <a:rPr lang="en-US" dirty="0"/>
              <a:t>Author</a:t>
            </a:r>
          </a:p>
        </p:txBody>
      </p:sp>
      <p:sp>
        <p:nvSpPr>
          <p:cNvPr id="2" name="Picture Placeholder 23">
            <a:extLst>
              <a:ext uri="{FF2B5EF4-FFF2-40B4-BE49-F238E27FC236}">
                <a16:creationId xmlns:a16="http://schemas.microsoft.com/office/drawing/2014/main" id="{A3A67A03-8799-D380-B0A9-804572BEA5DD}"/>
              </a:ext>
              <a:ext uri="{C183D7F6-B498-43B3-948B-1728B52AA6E4}">
                <adec:decorative xmlns:adec="http://schemas.microsoft.com/office/drawing/2017/decorative" val="1"/>
              </a:ext>
            </a:extLst>
          </p:cNvPr>
          <p:cNvSpPr>
            <a:spLocks noGrp="1"/>
          </p:cNvSpPr>
          <p:nvPr>
            <p:ph type="pic" sz="quarter" idx="18" hasCustomPrompt="1"/>
          </p:nvPr>
        </p:nvSpPr>
        <p:spPr>
          <a:xfrm>
            <a:off x="8341270" y="5963755"/>
            <a:ext cx="1386000" cy="673200"/>
          </a:xfrm>
        </p:spPr>
        <p:txBody>
          <a:bodyPr anchor="ctr">
            <a:normAutofit/>
          </a:bodyPr>
          <a:lstStyle>
            <a:lvl1pPr algn="ctr">
              <a:defRPr sz="1000" b="0">
                <a:solidFill>
                  <a:schemeClr val="bg1"/>
                </a:solidFill>
              </a:defRPr>
            </a:lvl1pPr>
          </a:lstStyle>
          <a:p>
            <a:r>
              <a:rPr lang="en-GB" dirty="0"/>
              <a:t>Place client logo here if needed</a:t>
            </a:r>
          </a:p>
        </p:txBody>
      </p:sp>
    </p:spTree>
    <p:extLst>
      <p:ext uri="{BB962C8B-B14F-4D97-AF65-F5344CB8AC3E}">
        <p14:creationId xmlns:p14="http://schemas.microsoft.com/office/powerpoint/2010/main" val="1797898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3">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3148DE2E-8BDC-4E36-9D7F-4A5E3AEB964C}"/>
              </a:ext>
              <a:ext uri="{C183D7F6-B498-43B3-948B-1728B52AA6E4}">
                <adec:decorative xmlns:adec="http://schemas.microsoft.com/office/drawing/2017/decorative" val="1"/>
              </a:ext>
            </a:extLst>
          </p:cNvPr>
          <p:cNvPicPr>
            <a:picLocks/>
          </p:cNvPicPr>
          <p:nvPr userDrawn="1"/>
        </p:nvPicPr>
        <p:blipFill rotWithShape="1">
          <a:blip r:embed="rId2" cstate="screen">
            <a:alphaModFix amt="75000"/>
            <a:extLst>
              <a:ext uri="{28A0092B-C50C-407E-A947-70E740481C1C}">
                <a14:useLocalDpi xmlns:a14="http://schemas.microsoft.com/office/drawing/2010/main"/>
              </a:ext>
            </a:extLst>
          </a:blip>
          <a:srcRect l="733" t="807" b="74"/>
          <a:stretch/>
        </p:blipFill>
        <p:spPr>
          <a:xfrm>
            <a:off x="0" y="0"/>
            <a:ext cx="12192000" cy="6858000"/>
          </a:xfrm>
          <a:prstGeom prst="rect">
            <a:avLst/>
          </a:prstGeom>
        </p:spPr>
      </p:pic>
      <p:grpSp>
        <p:nvGrpSpPr>
          <p:cNvPr id="10" name="Group 9">
            <a:extLst>
              <a:ext uri="{FF2B5EF4-FFF2-40B4-BE49-F238E27FC236}">
                <a16:creationId xmlns:a16="http://schemas.microsoft.com/office/drawing/2014/main" id="{D75B2052-6BCD-43D1-8A51-E12BD2A28685}"/>
              </a:ext>
              <a:ext uri="{C183D7F6-B498-43B3-948B-1728B52AA6E4}">
                <adec:decorative xmlns:adec="http://schemas.microsoft.com/office/drawing/2017/decorative" val="1"/>
              </a:ext>
            </a:extLst>
          </p:cNvPr>
          <p:cNvGrpSpPr/>
          <p:nvPr userDrawn="1"/>
        </p:nvGrpSpPr>
        <p:grpSpPr>
          <a:xfrm>
            <a:off x="1085548" y="350282"/>
            <a:ext cx="10020904" cy="3398903"/>
            <a:chOff x="1085548" y="350282"/>
            <a:chExt cx="10020904" cy="3398903"/>
          </a:xfrm>
          <a:solidFill>
            <a:schemeClr val="tx1">
              <a:alpha val="10000"/>
            </a:schemeClr>
          </a:solidFill>
        </p:grpSpPr>
        <p:sp>
          <p:nvSpPr>
            <p:cNvPr id="17" name="Freeform: Shape 16">
              <a:extLst>
                <a:ext uri="{FF2B5EF4-FFF2-40B4-BE49-F238E27FC236}">
                  <a16:creationId xmlns:a16="http://schemas.microsoft.com/office/drawing/2014/main" id="{9EC5D55B-F1F7-4B7F-B264-7F995F80510B}"/>
                </a:ext>
              </a:extLst>
            </p:cNvPr>
            <p:cNvSpPr/>
            <p:nvPr/>
          </p:nvSpPr>
          <p:spPr>
            <a:xfrm>
              <a:off x="5301360" y="379583"/>
              <a:ext cx="1582248" cy="3340301"/>
            </a:xfrm>
            <a:custGeom>
              <a:avLst/>
              <a:gdLst>
                <a:gd name="connsiteX0" fmla="*/ 948177 w 1582248"/>
                <a:gd name="connsiteY0" fmla="*/ 1509582 h 3340301"/>
                <a:gd name="connsiteX1" fmla="*/ 826871 w 1582248"/>
                <a:gd name="connsiteY1" fmla="*/ 1630888 h 3340301"/>
                <a:gd name="connsiteX2" fmla="*/ 680952 w 1582248"/>
                <a:gd name="connsiteY2" fmla="*/ 1630888 h 3340301"/>
                <a:gd name="connsiteX3" fmla="*/ 680952 w 1582248"/>
                <a:gd name="connsiteY3" fmla="*/ 580744 h 3340301"/>
                <a:gd name="connsiteX4" fmla="*/ 826871 w 1582248"/>
                <a:gd name="connsiteY4" fmla="*/ 580744 h 3340301"/>
                <a:gd name="connsiteX5" fmla="*/ 948177 w 1582248"/>
                <a:gd name="connsiteY5" fmla="*/ 701463 h 3340301"/>
                <a:gd name="connsiteX6" fmla="*/ 948177 w 1582248"/>
                <a:gd name="connsiteY6" fmla="*/ 1509582 h 3340301"/>
                <a:gd name="connsiteX7" fmla="*/ 1629129 w 1582248"/>
                <a:gd name="connsiteY7" fmla="*/ 1582248 h 3340301"/>
                <a:gd name="connsiteX8" fmla="*/ 1629129 w 1582248"/>
                <a:gd name="connsiteY8" fmla="*/ 628797 h 3340301"/>
                <a:gd name="connsiteX9" fmla="*/ 996816 w 1582248"/>
                <a:gd name="connsiteY9" fmla="*/ 0 h 3340301"/>
                <a:gd name="connsiteX10" fmla="*/ 0 w 1582248"/>
                <a:gd name="connsiteY10" fmla="*/ 0 h 3340301"/>
                <a:gd name="connsiteX11" fmla="*/ 0 w 1582248"/>
                <a:gd name="connsiteY11" fmla="*/ 3387769 h 3340301"/>
                <a:gd name="connsiteX12" fmla="*/ 680952 w 1582248"/>
                <a:gd name="connsiteY12" fmla="*/ 3387769 h 3340301"/>
                <a:gd name="connsiteX13" fmla="*/ 680952 w 1582248"/>
                <a:gd name="connsiteY13" fmla="*/ 2211631 h 3340301"/>
                <a:gd name="connsiteX14" fmla="*/ 996816 w 1582248"/>
                <a:gd name="connsiteY14" fmla="*/ 2211631 h 3340301"/>
                <a:gd name="connsiteX15" fmla="*/ 1629129 w 1582248"/>
                <a:gd name="connsiteY15" fmla="*/ 1582248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82248" h="3340301">
                  <a:moveTo>
                    <a:pt x="948177" y="1509582"/>
                  </a:moveTo>
                  <a:cubicBezTo>
                    <a:pt x="948177" y="1591624"/>
                    <a:pt x="908913" y="1630888"/>
                    <a:pt x="826871" y="1630888"/>
                  </a:cubicBezTo>
                  <a:lnTo>
                    <a:pt x="680952" y="1630888"/>
                  </a:lnTo>
                  <a:lnTo>
                    <a:pt x="680952" y="580744"/>
                  </a:lnTo>
                  <a:lnTo>
                    <a:pt x="826871" y="580744"/>
                  </a:lnTo>
                  <a:cubicBezTo>
                    <a:pt x="909499" y="580744"/>
                    <a:pt x="948177" y="619421"/>
                    <a:pt x="948177" y="701463"/>
                  </a:cubicBezTo>
                  <a:lnTo>
                    <a:pt x="948177" y="1509582"/>
                  </a:lnTo>
                  <a:close/>
                  <a:moveTo>
                    <a:pt x="1629129" y="1582248"/>
                  </a:moveTo>
                  <a:lnTo>
                    <a:pt x="1629129" y="628797"/>
                  </a:lnTo>
                  <a:cubicBezTo>
                    <a:pt x="1629129" y="207450"/>
                    <a:pt x="1419921" y="0"/>
                    <a:pt x="996816" y="0"/>
                  </a:cubicBezTo>
                  <a:lnTo>
                    <a:pt x="0" y="0"/>
                  </a:lnTo>
                  <a:lnTo>
                    <a:pt x="0" y="3387769"/>
                  </a:lnTo>
                  <a:lnTo>
                    <a:pt x="680952" y="3387769"/>
                  </a:lnTo>
                  <a:lnTo>
                    <a:pt x="680952" y="2211631"/>
                  </a:lnTo>
                  <a:lnTo>
                    <a:pt x="996816" y="2211631"/>
                  </a:lnTo>
                  <a:cubicBezTo>
                    <a:pt x="1419921" y="2211631"/>
                    <a:pt x="1629129" y="2003595"/>
                    <a:pt x="1629129" y="1582248"/>
                  </a:cubicBezTo>
                </a:path>
              </a:pathLst>
            </a:custGeom>
            <a:grpFill/>
            <a:ln w="58598" cap="flat">
              <a:noFill/>
              <a:prstDash val="solid"/>
              <a:miter/>
            </a:ln>
          </p:spPr>
          <p:txBody>
            <a:bodyPr rtlCol="0" anchor="ctr"/>
            <a:lstStyle/>
            <a:p>
              <a:endParaRPr lang="en-GB" dirty="0"/>
            </a:p>
          </p:txBody>
        </p:sp>
        <p:sp>
          <p:nvSpPr>
            <p:cNvPr id="19" name="Freeform: Shape 18">
              <a:extLst>
                <a:ext uri="{FF2B5EF4-FFF2-40B4-BE49-F238E27FC236}">
                  <a16:creationId xmlns:a16="http://schemas.microsoft.com/office/drawing/2014/main" id="{B8E515F4-DC9E-47F8-8543-4FDBF82B9681}"/>
                </a:ext>
              </a:extLst>
            </p:cNvPr>
            <p:cNvSpPr/>
            <p:nvPr/>
          </p:nvSpPr>
          <p:spPr>
            <a:xfrm>
              <a:off x="7319018" y="350282"/>
              <a:ext cx="1640850" cy="3398903"/>
            </a:xfrm>
            <a:custGeom>
              <a:avLst/>
              <a:gdLst>
                <a:gd name="connsiteX0" fmla="*/ 631728 w 1640849"/>
                <a:gd name="connsiteY0" fmla="*/ 3445785 h 3398903"/>
                <a:gd name="connsiteX1" fmla="*/ 1050145 w 1640849"/>
                <a:gd name="connsiteY1" fmla="*/ 3445785 h 3398903"/>
                <a:gd name="connsiteX2" fmla="*/ 1682458 w 1640849"/>
                <a:gd name="connsiteY2" fmla="*/ 2816402 h 3398903"/>
                <a:gd name="connsiteX3" fmla="*/ 1682458 w 1640849"/>
                <a:gd name="connsiteY3" fmla="*/ 2185261 h 3398903"/>
                <a:gd name="connsiteX4" fmla="*/ 1011468 w 1640849"/>
                <a:gd name="connsiteY4" fmla="*/ 2185261 h 3398903"/>
                <a:gd name="connsiteX5" fmla="*/ 1011468 w 1640849"/>
                <a:gd name="connsiteY5" fmla="*/ 2744322 h 3398903"/>
                <a:gd name="connsiteX6" fmla="*/ 889576 w 1640849"/>
                <a:gd name="connsiteY6" fmla="*/ 2865041 h 3398903"/>
                <a:gd name="connsiteX7" fmla="*/ 802259 w 1640849"/>
                <a:gd name="connsiteY7" fmla="*/ 2865041 h 3398903"/>
                <a:gd name="connsiteX8" fmla="*/ 680954 w 1640849"/>
                <a:gd name="connsiteY8" fmla="*/ 2744322 h 3398903"/>
                <a:gd name="connsiteX9" fmla="*/ 680954 w 1640849"/>
                <a:gd name="connsiteY9" fmla="*/ 702049 h 3398903"/>
                <a:gd name="connsiteX10" fmla="*/ 802259 w 1640849"/>
                <a:gd name="connsiteY10" fmla="*/ 581330 h 3398903"/>
                <a:gd name="connsiteX11" fmla="*/ 880200 w 1640849"/>
                <a:gd name="connsiteY11" fmla="*/ 581330 h 3398903"/>
                <a:gd name="connsiteX12" fmla="*/ 1002092 w 1640849"/>
                <a:gd name="connsiteY12" fmla="*/ 702049 h 3398903"/>
                <a:gd name="connsiteX13" fmla="*/ 1002092 w 1640849"/>
                <a:gd name="connsiteY13" fmla="*/ 1176138 h 3398903"/>
                <a:gd name="connsiteX14" fmla="*/ 1673082 w 1640849"/>
                <a:gd name="connsiteY14" fmla="*/ 1176138 h 3398903"/>
                <a:gd name="connsiteX15" fmla="*/ 1673082 w 1640849"/>
                <a:gd name="connsiteY15" fmla="*/ 629383 h 3398903"/>
                <a:gd name="connsiteX16" fmla="*/ 1040769 w 1640849"/>
                <a:gd name="connsiteY16" fmla="*/ 0 h 3398903"/>
                <a:gd name="connsiteX17" fmla="*/ 632314 w 1640849"/>
                <a:gd name="connsiteY17" fmla="*/ 0 h 3398903"/>
                <a:gd name="connsiteX18" fmla="*/ 1 w 1640849"/>
                <a:gd name="connsiteY18" fmla="*/ 629383 h 3398903"/>
                <a:gd name="connsiteX19" fmla="*/ 1 w 1640849"/>
                <a:gd name="connsiteY19" fmla="*/ 2816988 h 3398903"/>
                <a:gd name="connsiteX20" fmla="*/ 631728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1728" y="3445785"/>
                  </a:moveTo>
                  <a:lnTo>
                    <a:pt x="1050145" y="3445785"/>
                  </a:lnTo>
                  <a:cubicBezTo>
                    <a:pt x="1473250" y="3445785"/>
                    <a:pt x="1682458" y="3237748"/>
                    <a:pt x="1682458" y="2816402"/>
                  </a:cubicBezTo>
                  <a:lnTo>
                    <a:pt x="1682458" y="2185261"/>
                  </a:lnTo>
                  <a:lnTo>
                    <a:pt x="1011468" y="2185261"/>
                  </a:lnTo>
                  <a:lnTo>
                    <a:pt x="1011468" y="2744322"/>
                  </a:lnTo>
                  <a:cubicBezTo>
                    <a:pt x="1011468" y="2826950"/>
                    <a:pt x="972205" y="2865041"/>
                    <a:pt x="889576" y="2865041"/>
                  </a:cubicBezTo>
                  <a:lnTo>
                    <a:pt x="802259" y="2865041"/>
                  </a:lnTo>
                  <a:cubicBezTo>
                    <a:pt x="719631" y="2865041"/>
                    <a:pt x="680954" y="2826364"/>
                    <a:pt x="680954" y="2744322"/>
                  </a:cubicBezTo>
                  <a:lnTo>
                    <a:pt x="680954" y="702049"/>
                  </a:lnTo>
                  <a:cubicBezTo>
                    <a:pt x="680954" y="620007"/>
                    <a:pt x="719631" y="581330"/>
                    <a:pt x="802259" y="581330"/>
                  </a:cubicBezTo>
                  <a:lnTo>
                    <a:pt x="880200" y="581330"/>
                  </a:lnTo>
                  <a:cubicBezTo>
                    <a:pt x="962828" y="581330"/>
                    <a:pt x="1002092" y="620007"/>
                    <a:pt x="1002092" y="702049"/>
                  </a:cubicBezTo>
                  <a:lnTo>
                    <a:pt x="1002092" y="1176138"/>
                  </a:lnTo>
                  <a:lnTo>
                    <a:pt x="1673082" y="1176138"/>
                  </a:lnTo>
                  <a:lnTo>
                    <a:pt x="1673082" y="629383"/>
                  </a:lnTo>
                  <a:cubicBezTo>
                    <a:pt x="1673082" y="208622"/>
                    <a:pt x="1463874" y="0"/>
                    <a:pt x="1040769" y="0"/>
                  </a:cubicBezTo>
                  <a:lnTo>
                    <a:pt x="632314" y="0"/>
                  </a:lnTo>
                  <a:cubicBezTo>
                    <a:pt x="209210" y="0"/>
                    <a:pt x="1" y="208036"/>
                    <a:pt x="1" y="629383"/>
                  </a:cubicBezTo>
                  <a:lnTo>
                    <a:pt x="1" y="2816988"/>
                  </a:lnTo>
                  <a:cubicBezTo>
                    <a:pt x="-585" y="3237748"/>
                    <a:pt x="208623" y="3445785"/>
                    <a:pt x="631728" y="3445785"/>
                  </a:cubicBezTo>
                </a:path>
              </a:pathLst>
            </a:custGeom>
            <a:grpFill/>
            <a:ln w="58598" cap="flat">
              <a:noFill/>
              <a:prstDash val="solid"/>
              <a:miter/>
            </a:ln>
          </p:spPr>
          <p:txBody>
            <a:bodyPr rtlCol="0" anchor="ctr"/>
            <a:lstStyle/>
            <a:p>
              <a:endParaRPr lang="en-GB" dirty="0"/>
            </a:p>
          </p:txBody>
        </p:sp>
        <p:sp>
          <p:nvSpPr>
            <p:cNvPr id="20" name="Freeform: Shape 19">
              <a:extLst>
                <a:ext uri="{FF2B5EF4-FFF2-40B4-BE49-F238E27FC236}">
                  <a16:creationId xmlns:a16="http://schemas.microsoft.com/office/drawing/2014/main" id="{5B2C71D2-960F-4A9A-B8F7-F9B11797C3AE}"/>
                </a:ext>
              </a:extLst>
            </p:cNvPr>
            <p:cNvSpPr/>
            <p:nvPr/>
          </p:nvSpPr>
          <p:spPr>
            <a:xfrm>
              <a:off x="1085548" y="350282"/>
              <a:ext cx="1640850" cy="3398903"/>
            </a:xfrm>
            <a:custGeom>
              <a:avLst/>
              <a:gdLst>
                <a:gd name="connsiteX0" fmla="*/ 632313 w 1640849"/>
                <a:gd name="connsiteY0" fmla="*/ 3445785 h 3398903"/>
                <a:gd name="connsiteX1" fmla="*/ 1050730 w 1640849"/>
                <a:gd name="connsiteY1" fmla="*/ 3445785 h 3398903"/>
                <a:gd name="connsiteX2" fmla="*/ 1683043 w 1640849"/>
                <a:gd name="connsiteY2" fmla="*/ 2816402 h 3398903"/>
                <a:gd name="connsiteX3" fmla="*/ 1683043 w 1640849"/>
                <a:gd name="connsiteY3" fmla="*/ 2185261 h 3398903"/>
                <a:gd name="connsiteX4" fmla="*/ 1011467 w 1640849"/>
                <a:gd name="connsiteY4" fmla="*/ 2185261 h 3398903"/>
                <a:gd name="connsiteX5" fmla="*/ 1011467 w 1640849"/>
                <a:gd name="connsiteY5" fmla="*/ 2744322 h 3398903"/>
                <a:gd name="connsiteX6" fmla="*/ 889575 w 1640849"/>
                <a:gd name="connsiteY6" fmla="*/ 2865041 h 3398903"/>
                <a:gd name="connsiteX7" fmla="*/ 802258 w 1640849"/>
                <a:gd name="connsiteY7" fmla="*/ 2865041 h 3398903"/>
                <a:gd name="connsiteX8" fmla="*/ 680953 w 1640849"/>
                <a:gd name="connsiteY8" fmla="*/ 2744322 h 3398903"/>
                <a:gd name="connsiteX9" fmla="*/ 680953 w 1640849"/>
                <a:gd name="connsiteY9" fmla="*/ 702049 h 3398903"/>
                <a:gd name="connsiteX10" fmla="*/ 802258 w 1640849"/>
                <a:gd name="connsiteY10" fmla="*/ 581330 h 3398903"/>
                <a:gd name="connsiteX11" fmla="*/ 880199 w 1640849"/>
                <a:gd name="connsiteY11" fmla="*/ 581330 h 3398903"/>
                <a:gd name="connsiteX12" fmla="*/ 1001504 w 1640849"/>
                <a:gd name="connsiteY12" fmla="*/ 702049 h 3398903"/>
                <a:gd name="connsiteX13" fmla="*/ 1001504 w 1640849"/>
                <a:gd name="connsiteY13" fmla="*/ 1176138 h 3398903"/>
                <a:gd name="connsiteX14" fmla="*/ 1672495 w 1640849"/>
                <a:gd name="connsiteY14" fmla="*/ 1176138 h 3398903"/>
                <a:gd name="connsiteX15" fmla="*/ 1672495 w 1640849"/>
                <a:gd name="connsiteY15" fmla="*/ 629383 h 3398903"/>
                <a:gd name="connsiteX16" fmla="*/ 1040768 w 1640849"/>
                <a:gd name="connsiteY16" fmla="*/ 0 h 3398903"/>
                <a:gd name="connsiteX17" fmla="*/ 632313 w 1640849"/>
                <a:gd name="connsiteY17" fmla="*/ 0 h 3398903"/>
                <a:gd name="connsiteX18" fmla="*/ 0 w 1640849"/>
                <a:gd name="connsiteY18" fmla="*/ 629383 h 3398903"/>
                <a:gd name="connsiteX19" fmla="*/ 0 w 1640849"/>
                <a:gd name="connsiteY19" fmla="*/ 2816988 h 3398903"/>
                <a:gd name="connsiteX20" fmla="*/ 632313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2313" y="3445785"/>
                  </a:moveTo>
                  <a:lnTo>
                    <a:pt x="1050730" y="3445785"/>
                  </a:lnTo>
                  <a:cubicBezTo>
                    <a:pt x="1473835" y="3445785"/>
                    <a:pt x="1683043" y="3237748"/>
                    <a:pt x="1683043" y="2816402"/>
                  </a:cubicBezTo>
                  <a:lnTo>
                    <a:pt x="1683043" y="2185261"/>
                  </a:lnTo>
                  <a:lnTo>
                    <a:pt x="1011467" y="2185261"/>
                  </a:lnTo>
                  <a:lnTo>
                    <a:pt x="1011467" y="2744322"/>
                  </a:lnTo>
                  <a:cubicBezTo>
                    <a:pt x="1011467" y="2826950"/>
                    <a:pt x="972790" y="2865041"/>
                    <a:pt x="889575" y="2865041"/>
                  </a:cubicBezTo>
                  <a:lnTo>
                    <a:pt x="802258" y="2865041"/>
                  </a:lnTo>
                  <a:cubicBezTo>
                    <a:pt x="719630" y="2865041"/>
                    <a:pt x="680953" y="2826364"/>
                    <a:pt x="680953" y="2744322"/>
                  </a:cubicBezTo>
                  <a:lnTo>
                    <a:pt x="680953" y="702049"/>
                  </a:lnTo>
                  <a:cubicBezTo>
                    <a:pt x="680953" y="620007"/>
                    <a:pt x="719630" y="581330"/>
                    <a:pt x="802258" y="581330"/>
                  </a:cubicBezTo>
                  <a:lnTo>
                    <a:pt x="880199" y="581330"/>
                  </a:lnTo>
                  <a:cubicBezTo>
                    <a:pt x="962827" y="581330"/>
                    <a:pt x="1001504" y="620007"/>
                    <a:pt x="1001504" y="702049"/>
                  </a:cubicBezTo>
                  <a:lnTo>
                    <a:pt x="1001504" y="1176138"/>
                  </a:lnTo>
                  <a:lnTo>
                    <a:pt x="1672495" y="1176138"/>
                  </a:lnTo>
                  <a:lnTo>
                    <a:pt x="1672495" y="629383"/>
                  </a:lnTo>
                  <a:cubicBezTo>
                    <a:pt x="1673081" y="208036"/>
                    <a:pt x="1463872" y="0"/>
                    <a:pt x="1040768" y="0"/>
                  </a:cubicBezTo>
                  <a:lnTo>
                    <a:pt x="632313" y="0"/>
                  </a:lnTo>
                  <a:cubicBezTo>
                    <a:pt x="209208" y="0"/>
                    <a:pt x="0" y="208036"/>
                    <a:pt x="0" y="629383"/>
                  </a:cubicBezTo>
                  <a:lnTo>
                    <a:pt x="0" y="2816988"/>
                  </a:lnTo>
                  <a:cubicBezTo>
                    <a:pt x="0" y="3237748"/>
                    <a:pt x="209208" y="3445785"/>
                    <a:pt x="632313" y="3445785"/>
                  </a:cubicBezTo>
                </a:path>
              </a:pathLst>
            </a:custGeom>
            <a:grpFill/>
            <a:ln w="58598" cap="flat">
              <a:noFill/>
              <a:prstDash val="solid"/>
              <a:miter/>
            </a:ln>
          </p:spPr>
          <p:txBody>
            <a:bodyPr rtlCol="0" anchor="ctr"/>
            <a:lstStyle/>
            <a:p>
              <a:endParaRPr lang="en-GB" dirty="0"/>
            </a:p>
          </p:txBody>
        </p:sp>
        <p:sp>
          <p:nvSpPr>
            <p:cNvPr id="21" name="Freeform: Shape 20">
              <a:extLst>
                <a:ext uri="{FF2B5EF4-FFF2-40B4-BE49-F238E27FC236}">
                  <a16:creationId xmlns:a16="http://schemas.microsoft.com/office/drawing/2014/main" id="{FB90DF89-5E51-4B40-BFB7-E1D917EA44AA}"/>
                </a:ext>
              </a:extLst>
            </p:cNvPr>
            <p:cNvSpPr/>
            <p:nvPr/>
          </p:nvSpPr>
          <p:spPr>
            <a:xfrm>
              <a:off x="9407000" y="350282"/>
              <a:ext cx="1699452" cy="3398903"/>
            </a:xfrm>
            <a:custGeom>
              <a:avLst/>
              <a:gdLst>
                <a:gd name="connsiteX0" fmla="*/ 1021429 w 1699451"/>
                <a:gd name="connsiteY0" fmla="*/ 2744322 h 3398903"/>
                <a:gd name="connsiteX1" fmla="*/ 900123 w 1699451"/>
                <a:gd name="connsiteY1" fmla="*/ 2865041 h 3398903"/>
                <a:gd name="connsiteX2" fmla="*/ 802844 w 1699451"/>
                <a:gd name="connsiteY2" fmla="*/ 2865041 h 3398903"/>
                <a:gd name="connsiteX3" fmla="*/ 681539 w 1699451"/>
                <a:gd name="connsiteY3" fmla="*/ 2744322 h 3398903"/>
                <a:gd name="connsiteX4" fmla="*/ 681539 w 1699451"/>
                <a:gd name="connsiteY4" fmla="*/ 702049 h 3398903"/>
                <a:gd name="connsiteX5" fmla="*/ 802844 w 1699451"/>
                <a:gd name="connsiteY5" fmla="*/ 581330 h 3398903"/>
                <a:gd name="connsiteX6" fmla="*/ 900123 w 1699451"/>
                <a:gd name="connsiteY6" fmla="*/ 581330 h 3398903"/>
                <a:gd name="connsiteX7" fmla="*/ 1021429 w 1699451"/>
                <a:gd name="connsiteY7" fmla="*/ 702049 h 3398903"/>
                <a:gd name="connsiteX8" fmla="*/ 1021429 w 1699451"/>
                <a:gd name="connsiteY8" fmla="*/ 2744322 h 3398903"/>
                <a:gd name="connsiteX9" fmla="*/ 1702382 w 1699451"/>
                <a:gd name="connsiteY9" fmla="*/ 2816988 h 3398903"/>
                <a:gd name="connsiteX10" fmla="*/ 1702382 w 1699451"/>
                <a:gd name="connsiteY10" fmla="*/ 629383 h 3398903"/>
                <a:gd name="connsiteX11" fmla="*/ 1070068 w 1699451"/>
                <a:gd name="connsiteY11" fmla="*/ 0 h 3398903"/>
                <a:gd name="connsiteX12" fmla="*/ 632313 w 1699451"/>
                <a:gd name="connsiteY12" fmla="*/ 0 h 3398903"/>
                <a:gd name="connsiteX13" fmla="*/ 0 w 1699451"/>
                <a:gd name="connsiteY13" fmla="*/ 629383 h 3398903"/>
                <a:gd name="connsiteX14" fmla="*/ 0 w 1699451"/>
                <a:gd name="connsiteY14" fmla="*/ 2816988 h 3398903"/>
                <a:gd name="connsiteX15" fmla="*/ 632313 w 1699451"/>
                <a:gd name="connsiteY15" fmla="*/ 3446371 h 3398903"/>
                <a:gd name="connsiteX16" fmla="*/ 1070068 w 1699451"/>
                <a:gd name="connsiteY16" fmla="*/ 3446371 h 3398903"/>
                <a:gd name="connsiteX17" fmla="*/ 1702382 w 1699451"/>
                <a:gd name="connsiteY17" fmla="*/ 2816988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99451" h="3398903">
                  <a:moveTo>
                    <a:pt x="1021429" y="2744322"/>
                  </a:moveTo>
                  <a:cubicBezTo>
                    <a:pt x="1021429" y="2826950"/>
                    <a:pt x="982752" y="2865041"/>
                    <a:pt x="900123" y="2865041"/>
                  </a:cubicBezTo>
                  <a:lnTo>
                    <a:pt x="802844" y="2865041"/>
                  </a:lnTo>
                  <a:cubicBezTo>
                    <a:pt x="720215" y="2865041"/>
                    <a:pt x="681539" y="2826364"/>
                    <a:pt x="681539" y="2744322"/>
                  </a:cubicBezTo>
                  <a:lnTo>
                    <a:pt x="681539" y="702049"/>
                  </a:lnTo>
                  <a:cubicBezTo>
                    <a:pt x="681539" y="620007"/>
                    <a:pt x="720215" y="581330"/>
                    <a:pt x="802844" y="581330"/>
                  </a:cubicBezTo>
                  <a:lnTo>
                    <a:pt x="900123" y="581330"/>
                  </a:lnTo>
                  <a:cubicBezTo>
                    <a:pt x="982752" y="581330"/>
                    <a:pt x="1021429" y="620007"/>
                    <a:pt x="1021429" y="702049"/>
                  </a:cubicBezTo>
                  <a:lnTo>
                    <a:pt x="1021429" y="2744322"/>
                  </a:lnTo>
                  <a:close/>
                  <a:moveTo>
                    <a:pt x="1702382" y="2816988"/>
                  </a:moveTo>
                  <a:lnTo>
                    <a:pt x="1702382" y="629383"/>
                  </a:lnTo>
                  <a:cubicBezTo>
                    <a:pt x="1702382" y="208622"/>
                    <a:pt x="1493173" y="0"/>
                    <a:pt x="1070068" y="0"/>
                  </a:cubicBezTo>
                  <a:lnTo>
                    <a:pt x="632313" y="0"/>
                  </a:lnTo>
                  <a:cubicBezTo>
                    <a:pt x="209209" y="0"/>
                    <a:pt x="0" y="208036"/>
                    <a:pt x="0" y="629383"/>
                  </a:cubicBezTo>
                  <a:lnTo>
                    <a:pt x="0" y="2816988"/>
                  </a:lnTo>
                  <a:cubicBezTo>
                    <a:pt x="0" y="3238334"/>
                    <a:pt x="209209" y="3446371"/>
                    <a:pt x="632313" y="3446371"/>
                  </a:cubicBezTo>
                  <a:lnTo>
                    <a:pt x="1070068" y="3446371"/>
                  </a:lnTo>
                  <a:cubicBezTo>
                    <a:pt x="1493173" y="3445785"/>
                    <a:pt x="1702382" y="3237748"/>
                    <a:pt x="1702382" y="2816988"/>
                  </a:cubicBezTo>
                </a:path>
              </a:pathLst>
            </a:custGeom>
            <a:grpFill/>
            <a:ln w="58598" cap="flat">
              <a:noFill/>
              <a:prstDash val="solid"/>
              <a:miter/>
            </a:ln>
          </p:spPr>
          <p:txBody>
            <a:bodyPr rtlCol="0" anchor="ctr"/>
            <a:lstStyle/>
            <a:p>
              <a:endParaRPr lang="en-GB" dirty="0"/>
            </a:p>
          </p:txBody>
        </p:sp>
        <p:sp>
          <p:nvSpPr>
            <p:cNvPr id="22" name="Freeform: Shape 21">
              <a:extLst>
                <a:ext uri="{FF2B5EF4-FFF2-40B4-BE49-F238E27FC236}">
                  <a16:creationId xmlns:a16="http://schemas.microsoft.com/office/drawing/2014/main" id="{DDD6550B-0913-4C97-8A69-60037CF09958}"/>
                </a:ext>
              </a:extLst>
            </p:cNvPr>
            <p:cNvSpPr/>
            <p:nvPr/>
          </p:nvSpPr>
          <p:spPr>
            <a:xfrm>
              <a:off x="3104379" y="379583"/>
              <a:ext cx="1816655" cy="3340301"/>
            </a:xfrm>
            <a:custGeom>
              <a:avLst/>
              <a:gdLst>
                <a:gd name="connsiteX0" fmla="*/ 1031391 w 1816655"/>
                <a:gd name="connsiteY0" fmla="*/ 2303636 h 3340301"/>
                <a:gd name="connsiteX1" fmla="*/ 729592 w 1816655"/>
                <a:gd name="connsiteY1" fmla="*/ 2303636 h 3340301"/>
                <a:gd name="connsiteX2" fmla="*/ 880199 w 1816655"/>
                <a:gd name="connsiteY2" fmla="*/ 827457 h 3340301"/>
                <a:gd name="connsiteX3" fmla="*/ 1031391 w 1816655"/>
                <a:gd name="connsiteY3" fmla="*/ 2303636 h 3340301"/>
                <a:gd name="connsiteX4" fmla="*/ 1823687 w 1816655"/>
                <a:gd name="connsiteY4" fmla="*/ 3387769 h 3340301"/>
                <a:gd name="connsiteX5" fmla="*/ 1376556 w 1816655"/>
                <a:gd name="connsiteY5" fmla="*/ 0 h 3340301"/>
                <a:gd name="connsiteX6" fmla="*/ 447132 w 1816655"/>
                <a:gd name="connsiteY6" fmla="*/ 0 h 3340301"/>
                <a:gd name="connsiteX7" fmla="*/ 0 w 1816655"/>
                <a:gd name="connsiteY7" fmla="*/ 3387769 h 3340301"/>
                <a:gd name="connsiteX8" fmla="*/ 617663 w 1816655"/>
                <a:gd name="connsiteY8" fmla="*/ 3387769 h 3340301"/>
                <a:gd name="connsiteX9" fmla="*/ 666302 w 1816655"/>
                <a:gd name="connsiteY9" fmla="*/ 2894342 h 3340301"/>
                <a:gd name="connsiteX10" fmla="*/ 1094095 w 1816655"/>
                <a:gd name="connsiteY10" fmla="*/ 2894342 h 3340301"/>
                <a:gd name="connsiteX11" fmla="*/ 1147423 w 1816655"/>
                <a:gd name="connsiteY11" fmla="*/ 3387769 h 3340301"/>
                <a:gd name="connsiteX12" fmla="*/ 1823687 w 1816655"/>
                <a:gd name="connsiteY12" fmla="*/ 3387769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6655" h="3340301">
                  <a:moveTo>
                    <a:pt x="1031391" y="2303636"/>
                  </a:moveTo>
                  <a:lnTo>
                    <a:pt x="729592" y="2303636"/>
                  </a:lnTo>
                  <a:lnTo>
                    <a:pt x="880199" y="827457"/>
                  </a:lnTo>
                  <a:lnTo>
                    <a:pt x="1031391" y="2303636"/>
                  </a:lnTo>
                  <a:close/>
                  <a:moveTo>
                    <a:pt x="1823687" y="3387769"/>
                  </a:moveTo>
                  <a:lnTo>
                    <a:pt x="1376556" y="0"/>
                  </a:lnTo>
                  <a:lnTo>
                    <a:pt x="447132" y="0"/>
                  </a:lnTo>
                  <a:lnTo>
                    <a:pt x="0" y="3387769"/>
                  </a:lnTo>
                  <a:lnTo>
                    <a:pt x="617663" y="3387769"/>
                  </a:lnTo>
                  <a:lnTo>
                    <a:pt x="666302" y="2894342"/>
                  </a:lnTo>
                  <a:lnTo>
                    <a:pt x="1094095" y="2894342"/>
                  </a:lnTo>
                  <a:lnTo>
                    <a:pt x="1147423" y="3387769"/>
                  </a:lnTo>
                  <a:lnTo>
                    <a:pt x="1823687" y="3387769"/>
                  </a:lnTo>
                  <a:close/>
                </a:path>
              </a:pathLst>
            </a:custGeom>
            <a:grpFill/>
            <a:ln w="58598" cap="flat">
              <a:noFill/>
              <a:prstDash val="solid"/>
              <a:miter/>
            </a:ln>
          </p:spPr>
          <p:txBody>
            <a:bodyPr rtlCol="0" anchor="ctr"/>
            <a:lstStyle/>
            <a:p>
              <a:endParaRPr lang="en-GB" dirty="0"/>
            </a:p>
          </p:txBody>
        </p:sp>
      </p:grpSp>
      <p:pic>
        <p:nvPicPr>
          <p:cNvPr id="23" name="Graphic 22">
            <a:extLst>
              <a:ext uri="{FF2B5EF4-FFF2-40B4-BE49-F238E27FC236}">
                <a16:creationId xmlns:a16="http://schemas.microsoft.com/office/drawing/2014/main" id="{FB7EB010-7D8E-4D69-B4F4-4021B25FA1DF}"/>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500592" y="6241691"/>
            <a:ext cx="1204913" cy="155425"/>
          </a:xfrm>
          <a:prstGeom prst="rect">
            <a:avLst/>
          </a:prstGeom>
        </p:spPr>
      </p:pic>
      <p:sp>
        <p:nvSpPr>
          <p:cNvPr id="13" name="Title 1">
            <a:extLst>
              <a:ext uri="{FF2B5EF4-FFF2-40B4-BE49-F238E27FC236}">
                <a16:creationId xmlns:a16="http://schemas.microsoft.com/office/drawing/2014/main" id="{B8AB4D45-658E-6049-822F-6377ACE02F38}"/>
              </a:ext>
            </a:extLst>
          </p:cNvPr>
          <p:cNvSpPr>
            <a:spLocks noGrp="1"/>
          </p:cNvSpPr>
          <p:nvPr>
            <p:ph type="title" hasCustomPrompt="1"/>
          </p:nvPr>
        </p:nvSpPr>
        <p:spPr>
          <a:xfrm>
            <a:off x="1085548" y="4755595"/>
            <a:ext cx="5394105" cy="720197"/>
          </a:xfrm>
          <a:blipFill dpi="0" rotWithShape="1">
            <a:blip r:embed="rId5"/>
            <a:srcRect/>
            <a:stretch>
              <a:fillRect t="80000" b="16000"/>
            </a:stretch>
          </a:blipFill>
        </p:spPr>
        <p:txBody>
          <a:bodyPr vert="horz" wrap="none" lIns="0" tIns="0" rIns="0" bIns="274320" rtlCol="0" anchor="b">
            <a:spAutoFit/>
          </a:bodyPr>
          <a:lstStyle>
            <a:lvl1pPr>
              <a:defRPr lang="en-GB" sz="3200" u="none" cap="none" baseline="0" dirty="0">
                <a:uFill>
                  <a:solidFill>
                    <a:schemeClr val="accent1"/>
                  </a:solidFill>
                </a:uFill>
              </a:defRPr>
            </a:lvl1pPr>
          </a:lstStyle>
          <a:p>
            <a:pPr lvl="0"/>
            <a:r>
              <a:rPr lang="en-US" dirty="0"/>
              <a:t>Presentation title goes here</a:t>
            </a:r>
            <a:endParaRPr lang="en-GB" dirty="0"/>
          </a:p>
        </p:txBody>
      </p:sp>
      <p:sp>
        <p:nvSpPr>
          <p:cNvPr id="15" name="Text Placeholder 3">
            <a:extLst>
              <a:ext uri="{FF2B5EF4-FFF2-40B4-BE49-F238E27FC236}">
                <a16:creationId xmlns:a16="http://schemas.microsoft.com/office/drawing/2014/main" id="{0F02F0D9-362D-7C41-9BC4-39FFDBB3132D}"/>
              </a:ext>
            </a:extLst>
          </p:cNvPr>
          <p:cNvSpPr>
            <a:spLocks noGrp="1"/>
          </p:cNvSpPr>
          <p:nvPr>
            <p:ph type="body" sz="quarter" idx="17" hasCustomPrompt="1"/>
          </p:nvPr>
        </p:nvSpPr>
        <p:spPr>
          <a:xfrm>
            <a:off x="1085548" y="5659295"/>
            <a:ext cx="6145912" cy="307777"/>
          </a:xfrm>
        </p:spPr>
        <p:txBody>
          <a:bodyPr vert="horz" wrap="square" lIns="0" tIns="0" rIns="0" bIns="0" rtlCol="0">
            <a:spAutoFit/>
          </a:bodyPr>
          <a:lstStyle>
            <a:lvl1pPr>
              <a:defRPr lang="en-US" sz="2000" cap="none" baseline="0" dirty="0">
                <a:solidFill>
                  <a:schemeClr val="bg2">
                    <a:lumMod val="50000"/>
                  </a:schemeClr>
                </a:solidFill>
                <a:latin typeface="Century Gothic" panose="020B0502020202020204" pitchFamily="34" charset="0"/>
              </a:defRPr>
            </a:lvl1pPr>
          </a:lstStyle>
          <a:p>
            <a:pPr lvl="0"/>
            <a:r>
              <a:rPr lang="en-US" dirty="0"/>
              <a:t>Subtitle goes here</a:t>
            </a:r>
          </a:p>
        </p:txBody>
      </p:sp>
      <p:sp>
        <p:nvSpPr>
          <p:cNvPr id="12" name="Text Placeholder 2">
            <a:extLst>
              <a:ext uri="{FF2B5EF4-FFF2-40B4-BE49-F238E27FC236}">
                <a16:creationId xmlns:a16="http://schemas.microsoft.com/office/drawing/2014/main" id="{8D8FD65E-EA83-40BA-8C85-BD6868311BD0}"/>
              </a:ext>
            </a:extLst>
          </p:cNvPr>
          <p:cNvSpPr>
            <a:spLocks noGrp="1"/>
          </p:cNvSpPr>
          <p:nvPr>
            <p:ph type="body" sz="quarter" idx="14" hasCustomPrompt="1"/>
          </p:nvPr>
        </p:nvSpPr>
        <p:spPr>
          <a:xfrm>
            <a:off x="8341270" y="4853254"/>
            <a:ext cx="2765182" cy="226989"/>
          </a:xfrm>
        </p:spPr>
        <p:txBody>
          <a:bodyPr>
            <a:normAutofit/>
          </a:bodyPr>
          <a:lstStyle>
            <a:lvl1pPr>
              <a:defRPr sz="1050" b="0" i="0">
                <a:solidFill>
                  <a:schemeClr val="bg2">
                    <a:lumMod val="75000"/>
                  </a:schemeClr>
                </a:solidFill>
                <a:latin typeface="+mn-lt"/>
              </a:defRPr>
            </a:lvl1pPr>
          </a:lstStyle>
          <a:p>
            <a:pPr lvl="0"/>
            <a:r>
              <a:rPr lang="en-US" dirty="0"/>
              <a:t>Location</a:t>
            </a:r>
          </a:p>
        </p:txBody>
      </p:sp>
      <p:sp>
        <p:nvSpPr>
          <p:cNvPr id="14" name="Text Placeholder 4">
            <a:extLst>
              <a:ext uri="{FF2B5EF4-FFF2-40B4-BE49-F238E27FC236}">
                <a16:creationId xmlns:a16="http://schemas.microsoft.com/office/drawing/2014/main" id="{0A26A899-58C5-4C45-9F23-84FE7AB29F30}"/>
              </a:ext>
            </a:extLst>
          </p:cNvPr>
          <p:cNvSpPr>
            <a:spLocks noGrp="1"/>
          </p:cNvSpPr>
          <p:nvPr>
            <p:ph type="body" sz="quarter" idx="15" hasCustomPrompt="1"/>
          </p:nvPr>
        </p:nvSpPr>
        <p:spPr>
          <a:xfrm>
            <a:off x="8341270" y="5144858"/>
            <a:ext cx="2767691" cy="226989"/>
          </a:xfrm>
        </p:spPr>
        <p:txBody>
          <a:bodyPr>
            <a:normAutofit/>
          </a:bodyPr>
          <a:lstStyle>
            <a:lvl1pPr>
              <a:defRPr sz="1050" b="0" i="0">
                <a:solidFill>
                  <a:schemeClr val="bg2">
                    <a:lumMod val="75000"/>
                  </a:schemeClr>
                </a:solidFill>
                <a:latin typeface="+mn-lt"/>
              </a:defRPr>
            </a:lvl1pPr>
          </a:lstStyle>
          <a:p>
            <a:pPr lvl="0"/>
            <a:r>
              <a:rPr lang="en-US" dirty="0"/>
              <a:t>Date</a:t>
            </a:r>
          </a:p>
        </p:txBody>
      </p:sp>
      <p:sp>
        <p:nvSpPr>
          <p:cNvPr id="16" name="Text Placeholder 9">
            <a:extLst>
              <a:ext uri="{FF2B5EF4-FFF2-40B4-BE49-F238E27FC236}">
                <a16:creationId xmlns:a16="http://schemas.microsoft.com/office/drawing/2014/main" id="{8C33C9A8-71B8-44BE-AA5B-4E51D188E490}"/>
              </a:ext>
            </a:extLst>
          </p:cNvPr>
          <p:cNvSpPr>
            <a:spLocks noGrp="1"/>
          </p:cNvSpPr>
          <p:nvPr>
            <p:ph type="body" sz="quarter" idx="16" hasCustomPrompt="1"/>
          </p:nvPr>
        </p:nvSpPr>
        <p:spPr>
          <a:xfrm>
            <a:off x="8341270" y="5436112"/>
            <a:ext cx="2765182" cy="266460"/>
          </a:xfrm>
        </p:spPr>
        <p:txBody>
          <a:bodyPr>
            <a:normAutofit/>
          </a:bodyPr>
          <a:lstStyle>
            <a:lvl1pPr>
              <a:defRPr sz="1050" b="0" i="0">
                <a:solidFill>
                  <a:schemeClr val="bg2">
                    <a:lumMod val="75000"/>
                  </a:schemeClr>
                </a:solidFill>
                <a:latin typeface="+mn-lt"/>
              </a:defRPr>
            </a:lvl1pPr>
          </a:lstStyle>
          <a:p>
            <a:pPr lvl="0"/>
            <a:r>
              <a:rPr lang="en-US" dirty="0"/>
              <a:t>Author</a:t>
            </a:r>
          </a:p>
        </p:txBody>
      </p:sp>
      <p:sp>
        <p:nvSpPr>
          <p:cNvPr id="2" name="Picture Placeholder 23">
            <a:extLst>
              <a:ext uri="{FF2B5EF4-FFF2-40B4-BE49-F238E27FC236}">
                <a16:creationId xmlns:a16="http://schemas.microsoft.com/office/drawing/2014/main" id="{E9176865-81FF-42CB-B914-39723D63DA65}"/>
              </a:ext>
              <a:ext uri="{C183D7F6-B498-43B3-948B-1728B52AA6E4}">
                <adec:decorative xmlns:adec="http://schemas.microsoft.com/office/drawing/2017/decorative" val="1"/>
              </a:ext>
            </a:extLst>
          </p:cNvPr>
          <p:cNvSpPr>
            <a:spLocks noGrp="1"/>
          </p:cNvSpPr>
          <p:nvPr>
            <p:ph type="pic" sz="quarter" idx="18" hasCustomPrompt="1"/>
          </p:nvPr>
        </p:nvSpPr>
        <p:spPr>
          <a:xfrm>
            <a:off x="8341270" y="5963755"/>
            <a:ext cx="1386000" cy="673200"/>
          </a:xfrm>
        </p:spPr>
        <p:txBody>
          <a:bodyPr anchor="ctr">
            <a:normAutofit/>
          </a:bodyPr>
          <a:lstStyle>
            <a:lvl1pPr algn="ctr">
              <a:defRPr sz="1000" b="0">
                <a:solidFill>
                  <a:schemeClr val="tx1"/>
                </a:solidFill>
              </a:defRPr>
            </a:lvl1pPr>
          </a:lstStyle>
          <a:p>
            <a:r>
              <a:rPr lang="en-GB" dirty="0"/>
              <a:t>Place client logo here if needed</a:t>
            </a:r>
          </a:p>
        </p:txBody>
      </p:sp>
    </p:spTree>
    <p:extLst>
      <p:ext uri="{BB962C8B-B14F-4D97-AF65-F5344CB8AC3E}">
        <p14:creationId xmlns:p14="http://schemas.microsoft.com/office/powerpoint/2010/main" val="8615851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4">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A3BA9917-222A-420F-8AA3-8BCDD222E471}"/>
              </a:ext>
              <a:ext uri="{C183D7F6-B498-43B3-948B-1728B52AA6E4}">
                <adec:decorative xmlns:adec="http://schemas.microsoft.com/office/drawing/2017/decorative" val="1"/>
              </a:ext>
            </a:extLst>
          </p:cNvPr>
          <p:cNvPicPr>
            <a:picLocks noChangeAspect="1"/>
          </p:cNvPicPr>
          <p:nvPr userDrawn="1"/>
        </p:nvPicPr>
        <p:blipFill rotWithShape="1">
          <a:blip r:embed="rId2" cstate="email">
            <a:grayscl/>
            <a:alphaModFix amt="80000"/>
            <a:extLst>
              <a:ext uri="{28A0092B-C50C-407E-A947-70E740481C1C}">
                <a14:useLocalDpi xmlns:a14="http://schemas.microsoft.com/office/drawing/2010/main"/>
              </a:ext>
            </a:extLst>
          </a:blip>
          <a:srcRect l="-2"/>
          <a:stretch/>
        </p:blipFill>
        <p:spPr>
          <a:xfrm>
            <a:off x="0" y="0"/>
            <a:ext cx="12192000" cy="6858000"/>
          </a:xfrm>
          <a:prstGeom prst="rect">
            <a:avLst/>
          </a:prstGeom>
        </p:spPr>
      </p:pic>
      <p:grpSp>
        <p:nvGrpSpPr>
          <p:cNvPr id="10" name="Group 9">
            <a:extLst>
              <a:ext uri="{FF2B5EF4-FFF2-40B4-BE49-F238E27FC236}">
                <a16:creationId xmlns:a16="http://schemas.microsoft.com/office/drawing/2014/main" id="{D75B2052-6BCD-43D1-8A51-E12BD2A28685}"/>
              </a:ext>
              <a:ext uri="{C183D7F6-B498-43B3-948B-1728B52AA6E4}">
                <adec:decorative xmlns:adec="http://schemas.microsoft.com/office/drawing/2017/decorative" val="1"/>
              </a:ext>
            </a:extLst>
          </p:cNvPr>
          <p:cNvGrpSpPr/>
          <p:nvPr userDrawn="1"/>
        </p:nvGrpSpPr>
        <p:grpSpPr>
          <a:xfrm>
            <a:off x="1085548" y="350282"/>
            <a:ext cx="10020904" cy="3398903"/>
            <a:chOff x="1085548" y="350282"/>
            <a:chExt cx="10020904" cy="3398903"/>
          </a:xfrm>
          <a:solidFill>
            <a:schemeClr val="tx1">
              <a:alpha val="10000"/>
            </a:schemeClr>
          </a:solidFill>
        </p:grpSpPr>
        <p:sp>
          <p:nvSpPr>
            <p:cNvPr id="17" name="Freeform: Shape 16">
              <a:extLst>
                <a:ext uri="{FF2B5EF4-FFF2-40B4-BE49-F238E27FC236}">
                  <a16:creationId xmlns:a16="http://schemas.microsoft.com/office/drawing/2014/main" id="{9EC5D55B-F1F7-4B7F-B264-7F995F80510B}"/>
                </a:ext>
              </a:extLst>
            </p:cNvPr>
            <p:cNvSpPr/>
            <p:nvPr/>
          </p:nvSpPr>
          <p:spPr>
            <a:xfrm>
              <a:off x="5301360" y="379583"/>
              <a:ext cx="1582248" cy="3340301"/>
            </a:xfrm>
            <a:custGeom>
              <a:avLst/>
              <a:gdLst>
                <a:gd name="connsiteX0" fmla="*/ 948177 w 1582248"/>
                <a:gd name="connsiteY0" fmla="*/ 1509582 h 3340301"/>
                <a:gd name="connsiteX1" fmla="*/ 826871 w 1582248"/>
                <a:gd name="connsiteY1" fmla="*/ 1630888 h 3340301"/>
                <a:gd name="connsiteX2" fmla="*/ 680952 w 1582248"/>
                <a:gd name="connsiteY2" fmla="*/ 1630888 h 3340301"/>
                <a:gd name="connsiteX3" fmla="*/ 680952 w 1582248"/>
                <a:gd name="connsiteY3" fmla="*/ 580744 h 3340301"/>
                <a:gd name="connsiteX4" fmla="*/ 826871 w 1582248"/>
                <a:gd name="connsiteY4" fmla="*/ 580744 h 3340301"/>
                <a:gd name="connsiteX5" fmla="*/ 948177 w 1582248"/>
                <a:gd name="connsiteY5" fmla="*/ 701463 h 3340301"/>
                <a:gd name="connsiteX6" fmla="*/ 948177 w 1582248"/>
                <a:gd name="connsiteY6" fmla="*/ 1509582 h 3340301"/>
                <a:gd name="connsiteX7" fmla="*/ 1629129 w 1582248"/>
                <a:gd name="connsiteY7" fmla="*/ 1582248 h 3340301"/>
                <a:gd name="connsiteX8" fmla="*/ 1629129 w 1582248"/>
                <a:gd name="connsiteY8" fmla="*/ 628797 h 3340301"/>
                <a:gd name="connsiteX9" fmla="*/ 996816 w 1582248"/>
                <a:gd name="connsiteY9" fmla="*/ 0 h 3340301"/>
                <a:gd name="connsiteX10" fmla="*/ 0 w 1582248"/>
                <a:gd name="connsiteY10" fmla="*/ 0 h 3340301"/>
                <a:gd name="connsiteX11" fmla="*/ 0 w 1582248"/>
                <a:gd name="connsiteY11" fmla="*/ 3387769 h 3340301"/>
                <a:gd name="connsiteX12" fmla="*/ 680952 w 1582248"/>
                <a:gd name="connsiteY12" fmla="*/ 3387769 h 3340301"/>
                <a:gd name="connsiteX13" fmla="*/ 680952 w 1582248"/>
                <a:gd name="connsiteY13" fmla="*/ 2211631 h 3340301"/>
                <a:gd name="connsiteX14" fmla="*/ 996816 w 1582248"/>
                <a:gd name="connsiteY14" fmla="*/ 2211631 h 3340301"/>
                <a:gd name="connsiteX15" fmla="*/ 1629129 w 1582248"/>
                <a:gd name="connsiteY15" fmla="*/ 1582248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82248" h="3340301">
                  <a:moveTo>
                    <a:pt x="948177" y="1509582"/>
                  </a:moveTo>
                  <a:cubicBezTo>
                    <a:pt x="948177" y="1591624"/>
                    <a:pt x="908913" y="1630888"/>
                    <a:pt x="826871" y="1630888"/>
                  </a:cubicBezTo>
                  <a:lnTo>
                    <a:pt x="680952" y="1630888"/>
                  </a:lnTo>
                  <a:lnTo>
                    <a:pt x="680952" y="580744"/>
                  </a:lnTo>
                  <a:lnTo>
                    <a:pt x="826871" y="580744"/>
                  </a:lnTo>
                  <a:cubicBezTo>
                    <a:pt x="909499" y="580744"/>
                    <a:pt x="948177" y="619421"/>
                    <a:pt x="948177" y="701463"/>
                  </a:cubicBezTo>
                  <a:lnTo>
                    <a:pt x="948177" y="1509582"/>
                  </a:lnTo>
                  <a:close/>
                  <a:moveTo>
                    <a:pt x="1629129" y="1582248"/>
                  </a:moveTo>
                  <a:lnTo>
                    <a:pt x="1629129" y="628797"/>
                  </a:lnTo>
                  <a:cubicBezTo>
                    <a:pt x="1629129" y="207450"/>
                    <a:pt x="1419921" y="0"/>
                    <a:pt x="996816" y="0"/>
                  </a:cubicBezTo>
                  <a:lnTo>
                    <a:pt x="0" y="0"/>
                  </a:lnTo>
                  <a:lnTo>
                    <a:pt x="0" y="3387769"/>
                  </a:lnTo>
                  <a:lnTo>
                    <a:pt x="680952" y="3387769"/>
                  </a:lnTo>
                  <a:lnTo>
                    <a:pt x="680952" y="2211631"/>
                  </a:lnTo>
                  <a:lnTo>
                    <a:pt x="996816" y="2211631"/>
                  </a:lnTo>
                  <a:cubicBezTo>
                    <a:pt x="1419921" y="2211631"/>
                    <a:pt x="1629129" y="2003595"/>
                    <a:pt x="1629129" y="1582248"/>
                  </a:cubicBezTo>
                </a:path>
              </a:pathLst>
            </a:custGeom>
            <a:grpFill/>
            <a:ln w="58598" cap="flat">
              <a:noFill/>
              <a:prstDash val="solid"/>
              <a:miter/>
            </a:ln>
          </p:spPr>
          <p:txBody>
            <a:bodyPr rtlCol="0" anchor="ctr"/>
            <a:lstStyle/>
            <a:p>
              <a:endParaRPr lang="en-GB" dirty="0"/>
            </a:p>
          </p:txBody>
        </p:sp>
        <p:sp>
          <p:nvSpPr>
            <p:cNvPr id="19" name="Freeform: Shape 18">
              <a:extLst>
                <a:ext uri="{FF2B5EF4-FFF2-40B4-BE49-F238E27FC236}">
                  <a16:creationId xmlns:a16="http://schemas.microsoft.com/office/drawing/2014/main" id="{B8E515F4-DC9E-47F8-8543-4FDBF82B9681}"/>
                </a:ext>
              </a:extLst>
            </p:cNvPr>
            <p:cNvSpPr/>
            <p:nvPr/>
          </p:nvSpPr>
          <p:spPr>
            <a:xfrm>
              <a:off x="7319018" y="350282"/>
              <a:ext cx="1640850" cy="3398903"/>
            </a:xfrm>
            <a:custGeom>
              <a:avLst/>
              <a:gdLst>
                <a:gd name="connsiteX0" fmla="*/ 631728 w 1640849"/>
                <a:gd name="connsiteY0" fmla="*/ 3445785 h 3398903"/>
                <a:gd name="connsiteX1" fmla="*/ 1050145 w 1640849"/>
                <a:gd name="connsiteY1" fmla="*/ 3445785 h 3398903"/>
                <a:gd name="connsiteX2" fmla="*/ 1682458 w 1640849"/>
                <a:gd name="connsiteY2" fmla="*/ 2816402 h 3398903"/>
                <a:gd name="connsiteX3" fmla="*/ 1682458 w 1640849"/>
                <a:gd name="connsiteY3" fmla="*/ 2185261 h 3398903"/>
                <a:gd name="connsiteX4" fmla="*/ 1011468 w 1640849"/>
                <a:gd name="connsiteY4" fmla="*/ 2185261 h 3398903"/>
                <a:gd name="connsiteX5" fmla="*/ 1011468 w 1640849"/>
                <a:gd name="connsiteY5" fmla="*/ 2744322 h 3398903"/>
                <a:gd name="connsiteX6" fmla="*/ 889576 w 1640849"/>
                <a:gd name="connsiteY6" fmla="*/ 2865041 h 3398903"/>
                <a:gd name="connsiteX7" fmla="*/ 802259 w 1640849"/>
                <a:gd name="connsiteY7" fmla="*/ 2865041 h 3398903"/>
                <a:gd name="connsiteX8" fmla="*/ 680954 w 1640849"/>
                <a:gd name="connsiteY8" fmla="*/ 2744322 h 3398903"/>
                <a:gd name="connsiteX9" fmla="*/ 680954 w 1640849"/>
                <a:gd name="connsiteY9" fmla="*/ 702049 h 3398903"/>
                <a:gd name="connsiteX10" fmla="*/ 802259 w 1640849"/>
                <a:gd name="connsiteY10" fmla="*/ 581330 h 3398903"/>
                <a:gd name="connsiteX11" fmla="*/ 880200 w 1640849"/>
                <a:gd name="connsiteY11" fmla="*/ 581330 h 3398903"/>
                <a:gd name="connsiteX12" fmla="*/ 1002092 w 1640849"/>
                <a:gd name="connsiteY12" fmla="*/ 702049 h 3398903"/>
                <a:gd name="connsiteX13" fmla="*/ 1002092 w 1640849"/>
                <a:gd name="connsiteY13" fmla="*/ 1176138 h 3398903"/>
                <a:gd name="connsiteX14" fmla="*/ 1673082 w 1640849"/>
                <a:gd name="connsiteY14" fmla="*/ 1176138 h 3398903"/>
                <a:gd name="connsiteX15" fmla="*/ 1673082 w 1640849"/>
                <a:gd name="connsiteY15" fmla="*/ 629383 h 3398903"/>
                <a:gd name="connsiteX16" fmla="*/ 1040769 w 1640849"/>
                <a:gd name="connsiteY16" fmla="*/ 0 h 3398903"/>
                <a:gd name="connsiteX17" fmla="*/ 632314 w 1640849"/>
                <a:gd name="connsiteY17" fmla="*/ 0 h 3398903"/>
                <a:gd name="connsiteX18" fmla="*/ 1 w 1640849"/>
                <a:gd name="connsiteY18" fmla="*/ 629383 h 3398903"/>
                <a:gd name="connsiteX19" fmla="*/ 1 w 1640849"/>
                <a:gd name="connsiteY19" fmla="*/ 2816988 h 3398903"/>
                <a:gd name="connsiteX20" fmla="*/ 631728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1728" y="3445785"/>
                  </a:moveTo>
                  <a:lnTo>
                    <a:pt x="1050145" y="3445785"/>
                  </a:lnTo>
                  <a:cubicBezTo>
                    <a:pt x="1473250" y="3445785"/>
                    <a:pt x="1682458" y="3237748"/>
                    <a:pt x="1682458" y="2816402"/>
                  </a:cubicBezTo>
                  <a:lnTo>
                    <a:pt x="1682458" y="2185261"/>
                  </a:lnTo>
                  <a:lnTo>
                    <a:pt x="1011468" y="2185261"/>
                  </a:lnTo>
                  <a:lnTo>
                    <a:pt x="1011468" y="2744322"/>
                  </a:lnTo>
                  <a:cubicBezTo>
                    <a:pt x="1011468" y="2826950"/>
                    <a:pt x="972205" y="2865041"/>
                    <a:pt x="889576" y="2865041"/>
                  </a:cubicBezTo>
                  <a:lnTo>
                    <a:pt x="802259" y="2865041"/>
                  </a:lnTo>
                  <a:cubicBezTo>
                    <a:pt x="719631" y="2865041"/>
                    <a:pt x="680954" y="2826364"/>
                    <a:pt x="680954" y="2744322"/>
                  </a:cubicBezTo>
                  <a:lnTo>
                    <a:pt x="680954" y="702049"/>
                  </a:lnTo>
                  <a:cubicBezTo>
                    <a:pt x="680954" y="620007"/>
                    <a:pt x="719631" y="581330"/>
                    <a:pt x="802259" y="581330"/>
                  </a:cubicBezTo>
                  <a:lnTo>
                    <a:pt x="880200" y="581330"/>
                  </a:lnTo>
                  <a:cubicBezTo>
                    <a:pt x="962828" y="581330"/>
                    <a:pt x="1002092" y="620007"/>
                    <a:pt x="1002092" y="702049"/>
                  </a:cubicBezTo>
                  <a:lnTo>
                    <a:pt x="1002092" y="1176138"/>
                  </a:lnTo>
                  <a:lnTo>
                    <a:pt x="1673082" y="1176138"/>
                  </a:lnTo>
                  <a:lnTo>
                    <a:pt x="1673082" y="629383"/>
                  </a:lnTo>
                  <a:cubicBezTo>
                    <a:pt x="1673082" y="208622"/>
                    <a:pt x="1463874" y="0"/>
                    <a:pt x="1040769" y="0"/>
                  </a:cubicBezTo>
                  <a:lnTo>
                    <a:pt x="632314" y="0"/>
                  </a:lnTo>
                  <a:cubicBezTo>
                    <a:pt x="209210" y="0"/>
                    <a:pt x="1" y="208036"/>
                    <a:pt x="1" y="629383"/>
                  </a:cubicBezTo>
                  <a:lnTo>
                    <a:pt x="1" y="2816988"/>
                  </a:lnTo>
                  <a:cubicBezTo>
                    <a:pt x="-585" y="3237748"/>
                    <a:pt x="208623" y="3445785"/>
                    <a:pt x="631728" y="3445785"/>
                  </a:cubicBezTo>
                </a:path>
              </a:pathLst>
            </a:custGeom>
            <a:grpFill/>
            <a:ln w="58598" cap="flat">
              <a:noFill/>
              <a:prstDash val="solid"/>
              <a:miter/>
            </a:ln>
          </p:spPr>
          <p:txBody>
            <a:bodyPr rtlCol="0" anchor="ctr"/>
            <a:lstStyle/>
            <a:p>
              <a:endParaRPr lang="en-GB" dirty="0"/>
            </a:p>
          </p:txBody>
        </p:sp>
        <p:sp>
          <p:nvSpPr>
            <p:cNvPr id="20" name="Freeform: Shape 19">
              <a:extLst>
                <a:ext uri="{FF2B5EF4-FFF2-40B4-BE49-F238E27FC236}">
                  <a16:creationId xmlns:a16="http://schemas.microsoft.com/office/drawing/2014/main" id="{5B2C71D2-960F-4A9A-B8F7-F9B11797C3AE}"/>
                </a:ext>
              </a:extLst>
            </p:cNvPr>
            <p:cNvSpPr/>
            <p:nvPr/>
          </p:nvSpPr>
          <p:spPr>
            <a:xfrm>
              <a:off x="1085548" y="350282"/>
              <a:ext cx="1640850" cy="3398903"/>
            </a:xfrm>
            <a:custGeom>
              <a:avLst/>
              <a:gdLst>
                <a:gd name="connsiteX0" fmla="*/ 632313 w 1640849"/>
                <a:gd name="connsiteY0" fmla="*/ 3445785 h 3398903"/>
                <a:gd name="connsiteX1" fmla="*/ 1050730 w 1640849"/>
                <a:gd name="connsiteY1" fmla="*/ 3445785 h 3398903"/>
                <a:gd name="connsiteX2" fmla="*/ 1683043 w 1640849"/>
                <a:gd name="connsiteY2" fmla="*/ 2816402 h 3398903"/>
                <a:gd name="connsiteX3" fmla="*/ 1683043 w 1640849"/>
                <a:gd name="connsiteY3" fmla="*/ 2185261 h 3398903"/>
                <a:gd name="connsiteX4" fmla="*/ 1011467 w 1640849"/>
                <a:gd name="connsiteY4" fmla="*/ 2185261 h 3398903"/>
                <a:gd name="connsiteX5" fmla="*/ 1011467 w 1640849"/>
                <a:gd name="connsiteY5" fmla="*/ 2744322 h 3398903"/>
                <a:gd name="connsiteX6" fmla="*/ 889575 w 1640849"/>
                <a:gd name="connsiteY6" fmla="*/ 2865041 h 3398903"/>
                <a:gd name="connsiteX7" fmla="*/ 802258 w 1640849"/>
                <a:gd name="connsiteY7" fmla="*/ 2865041 h 3398903"/>
                <a:gd name="connsiteX8" fmla="*/ 680953 w 1640849"/>
                <a:gd name="connsiteY8" fmla="*/ 2744322 h 3398903"/>
                <a:gd name="connsiteX9" fmla="*/ 680953 w 1640849"/>
                <a:gd name="connsiteY9" fmla="*/ 702049 h 3398903"/>
                <a:gd name="connsiteX10" fmla="*/ 802258 w 1640849"/>
                <a:gd name="connsiteY10" fmla="*/ 581330 h 3398903"/>
                <a:gd name="connsiteX11" fmla="*/ 880199 w 1640849"/>
                <a:gd name="connsiteY11" fmla="*/ 581330 h 3398903"/>
                <a:gd name="connsiteX12" fmla="*/ 1001504 w 1640849"/>
                <a:gd name="connsiteY12" fmla="*/ 702049 h 3398903"/>
                <a:gd name="connsiteX13" fmla="*/ 1001504 w 1640849"/>
                <a:gd name="connsiteY13" fmla="*/ 1176138 h 3398903"/>
                <a:gd name="connsiteX14" fmla="*/ 1672495 w 1640849"/>
                <a:gd name="connsiteY14" fmla="*/ 1176138 h 3398903"/>
                <a:gd name="connsiteX15" fmla="*/ 1672495 w 1640849"/>
                <a:gd name="connsiteY15" fmla="*/ 629383 h 3398903"/>
                <a:gd name="connsiteX16" fmla="*/ 1040768 w 1640849"/>
                <a:gd name="connsiteY16" fmla="*/ 0 h 3398903"/>
                <a:gd name="connsiteX17" fmla="*/ 632313 w 1640849"/>
                <a:gd name="connsiteY17" fmla="*/ 0 h 3398903"/>
                <a:gd name="connsiteX18" fmla="*/ 0 w 1640849"/>
                <a:gd name="connsiteY18" fmla="*/ 629383 h 3398903"/>
                <a:gd name="connsiteX19" fmla="*/ 0 w 1640849"/>
                <a:gd name="connsiteY19" fmla="*/ 2816988 h 3398903"/>
                <a:gd name="connsiteX20" fmla="*/ 632313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2313" y="3445785"/>
                  </a:moveTo>
                  <a:lnTo>
                    <a:pt x="1050730" y="3445785"/>
                  </a:lnTo>
                  <a:cubicBezTo>
                    <a:pt x="1473835" y="3445785"/>
                    <a:pt x="1683043" y="3237748"/>
                    <a:pt x="1683043" y="2816402"/>
                  </a:cubicBezTo>
                  <a:lnTo>
                    <a:pt x="1683043" y="2185261"/>
                  </a:lnTo>
                  <a:lnTo>
                    <a:pt x="1011467" y="2185261"/>
                  </a:lnTo>
                  <a:lnTo>
                    <a:pt x="1011467" y="2744322"/>
                  </a:lnTo>
                  <a:cubicBezTo>
                    <a:pt x="1011467" y="2826950"/>
                    <a:pt x="972790" y="2865041"/>
                    <a:pt x="889575" y="2865041"/>
                  </a:cubicBezTo>
                  <a:lnTo>
                    <a:pt x="802258" y="2865041"/>
                  </a:lnTo>
                  <a:cubicBezTo>
                    <a:pt x="719630" y="2865041"/>
                    <a:pt x="680953" y="2826364"/>
                    <a:pt x="680953" y="2744322"/>
                  </a:cubicBezTo>
                  <a:lnTo>
                    <a:pt x="680953" y="702049"/>
                  </a:lnTo>
                  <a:cubicBezTo>
                    <a:pt x="680953" y="620007"/>
                    <a:pt x="719630" y="581330"/>
                    <a:pt x="802258" y="581330"/>
                  </a:cubicBezTo>
                  <a:lnTo>
                    <a:pt x="880199" y="581330"/>
                  </a:lnTo>
                  <a:cubicBezTo>
                    <a:pt x="962827" y="581330"/>
                    <a:pt x="1001504" y="620007"/>
                    <a:pt x="1001504" y="702049"/>
                  </a:cubicBezTo>
                  <a:lnTo>
                    <a:pt x="1001504" y="1176138"/>
                  </a:lnTo>
                  <a:lnTo>
                    <a:pt x="1672495" y="1176138"/>
                  </a:lnTo>
                  <a:lnTo>
                    <a:pt x="1672495" y="629383"/>
                  </a:lnTo>
                  <a:cubicBezTo>
                    <a:pt x="1673081" y="208036"/>
                    <a:pt x="1463872" y="0"/>
                    <a:pt x="1040768" y="0"/>
                  </a:cubicBezTo>
                  <a:lnTo>
                    <a:pt x="632313" y="0"/>
                  </a:lnTo>
                  <a:cubicBezTo>
                    <a:pt x="209208" y="0"/>
                    <a:pt x="0" y="208036"/>
                    <a:pt x="0" y="629383"/>
                  </a:cubicBezTo>
                  <a:lnTo>
                    <a:pt x="0" y="2816988"/>
                  </a:lnTo>
                  <a:cubicBezTo>
                    <a:pt x="0" y="3237748"/>
                    <a:pt x="209208" y="3445785"/>
                    <a:pt x="632313" y="3445785"/>
                  </a:cubicBezTo>
                </a:path>
              </a:pathLst>
            </a:custGeom>
            <a:grpFill/>
            <a:ln w="58598" cap="flat">
              <a:noFill/>
              <a:prstDash val="solid"/>
              <a:miter/>
            </a:ln>
          </p:spPr>
          <p:txBody>
            <a:bodyPr rtlCol="0" anchor="ctr"/>
            <a:lstStyle/>
            <a:p>
              <a:endParaRPr lang="en-GB" dirty="0"/>
            </a:p>
          </p:txBody>
        </p:sp>
        <p:sp>
          <p:nvSpPr>
            <p:cNvPr id="21" name="Freeform: Shape 20">
              <a:extLst>
                <a:ext uri="{FF2B5EF4-FFF2-40B4-BE49-F238E27FC236}">
                  <a16:creationId xmlns:a16="http://schemas.microsoft.com/office/drawing/2014/main" id="{FB90DF89-5E51-4B40-BFB7-E1D917EA44AA}"/>
                </a:ext>
              </a:extLst>
            </p:cNvPr>
            <p:cNvSpPr/>
            <p:nvPr/>
          </p:nvSpPr>
          <p:spPr>
            <a:xfrm>
              <a:off x="9407000" y="350282"/>
              <a:ext cx="1699452" cy="3398903"/>
            </a:xfrm>
            <a:custGeom>
              <a:avLst/>
              <a:gdLst>
                <a:gd name="connsiteX0" fmla="*/ 1021429 w 1699451"/>
                <a:gd name="connsiteY0" fmla="*/ 2744322 h 3398903"/>
                <a:gd name="connsiteX1" fmla="*/ 900123 w 1699451"/>
                <a:gd name="connsiteY1" fmla="*/ 2865041 h 3398903"/>
                <a:gd name="connsiteX2" fmla="*/ 802844 w 1699451"/>
                <a:gd name="connsiteY2" fmla="*/ 2865041 h 3398903"/>
                <a:gd name="connsiteX3" fmla="*/ 681539 w 1699451"/>
                <a:gd name="connsiteY3" fmla="*/ 2744322 h 3398903"/>
                <a:gd name="connsiteX4" fmla="*/ 681539 w 1699451"/>
                <a:gd name="connsiteY4" fmla="*/ 702049 h 3398903"/>
                <a:gd name="connsiteX5" fmla="*/ 802844 w 1699451"/>
                <a:gd name="connsiteY5" fmla="*/ 581330 h 3398903"/>
                <a:gd name="connsiteX6" fmla="*/ 900123 w 1699451"/>
                <a:gd name="connsiteY6" fmla="*/ 581330 h 3398903"/>
                <a:gd name="connsiteX7" fmla="*/ 1021429 w 1699451"/>
                <a:gd name="connsiteY7" fmla="*/ 702049 h 3398903"/>
                <a:gd name="connsiteX8" fmla="*/ 1021429 w 1699451"/>
                <a:gd name="connsiteY8" fmla="*/ 2744322 h 3398903"/>
                <a:gd name="connsiteX9" fmla="*/ 1702382 w 1699451"/>
                <a:gd name="connsiteY9" fmla="*/ 2816988 h 3398903"/>
                <a:gd name="connsiteX10" fmla="*/ 1702382 w 1699451"/>
                <a:gd name="connsiteY10" fmla="*/ 629383 h 3398903"/>
                <a:gd name="connsiteX11" fmla="*/ 1070068 w 1699451"/>
                <a:gd name="connsiteY11" fmla="*/ 0 h 3398903"/>
                <a:gd name="connsiteX12" fmla="*/ 632313 w 1699451"/>
                <a:gd name="connsiteY12" fmla="*/ 0 h 3398903"/>
                <a:gd name="connsiteX13" fmla="*/ 0 w 1699451"/>
                <a:gd name="connsiteY13" fmla="*/ 629383 h 3398903"/>
                <a:gd name="connsiteX14" fmla="*/ 0 w 1699451"/>
                <a:gd name="connsiteY14" fmla="*/ 2816988 h 3398903"/>
                <a:gd name="connsiteX15" fmla="*/ 632313 w 1699451"/>
                <a:gd name="connsiteY15" fmla="*/ 3446371 h 3398903"/>
                <a:gd name="connsiteX16" fmla="*/ 1070068 w 1699451"/>
                <a:gd name="connsiteY16" fmla="*/ 3446371 h 3398903"/>
                <a:gd name="connsiteX17" fmla="*/ 1702382 w 1699451"/>
                <a:gd name="connsiteY17" fmla="*/ 2816988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99451" h="3398903">
                  <a:moveTo>
                    <a:pt x="1021429" y="2744322"/>
                  </a:moveTo>
                  <a:cubicBezTo>
                    <a:pt x="1021429" y="2826950"/>
                    <a:pt x="982752" y="2865041"/>
                    <a:pt x="900123" y="2865041"/>
                  </a:cubicBezTo>
                  <a:lnTo>
                    <a:pt x="802844" y="2865041"/>
                  </a:lnTo>
                  <a:cubicBezTo>
                    <a:pt x="720215" y="2865041"/>
                    <a:pt x="681539" y="2826364"/>
                    <a:pt x="681539" y="2744322"/>
                  </a:cubicBezTo>
                  <a:lnTo>
                    <a:pt x="681539" y="702049"/>
                  </a:lnTo>
                  <a:cubicBezTo>
                    <a:pt x="681539" y="620007"/>
                    <a:pt x="720215" y="581330"/>
                    <a:pt x="802844" y="581330"/>
                  </a:cubicBezTo>
                  <a:lnTo>
                    <a:pt x="900123" y="581330"/>
                  </a:lnTo>
                  <a:cubicBezTo>
                    <a:pt x="982752" y="581330"/>
                    <a:pt x="1021429" y="620007"/>
                    <a:pt x="1021429" y="702049"/>
                  </a:cubicBezTo>
                  <a:lnTo>
                    <a:pt x="1021429" y="2744322"/>
                  </a:lnTo>
                  <a:close/>
                  <a:moveTo>
                    <a:pt x="1702382" y="2816988"/>
                  </a:moveTo>
                  <a:lnTo>
                    <a:pt x="1702382" y="629383"/>
                  </a:lnTo>
                  <a:cubicBezTo>
                    <a:pt x="1702382" y="208622"/>
                    <a:pt x="1493173" y="0"/>
                    <a:pt x="1070068" y="0"/>
                  </a:cubicBezTo>
                  <a:lnTo>
                    <a:pt x="632313" y="0"/>
                  </a:lnTo>
                  <a:cubicBezTo>
                    <a:pt x="209209" y="0"/>
                    <a:pt x="0" y="208036"/>
                    <a:pt x="0" y="629383"/>
                  </a:cubicBezTo>
                  <a:lnTo>
                    <a:pt x="0" y="2816988"/>
                  </a:lnTo>
                  <a:cubicBezTo>
                    <a:pt x="0" y="3238334"/>
                    <a:pt x="209209" y="3446371"/>
                    <a:pt x="632313" y="3446371"/>
                  </a:cubicBezTo>
                  <a:lnTo>
                    <a:pt x="1070068" y="3446371"/>
                  </a:lnTo>
                  <a:cubicBezTo>
                    <a:pt x="1493173" y="3445785"/>
                    <a:pt x="1702382" y="3237748"/>
                    <a:pt x="1702382" y="2816988"/>
                  </a:cubicBezTo>
                </a:path>
              </a:pathLst>
            </a:custGeom>
            <a:grpFill/>
            <a:ln w="58598" cap="flat">
              <a:noFill/>
              <a:prstDash val="solid"/>
              <a:miter/>
            </a:ln>
          </p:spPr>
          <p:txBody>
            <a:bodyPr rtlCol="0" anchor="ctr"/>
            <a:lstStyle/>
            <a:p>
              <a:endParaRPr lang="en-GB" dirty="0"/>
            </a:p>
          </p:txBody>
        </p:sp>
        <p:sp>
          <p:nvSpPr>
            <p:cNvPr id="22" name="Freeform: Shape 21">
              <a:extLst>
                <a:ext uri="{FF2B5EF4-FFF2-40B4-BE49-F238E27FC236}">
                  <a16:creationId xmlns:a16="http://schemas.microsoft.com/office/drawing/2014/main" id="{DDD6550B-0913-4C97-8A69-60037CF09958}"/>
                </a:ext>
              </a:extLst>
            </p:cNvPr>
            <p:cNvSpPr/>
            <p:nvPr/>
          </p:nvSpPr>
          <p:spPr>
            <a:xfrm>
              <a:off x="3104379" y="379583"/>
              <a:ext cx="1816655" cy="3340301"/>
            </a:xfrm>
            <a:custGeom>
              <a:avLst/>
              <a:gdLst>
                <a:gd name="connsiteX0" fmla="*/ 1031391 w 1816655"/>
                <a:gd name="connsiteY0" fmla="*/ 2303636 h 3340301"/>
                <a:gd name="connsiteX1" fmla="*/ 729592 w 1816655"/>
                <a:gd name="connsiteY1" fmla="*/ 2303636 h 3340301"/>
                <a:gd name="connsiteX2" fmla="*/ 880199 w 1816655"/>
                <a:gd name="connsiteY2" fmla="*/ 827457 h 3340301"/>
                <a:gd name="connsiteX3" fmla="*/ 1031391 w 1816655"/>
                <a:gd name="connsiteY3" fmla="*/ 2303636 h 3340301"/>
                <a:gd name="connsiteX4" fmla="*/ 1823687 w 1816655"/>
                <a:gd name="connsiteY4" fmla="*/ 3387769 h 3340301"/>
                <a:gd name="connsiteX5" fmla="*/ 1376556 w 1816655"/>
                <a:gd name="connsiteY5" fmla="*/ 0 h 3340301"/>
                <a:gd name="connsiteX6" fmla="*/ 447132 w 1816655"/>
                <a:gd name="connsiteY6" fmla="*/ 0 h 3340301"/>
                <a:gd name="connsiteX7" fmla="*/ 0 w 1816655"/>
                <a:gd name="connsiteY7" fmla="*/ 3387769 h 3340301"/>
                <a:gd name="connsiteX8" fmla="*/ 617663 w 1816655"/>
                <a:gd name="connsiteY8" fmla="*/ 3387769 h 3340301"/>
                <a:gd name="connsiteX9" fmla="*/ 666302 w 1816655"/>
                <a:gd name="connsiteY9" fmla="*/ 2894342 h 3340301"/>
                <a:gd name="connsiteX10" fmla="*/ 1094095 w 1816655"/>
                <a:gd name="connsiteY10" fmla="*/ 2894342 h 3340301"/>
                <a:gd name="connsiteX11" fmla="*/ 1147423 w 1816655"/>
                <a:gd name="connsiteY11" fmla="*/ 3387769 h 3340301"/>
                <a:gd name="connsiteX12" fmla="*/ 1823687 w 1816655"/>
                <a:gd name="connsiteY12" fmla="*/ 3387769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6655" h="3340301">
                  <a:moveTo>
                    <a:pt x="1031391" y="2303636"/>
                  </a:moveTo>
                  <a:lnTo>
                    <a:pt x="729592" y="2303636"/>
                  </a:lnTo>
                  <a:lnTo>
                    <a:pt x="880199" y="827457"/>
                  </a:lnTo>
                  <a:lnTo>
                    <a:pt x="1031391" y="2303636"/>
                  </a:lnTo>
                  <a:close/>
                  <a:moveTo>
                    <a:pt x="1823687" y="3387769"/>
                  </a:moveTo>
                  <a:lnTo>
                    <a:pt x="1376556" y="0"/>
                  </a:lnTo>
                  <a:lnTo>
                    <a:pt x="447132" y="0"/>
                  </a:lnTo>
                  <a:lnTo>
                    <a:pt x="0" y="3387769"/>
                  </a:lnTo>
                  <a:lnTo>
                    <a:pt x="617663" y="3387769"/>
                  </a:lnTo>
                  <a:lnTo>
                    <a:pt x="666302" y="2894342"/>
                  </a:lnTo>
                  <a:lnTo>
                    <a:pt x="1094095" y="2894342"/>
                  </a:lnTo>
                  <a:lnTo>
                    <a:pt x="1147423" y="3387769"/>
                  </a:lnTo>
                  <a:lnTo>
                    <a:pt x="1823687" y="3387769"/>
                  </a:lnTo>
                  <a:close/>
                </a:path>
              </a:pathLst>
            </a:custGeom>
            <a:grpFill/>
            <a:ln w="58598" cap="flat">
              <a:noFill/>
              <a:prstDash val="solid"/>
              <a:miter/>
            </a:ln>
          </p:spPr>
          <p:txBody>
            <a:bodyPr rtlCol="0" anchor="ctr"/>
            <a:lstStyle/>
            <a:p>
              <a:endParaRPr lang="en-GB" dirty="0"/>
            </a:p>
          </p:txBody>
        </p:sp>
      </p:grpSp>
      <p:pic>
        <p:nvPicPr>
          <p:cNvPr id="26" name="Graphic 25">
            <a:extLst>
              <a:ext uri="{FF2B5EF4-FFF2-40B4-BE49-F238E27FC236}">
                <a16:creationId xmlns:a16="http://schemas.microsoft.com/office/drawing/2014/main" id="{8A9B20E4-FDB6-458A-8018-5AB812F7D66A}"/>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500592" y="6241691"/>
            <a:ext cx="1204913" cy="155425"/>
          </a:xfrm>
          <a:prstGeom prst="rect">
            <a:avLst/>
          </a:prstGeom>
        </p:spPr>
      </p:pic>
      <p:sp>
        <p:nvSpPr>
          <p:cNvPr id="13" name="Title 1">
            <a:extLst>
              <a:ext uri="{FF2B5EF4-FFF2-40B4-BE49-F238E27FC236}">
                <a16:creationId xmlns:a16="http://schemas.microsoft.com/office/drawing/2014/main" id="{B8AB4D45-658E-6049-822F-6377ACE02F38}"/>
              </a:ext>
            </a:extLst>
          </p:cNvPr>
          <p:cNvSpPr>
            <a:spLocks noGrp="1"/>
          </p:cNvSpPr>
          <p:nvPr>
            <p:ph type="title" hasCustomPrompt="1"/>
          </p:nvPr>
        </p:nvSpPr>
        <p:spPr>
          <a:xfrm>
            <a:off x="1085548" y="4755595"/>
            <a:ext cx="5394105" cy="720197"/>
          </a:xfrm>
          <a:blipFill dpi="0" rotWithShape="1">
            <a:blip r:embed="rId5"/>
            <a:srcRect/>
            <a:stretch>
              <a:fillRect t="80000" b="16000"/>
            </a:stretch>
          </a:blipFill>
        </p:spPr>
        <p:txBody>
          <a:bodyPr vert="horz" wrap="none" lIns="0" tIns="0" rIns="0" bIns="274320" rtlCol="0" anchor="b">
            <a:spAutoFit/>
          </a:bodyPr>
          <a:lstStyle>
            <a:lvl1pPr>
              <a:defRPr lang="en-GB" sz="3200" u="none" dirty="0">
                <a:uFill>
                  <a:solidFill>
                    <a:schemeClr val="accent1"/>
                  </a:solidFill>
                </a:uFill>
              </a:defRPr>
            </a:lvl1pPr>
          </a:lstStyle>
          <a:p>
            <a:pPr lvl="0"/>
            <a:r>
              <a:rPr lang="en-US" dirty="0"/>
              <a:t>Presentation title goes here</a:t>
            </a:r>
            <a:endParaRPr lang="en-GB" dirty="0"/>
          </a:p>
        </p:txBody>
      </p:sp>
      <p:sp>
        <p:nvSpPr>
          <p:cNvPr id="15" name="Text Placeholder 3">
            <a:extLst>
              <a:ext uri="{FF2B5EF4-FFF2-40B4-BE49-F238E27FC236}">
                <a16:creationId xmlns:a16="http://schemas.microsoft.com/office/drawing/2014/main" id="{0F02F0D9-362D-7C41-9BC4-39FFDBB3132D}"/>
              </a:ext>
            </a:extLst>
          </p:cNvPr>
          <p:cNvSpPr>
            <a:spLocks noGrp="1"/>
          </p:cNvSpPr>
          <p:nvPr>
            <p:ph type="body" sz="quarter" idx="17" hasCustomPrompt="1"/>
          </p:nvPr>
        </p:nvSpPr>
        <p:spPr>
          <a:xfrm>
            <a:off x="1085548" y="5659295"/>
            <a:ext cx="6145912" cy="307777"/>
          </a:xfrm>
        </p:spPr>
        <p:txBody>
          <a:bodyPr vert="horz" wrap="square" lIns="0" tIns="0" rIns="0" bIns="0" rtlCol="0">
            <a:spAutoFit/>
          </a:bodyPr>
          <a:lstStyle>
            <a:lvl1pPr>
              <a:defRPr lang="en-US" sz="2000" cap="none" baseline="0" dirty="0">
                <a:solidFill>
                  <a:schemeClr val="bg2">
                    <a:lumMod val="50000"/>
                  </a:schemeClr>
                </a:solidFill>
                <a:latin typeface="Century Gothic" panose="020B0502020202020204" pitchFamily="34" charset="0"/>
              </a:defRPr>
            </a:lvl1pPr>
          </a:lstStyle>
          <a:p>
            <a:pPr lvl="0"/>
            <a:r>
              <a:rPr lang="en-US" dirty="0"/>
              <a:t>Subtitle goes here</a:t>
            </a:r>
          </a:p>
        </p:txBody>
      </p:sp>
      <p:sp>
        <p:nvSpPr>
          <p:cNvPr id="12" name="Text Placeholder 2">
            <a:extLst>
              <a:ext uri="{FF2B5EF4-FFF2-40B4-BE49-F238E27FC236}">
                <a16:creationId xmlns:a16="http://schemas.microsoft.com/office/drawing/2014/main" id="{8D8FD65E-EA83-40BA-8C85-BD6868311BD0}"/>
              </a:ext>
            </a:extLst>
          </p:cNvPr>
          <p:cNvSpPr>
            <a:spLocks noGrp="1"/>
          </p:cNvSpPr>
          <p:nvPr>
            <p:ph type="body" sz="quarter" idx="14" hasCustomPrompt="1"/>
          </p:nvPr>
        </p:nvSpPr>
        <p:spPr>
          <a:xfrm>
            <a:off x="8341270" y="4853254"/>
            <a:ext cx="2765182" cy="226989"/>
          </a:xfrm>
        </p:spPr>
        <p:txBody>
          <a:bodyPr>
            <a:normAutofit/>
          </a:bodyPr>
          <a:lstStyle>
            <a:lvl1pPr>
              <a:defRPr sz="1050" b="0" i="0">
                <a:solidFill>
                  <a:schemeClr val="bg2">
                    <a:lumMod val="75000"/>
                  </a:schemeClr>
                </a:solidFill>
                <a:latin typeface="+mn-lt"/>
              </a:defRPr>
            </a:lvl1pPr>
          </a:lstStyle>
          <a:p>
            <a:pPr lvl="0"/>
            <a:r>
              <a:rPr lang="en-US" dirty="0"/>
              <a:t>Location</a:t>
            </a:r>
          </a:p>
        </p:txBody>
      </p:sp>
      <p:sp>
        <p:nvSpPr>
          <p:cNvPr id="14" name="Text Placeholder 4">
            <a:extLst>
              <a:ext uri="{FF2B5EF4-FFF2-40B4-BE49-F238E27FC236}">
                <a16:creationId xmlns:a16="http://schemas.microsoft.com/office/drawing/2014/main" id="{0A26A899-58C5-4C45-9F23-84FE7AB29F30}"/>
              </a:ext>
            </a:extLst>
          </p:cNvPr>
          <p:cNvSpPr>
            <a:spLocks noGrp="1"/>
          </p:cNvSpPr>
          <p:nvPr>
            <p:ph type="body" sz="quarter" idx="15" hasCustomPrompt="1"/>
          </p:nvPr>
        </p:nvSpPr>
        <p:spPr>
          <a:xfrm>
            <a:off x="8341270" y="5144858"/>
            <a:ext cx="2767691" cy="226989"/>
          </a:xfrm>
        </p:spPr>
        <p:txBody>
          <a:bodyPr>
            <a:normAutofit/>
          </a:bodyPr>
          <a:lstStyle>
            <a:lvl1pPr>
              <a:defRPr sz="1050" b="0" i="0">
                <a:solidFill>
                  <a:schemeClr val="bg2">
                    <a:lumMod val="75000"/>
                  </a:schemeClr>
                </a:solidFill>
                <a:latin typeface="+mn-lt"/>
              </a:defRPr>
            </a:lvl1pPr>
          </a:lstStyle>
          <a:p>
            <a:pPr lvl="0"/>
            <a:r>
              <a:rPr lang="en-US" dirty="0"/>
              <a:t>Date</a:t>
            </a:r>
          </a:p>
        </p:txBody>
      </p:sp>
      <p:sp>
        <p:nvSpPr>
          <p:cNvPr id="16" name="Text Placeholder 9">
            <a:extLst>
              <a:ext uri="{FF2B5EF4-FFF2-40B4-BE49-F238E27FC236}">
                <a16:creationId xmlns:a16="http://schemas.microsoft.com/office/drawing/2014/main" id="{8C33C9A8-71B8-44BE-AA5B-4E51D188E490}"/>
              </a:ext>
            </a:extLst>
          </p:cNvPr>
          <p:cNvSpPr>
            <a:spLocks noGrp="1"/>
          </p:cNvSpPr>
          <p:nvPr>
            <p:ph type="body" sz="quarter" idx="16" hasCustomPrompt="1"/>
          </p:nvPr>
        </p:nvSpPr>
        <p:spPr>
          <a:xfrm>
            <a:off x="8341270" y="5436112"/>
            <a:ext cx="2765182" cy="266460"/>
          </a:xfrm>
        </p:spPr>
        <p:txBody>
          <a:bodyPr>
            <a:normAutofit/>
          </a:bodyPr>
          <a:lstStyle>
            <a:lvl1pPr>
              <a:defRPr sz="1050" b="0" i="0">
                <a:solidFill>
                  <a:schemeClr val="bg2">
                    <a:lumMod val="75000"/>
                  </a:schemeClr>
                </a:solidFill>
                <a:latin typeface="+mn-lt"/>
              </a:defRPr>
            </a:lvl1pPr>
          </a:lstStyle>
          <a:p>
            <a:pPr lvl="0"/>
            <a:r>
              <a:rPr lang="en-US" dirty="0"/>
              <a:t>Author</a:t>
            </a:r>
          </a:p>
        </p:txBody>
      </p:sp>
      <p:sp>
        <p:nvSpPr>
          <p:cNvPr id="2" name="Picture Placeholder 23">
            <a:extLst>
              <a:ext uri="{FF2B5EF4-FFF2-40B4-BE49-F238E27FC236}">
                <a16:creationId xmlns:a16="http://schemas.microsoft.com/office/drawing/2014/main" id="{99C6FFB7-A614-773E-5080-C36A62A8EF3C}"/>
              </a:ext>
              <a:ext uri="{C183D7F6-B498-43B3-948B-1728B52AA6E4}">
                <adec:decorative xmlns:adec="http://schemas.microsoft.com/office/drawing/2017/decorative" val="1"/>
              </a:ext>
            </a:extLst>
          </p:cNvPr>
          <p:cNvSpPr>
            <a:spLocks noGrp="1"/>
          </p:cNvSpPr>
          <p:nvPr>
            <p:ph type="pic" sz="quarter" idx="18" hasCustomPrompt="1"/>
          </p:nvPr>
        </p:nvSpPr>
        <p:spPr>
          <a:xfrm>
            <a:off x="8341270" y="5963755"/>
            <a:ext cx="1386000" cy="673200"/>
          </a:xfrm>
        </p:spPr>
        <p:txBody>
          <a:bodyPr anchor="ctr">
            <a:normAutofit/>
          </a:bodyPr>
          <a:lstStyle>
            <a:lvl1pPr algn="ctr">
              <a:defRPr sz="1000" b="0">
                <a:solidFill>
                  <a:schemeClr val="tx1"/>
                </a:solidFill>
              </a:defRPr>
            </a:lvl1pPr>
          </a:lstStyle>
          <a:p>
            <a:r>
              <a:rPr lang="en-GB" dirty="0"/>
              <a:t>Place client logo here if needed</a:t>
            </a:r>
          </a:p>
        </p:txBody>
      </p:sp>
    </p:spTree>
    <p:extLst>
      <p:ext uri="{BB962C8B-B14F-4D97-AF65-F5344CB8AC3E}">
        <p14:creationId xmlns:p14="http://schemas.microsoft.com/office/powerpoint/2010/main" val="12051240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5">
    <p:bg>
      <p:bgPr>
        <a:solidFill>
          <a:schemeClr val="tx1"/>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8BD2800B-45A3-4CAA-8BE1-DB38704AAE7B}"/>
              </a:ext>
              <a:ext uri="{C183D7F6-B498-43B3-948B-1728B52AA6E4}">
                <adec:decorative xmlns:adec="http://schemas.microsoft.com/office/drawing/2017/decorative" val="1"/>
              </a:ext>
            </a:extLst>
          </p:cNvPr>
          <p:cNvPicPr>
            <a:picLocks noChangeAspect="1"/>
          </p:cNvPicPr>
          <p:nvPr userDrawn="1"/>
        </p:nvPicPr>
        <p:blipFill>
          <a:blip r:embed="rId2">
            <a:alphaModFix amt="20000"/>
            <a:extLst>
              <a:ext uri="{28A0092B-C50C-407E-A947-70E740481C1C}">
                <a14:useLocalDpi xmlns:a14="http://schemas.microsoft.com/office/drawing/2010/main" val="0"/>
              </a:ext>
            </a:extLst>
          </a:blip>
          <a:srcRect/>
          <a:stretch/>
        </p:blipFill>
        <p:spPr>
          <a:xfrm>
            <a:off x="5013" y="-5"/>
            <a:ext cx="12181973" cy="6858000"/>
          </a:xfrm>
          <a:prstGeom prst="rect">
            <a:avLst/>
          </a:prstGeom>
        </p:spPr>
      </p:pic>
      <p:grpSp>
        <p:nvGrpSpPr>
          <p:cNvPr id="31" name="Group 30">
            <a:extLst>
              <a:ext uri="{FF2B5EF4-FFF2-40B4-BE49-F238E27FC236}">
                <a16:creationId xmlns:a16="http://schemas.microsoft.com/office/drawing/2014/main" id="{7AF0178D-E788-4736-90BC-AF8ECE6E25EE}"/>
              </a:ext>
              <a:ext uri="{C183D7F6-B498-43B3-948B-1728B52AA6E4}">
                <adec:decorative xmlns:adec="http://schemas.microsoft.com/office/drawing/2017/decorative" val="1"/>
              </a:ext>
            </a:extLst>
          </p:cNvPr>
          <p:cNvGrpSpPr/>
          <p:nvPr userDrawn="1"/>
        </p:nvGrpSpPr>
        <p:grpSpPr>
          <a:xfrm>
            <a:off x="1085548" y="350282"/>
            <a:ext cx="10020904" cy="3398903"/>
            <a:chOff x="1085548" y="350282"/>
            <a:chExt cx="10020904" cy="3398903"/>
          </a:xfrm>
          <a:solidFill>
            <a:schemeClr val="bg1">
              <a:alpha val="15000"/>
            </a:schemeClr>
          </a:solidFill>
        </p:grpSpPr>
        <p:sp>
          <p:nvSpPr>
            <p:cNvPr id="32" name="Freeform: Shape 31">
              <a:extLst>
                <a:ext uri="{FF2B5EF4-FFF2-40B4-BE49-F238E27FC236}">
                  <a16:creationId xmlns:a16="http://schemas.microsoft.com/office/drawing/2014/main" id="{DC941E64-F765-4286-A42B-1BC3A24F1ACC}"/>
                </a:ext>
              </a:extLst>
            </p:cNvPr>
            <p:cNvSpPr/>
            <p:nvPr/>
          </p:nvSpPr>
          <p:spPr>
            <a:xfrm>
              <a:off x="5301360" y="379583"/>
              <a:ext cx="1582248" cy="3340301"/>
            </a:xfrm>
            <a:custGeom>
              <a:avLst/>
              <a:gdLst>
                <a:gd name="connsiteX0" fmla="*/ 948177 w 1582248"/>
                <a:gd name="connsiteY0" fmla="*/ 1509582 h 3340301"/>
                <a:gd name="connsiteX1" fmla="*/ 826871 w 1582248"/>
                <a:gd name="connsiteY1" fmla="*/ 1630888 h 3340301"/>
                <a:gd name="connsiteX2" fmla="*/ 680952 w 1582248"/>
                <a:gd name="connsiteY2" fmla="*/ 1630888 h 3340301"/>
                <a:gd name="connsiteX3" fmla="*/ 680952 w 1582248"/>
                <a:gd name="connsiteY3" fmla="*/ 580744 h 3340301"/>
                <a:gd name="connsiteX4" fmla="*/ 826871 w 1582248"/>
                <a:gd name="connsiteY4" fmla="*/ 580744 h 3340301"/>
                <a:gd name="connsiteX5" fmla="*/ 948177 w 1582248"/>
                <a:gd name="connsiteY5" fmla="*/ 701463 h 3340301"/>
                <a:gd name="connsiteX6" fmla="*/ 948177 w 1582248"/>
                <a:gd name="connsiteY6" fmla="*/ 1509582 h 3340301"/>
                <a:gd name="connsiteX7" fmla="*/ 1629129 w 1582248"/>
                <a:gd name="connsiteY7" fmla="*/ 1582248 h 3340301"/>
                <a:gd name="connsiteX8" fmla="*/ 1629129 w 1582248"/>
                <a:gd name="connsiteY8" fmla="*/ 628797 h 3340301"/>
                <a:gd name="connsiteX9" fmla="*/ 996816 w 1582248"/>
                <a:gd name="connsiteY9" fmla="*/ 0 h 3340301"/>
                <a:gd name="connsiteX10" fmla="*/ 0 w 1582248"/>
                <a:gd name="connsiteY10" fmla="*/ 0 h 3340301"/>
                <a:gd name="connsiteX11" fmla="*/ 0 w 1582248"/>
                <a:gd name="connsiteY11" fmla="*/ 3387769 h 3340301"/>
                <a:gd name="connsiteX12" fmla="*/ 680952 w 1582248"/>
                <a:gd name="connsiteY12" fmla="*/ 3387769 h 3340301"/>
                <a:gd name="connsiteX13" fmla="*/ 680952 w 1582248"/>
                <a:gd name="connsiteY13" fmla="*/ 2211631 h 3340301"/>
                <a:gd name="connsiteX14" fmla="*/ 996816 w 1582248"/>
                <a:gd name="connsiteY14" fmla="*/ 2211631 h 3340301"/>
                <a:gd name="connsiteX15" fmla="*/ 1629129 w 1582248"/>
                <a:gd name="connsiteY15" fmla="*/ 1582248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82248" h="3340301">
                  <a:moveTo>
                    <a:pt x="948177" y="1509582"/>
                  </a:moveTo>
                  <a:cubicBezTo>
                    <a:pt x="948177" y="1591624"/>
                    <a:pt x="908913" y="1630888"/>
                    <a:pt x="826871" y="1630888"/>
                  </a:cubicBezTo>
                  <a:lnTo>
                    <a:pt x="680952" y="1630888"/>
                  </a:lnTo>
                  <a:lnTo>
                    <a:pt x="680952" y="580744"/>
                  </a:lnTo>
                  <a:lnTo>
                    <a:pt x="826871" y="580744"/>
                  </a:lnTo>
                  <a:cubicBezTo>
                    <a:pt x="909499" y="580744"/>
                    <a:pt x="948177" y="619421"/>
                    <a:pt x="948177" y="701463"/>
                  </a:cubicBezTo>
                  <a:lnTo>
                    <a:pt x="948177" y="1509582"/>
                  </a:lnTo>
                  <a:close/>
                  <a:moveTo>
                    <a:pt x="1629129" y="1582248"/>
                  </a:moveTo>
                  <a:lnTo>
                    <a:pt x="1629129" y="628797"/>
                  </a:lnTo>
                  <a:cubicBezTo>
                    <a:pt x="1629129" y="207450"/>
                    <a:pt x="1419921" y="0"/>
                    <a:pt x="996816" y="0"/>
                  </a:cubicBezTo>
                  <a:lnTo>
                    <a:pt x="0" y="0"/>
                  </a:lnTo>
                  <a:lnTo>
                    <a:pt x="0" y="3387769"/>
                  </a:lnTo>
                  <a:lnTo>
                    <a:pt x="680952" y="3387769"/>
                  </a:lnTo>
                  <a:lnTo>
                    <a:pt x="680952" y="2211631"/>
                  </a:lnTo>
                  <a:lnTo>
                    <a:pt x="996816" y="2211631"/>
                  </a:lnTo>
                  <a:cubicBezTo>
                    <a:pt x="1419921" y="2211631"/>
                    <a:pt x="1629129" y="2003595"/>
                    <a:pt x="1629129" y="1582248"/>
                  </a:cubicBezTo>
                </a:path>
              </a:pathLst>
            </a:custGeom>
            <a:grpFill/>
            <a:ln w="58598" cap="flat">
              <a:noFill/>
              <a:prstDash val="solid"/>
              <a:miter/>
            </a:ln>
          </p:spPr>
          <p:txBody>
            <a:bodyPr rtlCol="0" anchor="ctr"/>
            <a:lstStyle/>
            <a:p>
              <a:endParaRPr lang="en-GB" dirty="0"/>
            </a:p>
          </p:txBody>
        </p:sp>
        <p:sp>
          <p:nvSpPr>
            <p:cNvPr id="33" name="Freeform: Shape 32">
              <a:extLst>
                <a:ext uri="{FF2B5EF4-FFF2-40B4-BE49-F238E27FC236}">
                  <a16:creationId xmlns:a16="http://schemas.microsoft.com/office/drawing/2014/main" id="{C2968466-31E3-45BC-9B20-6E2AB47D061D}"/>
                </a:ext>
              </a:extLst>
            </p:cNvPr>
            <p:cNvSpPr/>
            <p:nvPr/>
          </p:nvSpPr>
          <p:spPr>
            <a:xfrm>
              <a:off x="7319018" y="350282"/>
              <a:ext cx="1640850" cy="3398903"/>
            </a:xfrm>
            <a:custGeom>
              <a:avLst/>
              <a:gdLst>
                <a:gd name="connsiteX0" fmla="*/ 631728 w 1640849"/>
                <a:gd name="connsiteY0" fmla="*/ 3445785 h 3398903"/>
                <a:gd name="connsiteX1" fmla="*/ 1050145 w 1640849"/>
                <a:gd name="connsiteY1" fmla="*/ 3445785 h 3398903"/>
                <a:gd name="connsiteX2" fmla="*/ 1682458 w 1640849"/>
                <a:gd name="connsiteY2" fmla="*/ 2816402 h 3398903"/>
                <a:gd name="connsiteX3" fmla="*/ 1682458 w 1640849"/>
                <a:gd name="connsiteY3" fmla="*/ 2185261 h 3398903"/>
                <a:gd name="connsiteX4" fmla="*/ 1011468 w 1640849"/>
                <a:gd name="connsiteY4" fmla="*/ 2185261 h 3398903"/>
                <a:gd name="connsiteX5" fmla="*/ 1011468 w 1640849"/>
                <a:gd name="connsiteY5" fmla="*/ 2744322 h 3398903"/>
                <a:gd name="connsiteX6" fmla="*/ 889576 w 1640849"/>
                <a:gd name="connsiteY6" fmla="*/ 2865041 h 3398903"/>
                <a:gd name="connsiteX7" fmla="*/ 802259 w 1640849"/>
                <a:gd name="connsiteY7" fmla="*/ 2865041 h 3398903"/>
                <a:gd name="connsiteX8" fmla="*/ 680954 w 1640849"/>
                <a:gd name="connsiteY8" fmla="*/ 2744322 h 3398903"/>
                <a:gd name="connsiteX9" fmla="*/ 680954 w 1640849"/>
                <a:gd name="connsiteY9" fmla="*/ 702049 h 3398903"/>
                <a:gd name="connsiteX10" fmla="*/ 802259 w 1640849"/>
                <a:gd name="connsiteY10" fmla="*/ 581330 h 3398903"/>
                <a:gd name="connsiteX11" fmla="*/ 880200 w 1640849"/>
                <a:gd name="connsiteY11" fmla="*/ 581330 h 3398903"/>
                <a:gd name="connsiteX12" fmla="*/ 1002092 w 1640849"/>
                <a:gd name="connsiteY12" fmla="*/ 702049 h 3398903"/>
                <a:gd name="connsiteX13" fmla="*/ 1002092 w 1640849"/>
                <a:gd name="connsiteY13" fmla="*/ 1176138 h 3398903"/>
                <a:gd name="connsiteX14" fmla="*/ 1673082 w 1640849"/>
                <a:gd name="connsiteY14" fmla="*/ 1176138 h 3398903"/>
                <a:gd name="connsiteX15" fmla="*/ 1673082 w 1640849"/>
                <a:gd name="connsiteY15" fmla="*/ 629383 h 3398903"/>
                <a:gd name="connsiteX16" fmla="*/ 1040769 w 1640849"/>
                <a:gd name="connsiteY16" fmla="*/ 0 h 3398903"/>
                <a:gd name="connsiteX17" fmla="*/ 632314 w 1640849"/>
                <a:gd name="connsiteY17" fmla="*/ 0 h 3398903"/>
                <a:gd name="connsiteX18" fmla="*/ 1 w 1640849"/>
                <a:gd name="connsiteY18" fmla="*/ 629383 h 3398903"/>
                <a:gd name="connsiteX19" fmla="*/ 1 w 1640849"/>
                <a:gd name="connsiteY19" fmla="*/ 2816988 h 3398903"/>
                <a:gd name="connsiteX20" fmla="*/ 631728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1728" y="3445785"/>
                  </a:moveTo>
                  <a:lnTo>
                    <a:pt x="1050145" y="3445785"/>
                  </a:lnTo>
                  <a:cubicBezTo>
                    <a:pt x="1473250" y="3445785"/>
                    <a:pt x="1682458" y="3237748"/>
                    <a:pt x="1682458" y="2816402"/>
                  </a:cubicBezTo>
                  <a:lnTo>
                    <a:pt x="1682458" y="2185261"/>
                  </a:lnTo>
                  <a:lnTo>
                    <a:pt x="1011468" y="2185261"/>
                  </a:lnTo>
                  <a:lnTo>
                    <a:pt x="1011468" y="2744322"/>
                  </a:lnTo>
                  <a:cubicBezTo>
                    <a:pt x="1011468" y="2826950"/>
                    <a:pt x="972205" y="2865041"/>
                    <a:pt x="889576" y="2865041"/>
                  </a:cubicBezTo>
                  <a:lnTo>
                    <a:pt x="802259" y="2865041"/>
                  </a:lnTo>
                  <a:cubicBezTo>
                    <a:pt x="719631" y="2865041"/>
                    <a:pt x="680954" y="2826364"/>
                    <a:pt x="680954" y="2744322"/>
                  </a:cubicBezTo>
                  <a:lnTo>
                    <a:pt x="680954" y="702049"/>
                  </a:lnTo>
                  <a:cubicBezTo>
                    <a:pt x="680954" y="620007"/>
                    <a:pt x="719631" y="581330"/>
                    <a:pt x="802259" y="581330"/>
                  </a:cubicBezTo>
                  <a:lnTo>
                    <a:pt x="880200" y="581330"/>
                  </a:lnTo>
                  <a:cubicBezTo>
                    <a:pt x="962828" y="581330"/>
                    <a:pt x="1002092" y="620007"/>
                    <a:pt x="1002092" y="702049"/>
                  </a:cubicBezTo>
                  <a:lnTo>
                    <a:pt x="1002092" y="1176138"/>
                  </a:lnTo>
                  <a:lnTo>
                    <a:pt x="1673082" y="1176138"/>
                  </a:lnTo>
                  <a:lnTo>
                    <a:pt x="1673082" y="629383"/>
                  </a:lnTo>
                  <a:cubicBezTo>
                    <a:pt x="1673082" y="208622"/>
                    <a:pt x="1463874" y="0"/>
                    <a:pt x="1040769" y="0"/>
                  </a:cubicBezTo>
                  <a:lnTo>
                    <a:pt x="632314" y="0"/>
                  </a:lnTo>
                  <a:cubicBezTo>
                    <a:pt x="209210" y="0"/>
                    <a:pt x="1" y="208036"/>
                    <a:pt x="1" y="629383"/>
                  </a:cubicBezTo>
                  <a:lnTo>
                    <a:pt x="1" y="2816988"/>
                  </a:lnTo>
                  <a:cubicBezTo>
                    <a:pt x="-585" y="3237748"/>
                    <a:pt x="208623" y="3445785"/>
                    <a:pt x="631728" y="3445785"/>
                  </a:cubicBezTo>
                </a:path>
              </a:pathLst>
            </a:custGeom>
            <a:grpFill/>
            <a:ln w="58598" cap="flat">
              <a:noFill/>
              <a:prstDash val="solid"/>
              <a:miter/>
            </a:ln>
          </p:spPr>
          <p:txBody>
            <a:bodyPr rtlCol="0" anchor="ctr"/>
            <a:lstStyle/>
            <a:p>
              <a:endParaRPr lang="en-GB" dirty="0"/>
            </a:p>
          </p:txBody>
        </p:sp>
        <p:sp>
          <p:nvSpPr>
            <p:cNvPr id="34" name="Freeform: Shape 33">
              <a:extLst>
                <a:ext uri="{FF2B5EF4-FFF2-40B4-BE49-F238E27FC236}">
                  <a16:creationId xmlns:a16="http://schemas.microsoft.com/office/drawing/2014/main" id="{7F808203-117E-494A-83AB-562ED723FFE9}"/>
                </a:ext>
              </a:extLst>
            </p:cNvPr>
            <p:cNvSpPr/>
            <p:nvPr/>
          </p:nvSpPr>
          <p:spPr>
            <a:xfrm>
              <a:off x="1085548" y="350282"/>
              <a:ext cx="1640850" cy="3398903"/>
            </a:xfrm>
            <a:custGeom>
              <a:avLst/>
              <a:gdLst>
                <a:gd name="connsiteX0" fmla="*/ 632313 w 1640849"/>
                <a:gd name="connsiteY0" fmla="*/ 3445785 h 3398903"/>
                <a:gd name="connsiteX1" fmla="*/ 1050730 w 1640849"/>
                <a:gd name="connsiteY1" fmla="*/ 3445785 h 3398903"/>
                <a:gd name="connsiteX2" fmla="*/ 1683043 w 1640849"/>
                <a:gd name="connsiteY2" fmla="*/ 2816402 h 3398903"/>
                <a:gd name="connsiteX3" fmla="*/ 1683043 w 1640849"/>
                <a:gd name="connsiteY3" fmla="*/ 2185261 h 3398903"/>
                <a:gd name="connsiteX4" fmla="*/ 1011467 w 1640849"/>
                <a:gd name="connsiteY4" fmla="*/ 2185261 h 3398903"/>
                <a:gd name="connsiteX5" fmla="*/ 1011467 w 1640849"/>
                <a:gd name="connsiteY5" fmla="*/ 2744322 h 3398903"/>
                <a:gd name="connsiteX6" fmla="*/ 889575 w 1640849"/>
                <a:gd name="connsiteY6" fmla="*/ 2865041 h 3398903"/>
                <a:gd name="connsiteX7" fmla="*/ 802258 w 1640849"/>
                <a:gd name="connsiteY7" fmla="*/ 2865041 h 3398903"/>
                <a:gd name="connsiteX8" fmla="*/ 680953 w 1640849"/>
                <a:gd name="connsiteY8" fmla="*/ 2744322 h 3398903"/>
                <a:gd name="connsiteX9" fmla="*/ 680953 w 1640849"/>
                <a:gd name="connsiteY9" fmla="*/ 702049 h 3398903"/>
                <a:gd name="connsiteX10" fmla="*/ 802258 w 1640849"/>
                <a:gd name="connsiteY10" fmla="*/ 581330 h 3398903"/>
                <a:gd name="connsiteX11" fmla="*/ 880199 w 1640849"/>
                <a:gd name="connsiteY11" fmla="*/ 581330 h 3398903"/>
                <a:gd name="connsiteX12" fmla="*/ 1001504 w 1640849"/>
                <a:gd name="connsiteY12" fmla="*/ 702049 h 3398903"/>
                <a:gd name="connsiteX13" fmla="*/ 1001504 w 1640849"/>
                <a:gd name="connsiteY13" fmla="*/ 1176138 h 3398903"/>
                <a:gd name="connsiteX14" fmla="*/ 1672495 w 1640849"/>
                <a:gd name="connsiteY14" fmla="*/ 1176138 h 3398903"/>
                <a:gd name="connsiteX15" fmla="*/ 1672495 w 1640849"/>
                <a:gd name="connsiteY15" fmla="*/ 629383 h 3398903"/>
                <a:gd name="connsiteX16" fmla="*/ 1040768 w 1640849"/>
                <a:gd name="connsiteY16" fmla="*/ 0 h 3398903"/>
                <a:gd name="connsiteX17" fmla="*/ 632313 w 1640849"/>
                <a:gd name="connsiteY17" fmla="*/ 0 h 3398903"/>
                <a:gd name="connsiteX18" fmla="*/ 0 w 1640849"/>
                <a:gd name="connsiteY18" fmla="*/ 629383 h 3398903"/>
                <a:gd name="connsiteX19" fmla="*/ 0 w 1640849"/>
                <a:gd name="connsiteY19" fmla="*/ 2816988 h 3398903"/>
                <a:gd name="connsiteX20" fmla="*/ 632313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2313" y="3445785"/>
                  </a:moveTo>
                  <a:lnTo>
                    <a:pt x="1050730" y="3445785"/>
                  </a:lnTo>
                  <a:cubicBezTo>
                    <a:pt x="1473835" y="3445785"/>
                    <a:pt x="1683043" y="3237748"/>
                    <a:pt x="1683043" y="2816402"/>
                  </a:cubicBezTo>
                  <a:lnTo>
                    <a:pt x="1683043" y="2185261"/>
                  </a:lnTo>
                  <a:lnTo>
                    <a:pt x="1011467" y="2185261"/>
                  </a:lnTo>
                  <a:lnTo>
                    <a:pt x="1011467" y="2744322"/>
                  </a:lnTo>
                  <a:cubicBezTo>
                    <a:pt x="1011467" y="2826950"/>
                    <a:pt x="972790" y="2865041"/>
                    <a:pt x="889575" y="2865041"/>
                  </a:cubicBezTo>
                  <a:lnTo>
                    <a:pt x="802258" y="2865041"/>
                  </a:lnTo>
                  <a:cubicBezTo>
                    <a:pt x="719630" y="2865041"/>
                    <a:pt x="680953" y="2826364"/>
                    <a:pt x="680953" y="2744322"/>
                  </a:cubicBezTo>
                  <a:lnTo>
                    <a:pt x="680953" y="702049"/>
                  </a:lnTo>
                  <a:cubicBezTo>
                    <a:pt x="680953" y="620007"/>
                    <a:pt x="719630" y="581330"/>
                    <a:pt x="802258" y="581330"/>
                  </a:cubicBezTo>
                  <a:lnTo>
                    <a:pt x="880199" y="581330"/>
                  </a:lnTo>
                  <a:cubicBezTo>
                    <a:pt x="962827" y="581330"/>
                    <a:pt x="1001504" y="620007"/>
                    <a:pt x="1001504" y="702049"/>
                  </a:cubicBezTo>
                  <a:lnTo>
                    <a:pt x="1001504" y="1176138"/>
                  </a:lnTo>
                  <a:lnTo>
                    <a:pt x="1672495" y="1176138"/>
                  </a:lnTo>
                  <a:lnTo>
                    <a:pt x="1672495" y="629383"/>
                  </a:lnTo>
                  <a:cubicBezTo>
                    <a:pt x="1673081" y="208036"/>
                    <a:pt x="1463872" y="0"/>
                    <a:pt x="1040768" y="0"/>
                  </a:cubicBezTo>
                  <a:lnTo>
                    <a:pt x="632313" y="0"/>
                  </a:lnTo>
                  <a:cubicBezTo>
                    <a:pt x="209208" y="0"/>
                    <a:pt x="0" y="208036"/>
                    <a:pt x="0" y="629383"/>
                  </a:cubicBezTo>
                  <a:lnTo>
                    <a:pt x="0" y="2816988"/>
                  </a:lnTo>
                  <a:cubicBezTo>
                    <a:pt x="0" y="3237748"/>
                    <a:pt x="209208" y="3445785"/>
                    <a:pt x="632313" y="3445785"/>
                  </a:cubicBezTo>
                </a:path>
              </a:pathLst>
            </a:custGeom>
            <a:grpFill/>
            <a:ln w="58598" cap="flat">
              <a:noFill/>
              <a:prstDash val="solid"/>
              <a:miter/>
            </a:ln>
          </p:spPr>
          <p:txBody>
            <a:bodyPr rtlCol="0" anchor="ctr"/>
            <a:lstStyle/>
            <a:p>
              <a:endParaRPr lang="en-GB" dirty="0"/>
            </a:p>
          </p:txBody>
        </p:sp>
        <p:sp>
          <p:nvSpPr>
            <p:cNvPr id="35" name="Freeform: Shape 34">
              <a:extLst>
                <a:ext uri="{FF2B5EF4-FFF2-40B4-BE49-F238E27FC236}">
                  <a16:creationId xmlns:a16="http://schemas.microsoft.com/office/drawing/2014/main" id="{D3EC798F-9315-4D1D-948C-C990DF323F07}"/>
                </a:ext>
              </a:extLst>
            </p:cNvPr>
            <p:cNvSpPr/>
            <p:nvPr/>
          </p:nvSpPr>
          <p:spPr>
            <a:xfrm>
              <a:off x="9407000" y="350282"/>
              <a:ext cx="1699452" cy="3398903"/>
            </a:xfrm>
            <a:custGeom>
              <a:avLst/>
              <a:gdLst>
                <a:gd name="connsiteX0" fmla="*/ 1021429 w 1699451"/>
                <a:gd name="connsiteY0" fmla="*/ 2744322 h 3398903"/>
                <a:gd name="connsiteX1" fmla="*/ 900123 w 1699451"/>
                <a:gd name="connsiteY1" fmla="*/ 2865041 h 3398903"/>
                <a:gd name="connsiteX2" fmla="*/ 802844 w 1699451"/>
                <a:gd name="connsiteY2" fmla="*/ 2865041 h 3398903"/>
                <a:gd name="connsiteX3" fmla="*/ 681539 w 1699451"/>
                <a:gd name="connsiteY3" fmla="*/ 2744322 h 3398903"/>
                <a:gd name="connsiteX4" fmla="*/ 681539 w 1699451"/>
                <a:gd name="connsiteY4" fmla="*/ 702049 h 3398903"/>
                <a:gd name="connsiteX5" fmla="*/ 802844 w 1699451"/>
                <a:gd name="connsiteY5" fmla="*/ 581330 h 3398903"/>
                <a:gd name="connsiteX6" fmla="*/ 900123 w 1699451"/>
                <a:gd name="connsiteY6" fmla="*/ 581330 h 3398903"/>
                <a:gd name="connsiteX7" fmla="*/ 1021429 w 1699451"/>
                <a:gd name="connsiteY7" fmla="*/ 702049 h 3398903"/>
                <a:gd name="connsiteX8" fmla="*/ 1021429 w 1699451"/>
                <a:gd name="connsiteY8" fmla="*/ 2744322 h 3398903"/>
                <a:gd name="connsiteX9" fmla="*/ 1702382 w 1699451"/>
                <a:gd name="connsiteY9" fmla="*/ 2816988 h 3398903"/>
                <a:gd name="connsiteX10" fmla="*/ 1702382 w 1699451"/>
                <a:gd name="connsiteY10" fmla="*/ 629383 h 3398903"/>
                <a:gd name="connsiteX11" fmla="*/ 1070068 w 1699451"/>
                <a:gd name="connsiteY11" fmla="*/ 0 h 3398903"/>
                <a:gd name="connsiteX12" fmla="*/ 632313 w 1699451"/>
                <a:gd name="connsiteY12" fmla="*/ 0 h 3398903"/>
                <a:gd name="connsiteX13" fmla="*/ 0 w 1699451"/>
                <a:gd name="connsiteY13" fmla="*/ 629383 h 3398903"/>
                <a:gd name="connsiteX14" fmla="*/ 0 w 1699451"/>
                <a:gd name="connsiteY14" fmla="*/ 2816988 h 3398903"/>
                <a:gd name="connsiteX15" fmla="*/ 632313 w 1699451"/>
                <a:gd name="connsiteY15" fmla="*/ 3446371 h 3398903"/>
                <a:gd name="connsiteX16" fmla="*/ 1070068 w 1699451"/>
                <a:gd name="connsiteY16" fmla="*/ 3446371 h 3398903"/>
                <a:gd name="connsiteX17" fmla="*/ 1702382 w 1699451"/>
                <a:gd name="connsiteY17" fmla="*/ 2816988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99451" h="3398903">
                  <a:moveTo>
                    <a:pt x="1021429" y="2744322"/>
                  </a:moveTo>
                  <a:cubicBezTo>
                    <a:pt x="1021429" y="2826950"/>
                    <a:pt x="982752" y="2865041"/>
                    <a:pt x="900123" y="2865041"/>
                  </a:cubicBezTo>
                  <a:lnTo>
                    <a:pt x="802844" y="2865041"/>
                  </a:lnTo>
                  <a:cubicBezTo>
                    <a:pt x="720215" y="2865041"/>
                    <a:pt x="681539" y="2826364"/>
                    <a:pt x="681539" y="2744322"/>
                  </a:cubicBezTo>
                  <a:lnTo>
                    <a:pt x="681539" y="702049"/>
                  </a:lnTo>
                  <a:cubicBezTo>
                    <a:pt x="681539" y="620007"/>
                    <a:pt x="720215" y="581330"/>
                    <a:pt x="802844" y="581330"/>
                  </a:cubicBezTo>
                  <a:lnTo>
                    <a:pt x="900123" y="581330"/>
                  </a:lnTo>
                  <a:cubicBezTo>
                    <a:pt x="982752" y="581330"/>
                    <a:pt x="1021429" y="620007"/>
                    <a:pt x="1021429" y="702049"/>
                  </a:cubicBezTo>
                  <a:lnTo>
                    <a:pt x="1021429" y="2744322"/>
                  </a:lnTo>
                  <a:close/>
                  <a:moveTo>
                    <a:pt x="1702382" y="2816988"/>
                  </a:moveTo>
                  <a:lnTo>
                    <a:pt x="1702382" y="629383"/>
                  </a:lnTo>
                  <a:cubicBezTo>
                    <a:pt x="1702382" y="208622"/>
                    <a:pt x="1493173" y="0"/>
                    <a:pt x="1070068" y="0"/>
                  </a:cubicBezTo>
                  <a:lnTo>
                    <a:pt x="632313" y="0"/>
                  </a:lnTo>
                  <a:cubicBezTo>
                    <a:pt x="209209" y="0"/>
                    <a:pt x="0" y="208036"/>
                    <a:pt x="0" y="629383"/>
                  </a:cubicBezTo>
                  <a:lnTo>
                    <a:pt x="0" y="2816988"/>
                  </a:lnTo>
                  <a:cubicBezTo>
                    <a:pt x="0" y="3238334"/>
                    <a:pt x="209209" y="3446371"/>
                    <a:pt x="632313" y="3446371"/>
                  </a:cubicBezTo>
                  <a:lnTo>
                    <a:pt x="1070068" y="3446371"/>
                  </a:lnTo>
                  <a:cubicBezTo>
                    <a:pt x="1493173" y="3445785"/>
                    <a:pt x="1702382" y="3237748"/>
                    <a:pt x="1702382" y="2816988"/>
                  </a:cubicBezTo>
                </a:path>
              </a:pathLst>
            </a:custGeom>
            <a:grpFill/>
            <a:ln w="58598" cap="flat">
              <a:noFill/>
              <a:prstDash val="solid"/>
              <a:miter/>
            </a:ln>
          </p:spPr>
          <p:txBody>
            <a:bodyPr rtlCol="0" anchor="ctr"/>
            <a:lstStyle/>
            <a:p>
              <a:endParaRPr lang="en-GB" dirty="0"/>
            </a:p>
          </p:txBody>
        </p:sp>
        <p:sp>
          <p:nvSpPr>
            <p:cNvPr id="36" name="Freeform: Shape 35">
              <a:extLst>
                <a:ext uri="{FF2B5EF4-FFF2-40B4-BE49-F238E27FC236}">
                  <a16:creationId xmlns:a16="http://schemas.microsoft.com/office/drawing/2014/main" id="{C7A66205-67DC-443D-9414-D6FC3080E355}"/>
                </a:ext>
              </a:extLst>
            </p:cNvPr>
            <p:cNvSpPr/>
            <p:nvPr/>
          </p:nvSpPr>
          <p:spPr>
            <a:xfrm>
              <a:off x="3104379" y="379583"/>
              <a:ext cx="1816655" cy="3340301"/>
            </a:xfrm>
            <a:custGeom>
              <a:avLst/>
              <a:gdLst>
                <a:gd name="connsiteX0" fmla="*/ 1031391 w 1816655"/>
                <a:gd name="connsiteY0" fmla="*/ 2303636 h 3340301"/>
                <a:gd name="connsiteX1" fmla="*/ 729592 w 1816655"/>
                <a:gd name="connsiteY1" fmla="*/ 2303636 h 3340301"/>
                <a:gd name="connsiteX2" fmla="*/ 880199 w 1816655"/>
                <a:gd name="connsiteY2" fmla="*/ 827457 h 3340301"/>
                <a:gd name="connsiteX3" fmla="*/ 1031391 w 1816655"/>
                <a:gd name="connsiteY3" fmla="*/ 2303636 h 3340301"/>
                <a:gd name="connsiteX4" fmla="*/ 1823687 w 1816655"/>
                <a:gd name="connsiteY4" fmla="*/ 3387769 h 3340301"/>
                <a:gd name="connsiteX5" fmla="*/ 1376556 w 1816655"/>
                <a:gd name="connsiteY5" fmla="*/ 0 h 3340301"/>
                <a:gd name="connsiteX6" fmla="*/ 447132 w 1816655"/>
                <a:gd name="connsiteY6" fmla="*/ 0 h 3340301"/>
                <a:gd name="connsiteX7" fmla="*/ 0 w 1816655"/>
                <a:gd name="connsiteY7" fmla="*/ 3387769 h 3340301"/>
                <a:gd name="connsiteX8" fmla="*/ 617663 w 1816655"/>
                <a:gd name="connsiteY8" fmla="*/ 3387769 h 3340301"/>
                <a:gd name="connsiteX9" fmla="*/ 666302 w 1816655"/>
                <a:gd name="connsiteY9" fmla="*/ 2894342 h 3340301"/>
                <a:gd name="connsiteX10" fmla="*/ 1094095 w 1816655"/>
                <a:gd name="connsiteY10" fmla="*/ 2894342 h 3340301"/>
                <a:gd name="connsiteX11" fmla="*/ 1147423 w 1816655"/>
                <a:gd name="connsiteY11" fmla="*/ 3387769 h 3340301"/>
                <a:gd name="connsiteX12" fmla="*/ 1823687 w 1816655"/>
                <a:gd name="connsiteY12" fmla="*/ 3387769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6655" h="3340301">
                  <a:moveTo>
                    <a:pt x="1031391" y="2303636"/>
                  </a:moveTo>
                  <a:lnTo>
                    <a:pt x="729592" y="2303636"/>
                  </a:lnTo>
                  <a:lnTo>
                    <a:pt x="880199" y="827457"/>
                  </a:lnTo>
                  <a:lnTo>
                    <a:pt x="1031391" y="2303636"/>
                  </a:lnTo>
                  <a:close/>
                  <a:moveTo>
                    <a:pt x="1823687" y="3387769"/>
                  </a:moveTo>
                  <a:lnTo>
                    <a:pt x="1376556" y="0"/>
                  </a:lnTo>
                  <a:lnTo>
                    <a:pt x="447132" y="0"/>
                  </a:lnTo>
                  <a:lnTo>
                    <a:pt x="0" y="3387769"/>
                  </a:lnTo>
                  <a:lnTo>
                    <a:pt x="617663" y="3387769"/>
                  </a:lnTo>
                  <a:lnTo>
                    <a:pt x="666302" y="2894342"/>
                  </a:lnTo>
                  <a:lnTo>
                    <a:pt x="1094095" y="2894342"/>
                  </a:lnTo>
                  <a:lnTo>
                    <a:pt x="1147423" y="3387769"/>
                  </a:lnTo>
                  <a:lnTo>
                    <a:pt x="1823687" y="3387769"/>
                  </a:lnTo>
                  <a:close/>
                </a:path>
              </a:pathLst>
            </a:custGeom>
            <a:grpFill/>
            <a:ln w="58598" cap="flat">
              <a:noFill/>
              <a:prstDash val="solid"/>
              <a:miter/>
            </a:ln>
          </p:spPr>
          <p:txBody>
            <a:bodyPr rtlCol="0" anchor="ctr"/>
            <a:lstStyle/>
            <a:p>
              <a:endParaRPr lang="en-GB" dirty="0"/>
            </a:p>
          </p:txBody>
        </p:sp>
      </p:grpSp>
      <p:pic>
        <p:nvPicPr>
          <p:cNvPr id="18" name="Graphic 17">
            <a:extLst>
              <a:ext uri="{FF2B5EF4-FFF2-40B4-BE49-F238E27FC236}">
                <a16:creationId xmlns:a16="http://schemas.microsoft.com/office/drawing/2014/main" id="{3EDCC51B-B038-4B6C-9051-68E49E742CC6}"/>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500592" y="6241691"/>
            <a:ext cx="1204913" cy="155425"/>
          </a:xfrm>
          <a:prstGeom prst="rect">
            <a:avLst/>
          </a:prstGeom>
        </p:spPr>
      </p:pic>
      <p:sp>
        <p:nvSpPr>
          <p:cNvPr id="25" name="Title 1">
            <a:extLst>
              <a:ext uri="{FF2B5EF4-FFF2-40B4-BE49-F238E27FC236}">
                <a16:creationId xmlns:a16="http://schemas.microsoft.com/office/drawing/2014/main" id="{9AC95E5F-E4C2-4214-966D-946B7833AB3A}"/>
              </a:ext>
            </a:extLst>
          </p:cNvPr>
          <p:cNvSpPr>
            <a:spLocks noGrp="1"/>
          </p:cNvSpPr>
          <p:nvPr>
            <p:ph type="title" hasCustomPrompt="1"/>
          </p:nvPr>
        </p:nvSpPr>
        <p:spPr>
          <a:xfrm>
            <a:off x="1085548" y="4755595"/>
            <a:ext cx="5394105" cy="720197"/>
          </a:xfrm>
          <a:blipFill dpi="0" rotWithShape="1">
            <a:blip r:embed="rId5"/>
            <a:srcRect/>
            <a:stretch>
              <a:fillRect t="80000" b="16000"/>
            </a:stretch>
          </a:blipFill>
        </p:spPr>
        <p:txBody>
          <a:bodyPr vert="horz" wrap="none" lIns="0" tIns="0" rIns="0" bIns="274320" rtlCol="0" anchor="b">
            <a:spAutoFit/>
          </a:bodyPr>
          <a:lstStyle>
            <a:lvl1pPr>
              <a:defRPr lang="en-GB" sz="3200" u="none" dirty="0">
                <a:solidFill>
                  <a:schemeClr val="bg1"/>
                </a:solidFill>
                <a:uFill>
                  <a:solidFill>
                    <a:schemeClr val="accent1"/>
                  </a:solidFill>
                </a:uFill>
              </a:defRPr>
            </a:lvl1pPr>
          </a:lstStyle>
          <a:p>
            <a:pPr lvl="0"/>
            <a:r>
              <a:rPr lang="en-US" dirty="0"/>
              <a:t>Presentation title goes here</a:t>
            </a:r>
            <a:endParaRPr lang="en-GB" dirty="0"/>
          </a:p>
        </p:txBody>
      </p:sp>
      <p:sp>
        <p:nvSpPr>
          <p:cNvPr id="26" name="Text Placeholder 3">
            <a:extLst>
              <a:ext uri="{FF2B5EF4-FFF2-40B4-BE49-F238E27FC236}">
                <a16:creationId xmlns:a16="http://schemas.microsoft.com/office/drawing/2014/main" id="{7E285B1B-D9E4-430E-A1C6-FEDA9D9E3683}"/>
              </a:ext>
            </a:extLst>
          </p:cNvPr>
          <p:cNvSpPr>
            <a:spLocks noGrp="1"/>
          </p:cNvSpPr>
          <p:nvPr>
            <p:ph type="body" sz="quarter" idx="17" hasCustomPrompt="1"/>
          </p:nvPr>
        </p:nvSpPr>
        <p:spPr>
          <a:xfrm>
            <a:off x="1085548" y="5659295"/>
            <a:ext cx="6145912" cy="307777"/>
          </a:xfrm>
        </p:spPr>
        <p:txBody>
          <a:bodyPr vert="horz" wrap="square" lIns="0" tIns="0" rIns="0" bIns="0" rtlCol="0">
            <a:spAutoFit/>
          </a:bodyPr>
          <a:lstStyle>
            <a:lvl1pPr>
              <a:defRPr lang="en-US" sz="2000" cap="none" baseline="0" dirty="0">
                <a:solidFill>
                  <a:schemeClr val="bg2">
                    <a:lumMod val="75000"/>
                  </a:schemeClr>
                </a:solidFill>
                <a:latin typeface="Century Gothic" panose="020B0502020202020204" pitchFamily="34" charset="0"/>
              </a:defRPr>
            </a:lvl1pPr>
          </a:lstStyle>
          <a:p>
            <a:pPr lvl="0"/>
            <a:r>
              <a:rPr lang="en-US" dirty="0"/>
              <a:t>Subtitle goes here</a:t>
            </a:r>
          </a:p>
        </p:txBody>
      </p:sp>
      <p:sp>
        <p:nvSpPr>
          <p:cNvPr id="28" name="Text Placeholder 2">
            <a:extLst>
              <a:ext uri="{FF2B5EF4-FFF2-40B4-BE49-F238E27FC236}">
                <a16:creationId xmlns:a16="http://schemas.microsoft.com/office/drawing/2014/main" id="{078DABAB-B018-4B06-A8AD-EB985D1C8C9C}"/>
              </a:ext>
            </a:extLst>
          </p:cNvPr>
          <p:cNvSpPr>
            <a:spLocks noGrp="1"/>
          </p:cNvSpPr>
          <p:nvPr>
            <p:ph type="body" sz="quarter" idx="14" hasCustomPrompt="1"/>
          </p:nvPr>
        </p:nvSpPr>
        <p:spPr>
          <a:xfrm>
            <a:off x="8338761" y="4853254"/>
            <a:ext cx="2765182" cy="226989"/>
          </a:xfrm>
        </p:spPr>
        <p:txBody>
          <a:bodyPr>
            <a:normAutofit/>
          </a:bodyPr>
          <a:lstStyle>
            <a:lvl1pPr>
              <a:defRPr sz="1050" b="0" i="0">
                <a:solidFill>
                  <a:schemeClr val="bg2">
                    <a:lumMod val="75000"/>
                  </a:schemeClr>
                </a:solidFill>
                <a:latin typeface="+mn-lt"/>
              </a:defRPr>
            </a:lvl1pPr>
          </a:lstStyle>
          <a:p>
            <a:pPr lvl="0"/>
            <a:r>
              <a:rPr lang="en-US" dirty="0"/>
              <a:t>Location</a:t>
            </a:r>
          </a:p>
        </p:txBody>
      </p:sp>
      <p:sp>
        <p:nvSpPr>
          <p:cNvPr id="29" name="Text Placeholder 4">
            <a:extLst>
              <a:ext uri="{FF2B5EF4-FFF2-40B4-BE49-F238E27FC236}">
                <a16:creationId xmlns:a16="http://schemas.microsoft.com/office/drawing/2014/main" id="{0DD79F07-8A50-4B0D-BDBB-4367D1D12FA0}"/>
              </a:ext>
            </a:extLst>
          </p:cNvPr>
          <p:cNvSpPr>
            <a:spLocks noGrp="1"/>
          </p:cNvSpPr>
          <p:nvPr>
            <p:ph type="body" sz="quarter" idx="15" hasCustomPrompt="1"/>
          </p:nvPr>
        </p:nvSpPr>
        <p:spPr>
          <a:xfrm>
            <a:off x="8338761" y="5144858"/>
            <a:ext cx="2767691" cy="226989"/>
          </a:xfrm>
        </p:spPr>
        <p:txBody>
          <a:bodyPr>
            <a:normAutofit/>
          </a:bodyPr>
          <a:lstStyle>
            <a:lvl1pPr>
              <a:defRPr sz="1050" b="0" i="0">
                <a:solidFill>
                  <a:schemeClr val="bg2">
                    <a:lumMod val="75000"/>
                  </a:schemeClr>
                </a:solidFill>
                <a:latin typeface="+mn-lt"/>
              </a:defRPr>
            </a:lvl1pPr>
          </a:lstStyle>
          <a:p>
            <a:pPr lvl="0"/>
            <a:r>
              <a:rPr lang="en-US" dirty="0"/>
              <a:t>Date</a:t>
            </a:r>
          </a:p>
        </p:txBody>
      </p:sp>
      <p:sp>
        <p:nvSpPr>
          <p:cNvPr id="30" name="Text Placeholder 9">
            <a:extLst>
              <a:ext uri="{FF2B5EF4-FFF2-40B4-BE49-F238E27FC236}">
                <a16:creationId xmlns:a16="http://schemas.microsoft.com/office/drawing/2014/main" id="{342390CD-71FF-409A-998F-CAD5E4F3C6A7}"/>
              </a:ext>
            </a:extLst>
          </p:cNvPr>
          <p:cNvSpPr>
            <a:spLocks noGrp="1"/>
          </p:cNvSpPr>
          <p:nvPr>
            <p:ph type="body" sz="quarter" idx="16" hasCustomPrompt="1"/>
          </p:nvPr>
        </p:nvSpPr>
        <p:spPr>
          <a:xfrm>
            <a:off x="8338761" y="5436112"/>
            <a:ext cx="2765182" cy="266460"/>
          </a:xfrm>
        </p:spPr>
        <p:txBody>
          <a:bodyPr>
            <a:normAutofit/>
          </a:bodyPr>
          <a:lstStyle>
            <a:lvl1pPr>
              <a:defRPr sz="1050" b="0" i="0">
                <a:solidFill>
                  <a:schemeClr val="bg2">
                    <a:lumMod val="75000"/>
                  </a:schemeClr>
                </a:solidFill>
                <a:latin typeface="+mn-lt"/>
              </a:defRPr>
            </a:lvl1pPr>
          </a:lstStyle>
          <a:p>
            <a:pPr lvl="0"/>
            <a:r>
              <a:rPr lang="en-US" dirty="0"/>
              <a:t>Author</a:t>
            </a:r>
          </a:p>
        </p:txBody>
      </p:sp>
      <p:sp>
        <p:nvSpPr>
          <p:cNvPr id="2" name="Picture Placeholder 23">
            <a:extLst>
              <a:ext uri="{FF2B5EF4-FFF2-40B4-BE49-F238E27FC236}">
                <a16:creationId xmlns:a16="http://schemas.microsoft.com/office/drawing/2014/main" id="{1D833EF4-E747-5BFC-D08B-359A0FD90AB7}"/>
              </a:ext>
              <a:ext uri="{C183D7F6-B498-43B3-948B-1728B52AA6E4}">
                <adec:decorative xmlns:adec="http://schemas.microsoft.com/office/drawing/2017/decorative" val="1"/>
              </a:ext>
            </a:extLst>
          </p:cNvPr>
          <p:cNvSpPr>
            <a:spLocks noGrp="1"/>
          </p:cNvSpPr>
          <p:nvPr>
            <p:ph type="pic" sz="quarter" idx="18" hasCustomPrompt="1"/>
          </p:nvPr>
        </p:nvSpPr>
        <p:spPr>
          <a:xfrm>
            <a:off x="8341270" y="5963755"/>
            <a:ext cx="1386000" cy="673200"/>
          </a:xfrm>
        </p:spPr>
        <p:txBody>
          <a:bodyPr anchor="ctr">
            <a:normAutofit/>
          </a:bodyPr>
          <a:lstStyle>
            <a:lvl1pPr algn="ctr">
              <a:defRPr sz="1000" b="0">
                <a:solidFill>
                  <a:schemeClr val="bg1"/>
                </a:solidFill>
              </a:defRPr>
            </a:lvl1pPr>
          </a:lstStyle>
          <a:p>
            <a:r>
              <a:rPr lang="en-GB" dirty="0"/>
              <a:t>Place client logo here if needed</a:t>
            </a:r>
          </a:p>
        </p:txBody>
      </p:sp>
    </p:spTree>
    <p:extLst>
      <p:ext uri="{BB962C8B-B14F-4D97-AF65-F5344CB8AC3E}">
        <p14:creationId xmlns:p14="http://schemas.microsoft.com/office/powerpoint/2010/main" val="8013102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6">
    <p:bg>
      <p:bgPr>
        <a:solidFill>
          <a:schemeClr val="tx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40560121-3C8F-45BC-8638-80F5DC784486}"/>
              </a:ext>
              <a:ext uri="{C183D7F6-B498-43B3-948B-1728B52AA6E4}">
                <adec:decorative xmlns:adec="http://schemas.microsoft.com/office/drawing/2017/decorative" val="1"/>
              </a:ext>
            </a:extLst>
          </p:cNvPr>
          <p:cNvPicPr>
            <a:picLocks noChangeAspect="1"/>
          </p:cNvPicPr>
          <p:nvPr userDrawn="1"/>
        </p:nvPicPr>
        <p:blipFill rotWithShape="1">
          <a:blip r:embed="rId2">
            <a:alphaModFix amt="23000"/>
            <a:extLst>
              <a:ext uri="{28A0092B-C50C-407E-A947-70E740481C1C}">
                <a14:useLocalDpi xmlns:a14="http://schemas.microsoft.com/office/drawing/2010/main" val="0"/>
              </a:ext>
            </a:extLst>
          </a:blip>
          <a:srcRect t="7813" b="7813"/>
          <a:stretch/>
        </p:blipFill>
        <p:spPr>
          <a:xfrm>
            <a:off x="-1" y="-5"/>
            <a:ext cx="12191999" cy="6858000"/>
          </a:xfrm>
          <a:prstGeom prst="rect">
            <a:avLst/>
          </a:prstGeom>
        </p:spPr>
      </p:pic>
      <p:grpSp>
        <p:nvGrpSpPr>
          <p:cNvPr id="31" name="Group 30">
            <a:extLst>
              <a:ext uri="{FF2B5EF4-FFF2-40B4-BE49-F238E27FC236}">
                <a16:creationId xmlns:a16="http://schemas.microsoft.com/office/drawing/2014/main" id="{7AF0178D-E788-4736-90BC-AF8ECE6E25EE}"/>
              </a:ext>
              <a:ext uri="{C183D7F6-B498-43B3-948B-1728B52AA6E4}">
                <adec:decorative xmlns:adec="http://schemas.microsoft.com/office/drawing/2017/decorative" val="1"/>
              </a:ext>
            </a:extLst>
          </p:cNvPr>
          <p:cNvGrpSpPr/>
          <p:nvPr userDrawn="1"/>
        </p:nvGrpSpPr>
        <p:grpSpPr>
          <a:xfrm>
            <a:off x="1085548" y="350282"/>
            <a:ext cx="10020904" cy="3398903"/>
            <a:chOff x="1085548" y="350282"/>
            <a:chExt cx="10020904" cy="3398903"/>
          </a:xfrm>
          <a:solidFill>
            <a:schemeClr val="bg1">
              <a:alpha val="15000"/>
            </a:schemeClr>
          </a:solidFill>
        </p:grpSpPr>
        <p:sp>
          <p:nvSpPr>
            <p:cNvPr id="32" name="Freeform: Shape 31">
              <a:extLst>
                <a:ext uri="{FF2B5EF4-FFF2-40B4-BE49-F238E27FC236}">
                  <a16:creationId xmlns:a16="http://schemas.microsoft.com/office/drawing/2014/main" id="{DC941E64-F765-4286-A42B-1BC3A24F1ACC}"/>
                </a:ext>
              </a:extLst>
            </p:cNvPr>
            <p:cNvSpPr/>
            <p:nvPr/>
          </p:nvSpPr>
          <p:spPr>
            <a:xfrm>
              <a:off x="5301360" y="379583"/>
              <a:ext cx="1582248" cy="3340301"/>
            </a:xfrm>
            <a:custGeom>
              <a:avLst/>
              <a:gdLst>
                <a:gd name="connsiteX0" fmla="*/ 948177 w 1582248"/>
                <a:gd name="connsiteY0" fmla="*/ 1509582 h 3340301"/>
                <a:gd name="connsiteX1" fmla="*/ 826871 w 1582248"/>
                <a:gd name="connsiteY1" fmla="*/ 1630888 h 3340301"/>
                <a:gd name="connsiteX2" fmla="*/ 680952 w 1582248"/>
                <a:gd name="connsiteY2" fmla="*/ 1630888 h 3340301"/>
                <a:gd name="connsiteX3" fmla="*/ 680952 w 1582248"/>
                <a:gd name="connsiteY3" fmla="*/ 580744 h 3340301"/>
                <a:gd name="connsiteX4" fmla="*/ 826871 w 1582248"/>
                <a:gd name="connsiteY4" fmla="*/ 580744 h 3340301"/>
                <a:gd name="connsiteX5" fmla="*/ 948177 w 1582248"/>
                <a:gd name="connsiteY5" fmla="*/ 701463 h 3340301"/>
                <a:gd name="connsiteX6" fmla="*/ 948177 w 1582248"/>
                <a:gd name="connsiteY6" fmla="*/ 1509582 h 3340301"/>
                <a:gd name="connsiteX7" fmla="*/ 1629129 w 1582248"/>
                <a:gd name="connsiteY7" fmla="*/ 1582248 h 3340301"/>
                <a:gd name="connsiteX8" fmla="*/ 1629129 w 1582248"/>
                <a:gd name="connsiteY8" fmla="*/ 628797 h 3340301"/>
                <a:gd name="connsiteX9" fmla="*/ 996816 w 1582248"/>
                <a:gd name="connsiteY9" fmla="*/ 0 h 3340301"/>
                <a:gd name="connsiteX10" fmla="*/ 0 w 1582248"/>
                <a:gd name="connsiteY10" fmla="*/ 0 h 3340301"/>
                <a:gd name="connsiteX11" fmla="*/ 0 w 1582248"/>
                <a:gd name="connsiteY11" fmla="*/ 3387769 h 3340301"/>
                <a:gd name="connsiteX12" fmla="*/ 680952 w 1582248"/>
                <a:gd name="connsiteY12" fmla="*/ 3387769 h 3340301"/>
                <a:gd name="connsiteX13" fmla="*/ 680952 w 1582248"/>
                <a:gd name="connsiteY13" fmla="*/ 2211631 h 3340301"/>
                <a:gd name="connsiteX14" fmla="*/ 996816 w 1582248"/>
                <a:gd name="connsiteY14" fmla="*/ 2211631 h 3340301"/>
                <a:gd name="connsiteX15" fmla="*/ 1629129 w 1582248"/>
                <a:gd name="connsiteY15" fmla="*/ 1582248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82248" h="3340301">
                  <a:moveTo>
                    <a:pt x="948177" y="1509582"/>
                  </a:moveTo>
                  <a:cubicBezTo>
                    <a:pt x="948177" y="1591624"/>
                    <a:pt x="908913" y="1630888"/>
                    <a:pt x="826871" y="1630888"/>
                  </a:cubicBezTo>
                  <a:lnTo>
                    <a:pt x="680952" y="1630888"/>
                  </a:lnTo>
                  <a:lnTo>
                    <a:pt x="680952" y="580744"/>
                  </a:lnTo>
                  <a:lnTo>
                    <a:pt x="826871" y="580744"/>
                  </a:lnTo>
                  <a:cubicBezTo>
                    <a:pt x="909499" y="580744"/>
                    <a:pt x="948177" y="619421"/>
                    <a:pt x="948177" y="701463"/>
                  </a:cubicBezTo>
                  <a:lnTo>
                    <a:pt x="948177" y="1509582"/>
                  </a:lnTo>
                  <a:close/>
                  <a:moveTo>
                    <a:pt x="1629129" y="1582248"/>
                  </a:moveTo>
                  <a:lnTo>
                    <a:pt x="1629129" y="628797"/>
                  </a:lnTo>
                  <a:cubicBezTo>
                    <a:pt x="1629129" y="207450"/>
                    <a:pt x="1419921" y="0"/>
                    <a:pt x="996816" y="0"/>
                  </a:cubicBezTo>
                  <a:lnTo>
                    <a:pt x="0" y="0"/>
                  </a:lnTo>
                  <a:lnTo>
                    <a:pt x="0" y="3387769"/>
                  </a:lnTo>
                  <a:lnTo>
                    <a:pt x="680952" y="3387769"/>
                  </a:lnTo>
                  <a:lnTo>
                    <a:pt x="680952" y="2211631"/>
                  </a:lnTo>
                  <a:lnTo>
                    <a:pt x="996816" y="2211631"/>
                  </a:lnTo>
                  <a:cubicBezTo>
                    <a:pt x="1419921" y="2211631"/>
                    <a:pt x="1629129" y="2003595"/>
                    <a:pt x="1629129" y="1582248"/>
                  </a:cubicBezTo>
                </a:path>
              </a:pathLst>
            </a:custGeom>
            <a:grpFill/>
            <a:ln w="58598" cap="flat">
              <a:noFill/>
              <a:prstDash val="solid"/>
              <a:miter/>
            </a:ln>
          </p:spPr>
          <p:txBody>
            <a:bodyPr rtlCol="0" anchor="ctr"/>
            <a:lstStyle/>
            <a:p>
              <a:endParaRPr lang="en-GB" dirty="0"/>
            </a:p>
          </p:txBody>
        </p:sp>
        <p:sp>
          <p:nvSpPr>
            <p:cNvPr id="33" name="Freeform: Shape 32">
              <a:extLst>
                <a:ext uri="{FF2B5EF4-FFF2-40B4-BE49-F238E27FC236}">
                  <a16:creationId xmlns:a16="http://schemas.microsoft.com/office/drawing/2014/main" id="{C2968466-31E3-45BC-9B20-6E2AB47D061D}"/>
                </a:ext>
              </a:extLst>
            </p:cNvPr>
            <p:cNvSpPr/>
            <p:nvPr/>
          </p:nvSpPr>
          <p:spPr>
            <a:xfrm>
              <a:off x="7319018" y="350282"/>
              <a:ext cx="1640850" cy="3398903"/>
            </a:xfrm>
            <a:custGeom>
              <a:avLst/>
              <a:gdLst>
                <a:gd name="connsiteX0" fmla="*/ 631728 w 1640849"/>
                <a:gd name="connsiteY0" fmla="*/ 3445785 h 3398903"/>
                <a:gd name="connsiteX1" fmla="*/ 1050145 w 1640849"/>
                <a:gd name="connsiteY1" fmla="*/ 3445785 h 3398903"/>
                <a:gd name="connsiteX2" fmla="*/ 1682458 w 1640849"/>
                <a:gd name="connsiteY2" fmla="*/ 2816402 h 3398903"/>
                <a:gd name="connsiteX3" fmla="*/ 1682458 w 1640849"/>
                <a:gd name="connsiteY3" fmla="*/ 2185261 h 3398903"/>
                <a:gd name="connsiteX4" fmla="*/ 1011468 w 1640849"/>
                <a:gd name="connsiteY4" fmla="*/ 2185261 h 3398903"/>
                <a:gd name="connsiteX5" fmla="*/ 1011468 w 1640849"/>
                <a:gd name="connsiteY5" fmla="*/ 2744322 h 3398903"/>
                <a:gd name="connsiteX6" fmla="*/ 889576 w 1640849"/>
                <a:gd name="connsiteY6" fmla="*/ 2865041 h 3398903"/>
                <a:gd name="connsiteX7" fmla="*/ 802259 w 1640849"/>
                <a:gd name="connsiteY7" fmla="*/ 2865041 h 3398903"/>
                <a:gd name="connsiteX8" fmla="*/ 680954 w 1640849"/>
                <a:gd name="connsiteY8" fmla="*/ 2744322 h 3398903"/>
                <a:gd name="connsiteX9" fmla="*/ 680954 w 1640849"/>
                <a:gd name="connsiteY9" fmla="*/ 702049 h 3398903"/>
                <a:gd name="connsiteX10" fmla="*/ 802259 w 1640849"/>
                <a:gd name="connsiteY10" fmla="*/ 581330 h 3398903"/>
                <a:gd name="connsiteX11" fmla="*/ 880200 w 1640849"/>
                <a:gd name="connsiteY11" fmla="*/ 581330 h 3398903"/>
                <a:gd name="connsiteX12" fmla="*/ 1002092 w 1640849"/>
                <a:gd name="connsiteY12" fmla="*/ 702049 h 3398903"/>
                <a:gd name="connsiteX13" fmla="*/ 1002092 w 1640849"/>
                <a:gd name="connsiteY13" fmla="*/ 1176138 h 3398903"/>
                <a:gd name="connsiteX14" fmla="*/ 1673082 w 1640849"/>
                <a:gd name="connsiteY14" fmla="*/ 1176138 h 3398903"/>
                <a:gd name="connsiteX15" fmla="*/ 1673082 w 1640849"/>
                <a:gd name="connsiteY15" fmla="*/ 629383 h 3398903"/>
                <a:gd name="connsiteX16" fmla="*/ 1040769 w 1640849"/>
                <a:gd name="connsiteY16" fmla="*/ 0 h 3398903"/>
                <a:gd name="connsiteX17" fmla="*/ 632314 w 1640849"/>
                <a:gd name="connsiteY17" fmla="*/ 0 h 3398903"/>
                <a:gd name="connsiteX18" fmla="*/ 1 w 1640849"/>
                <a:gd name="connsiteY18" fmla="*/ 629383 h 3398903"/>
                <a:gd name="connsiteX19" fmla="*/ 1 w 1640849"/>
                <a:gd name="connsiteY19" fmla="*/ 2816988 h 3398903"/>
                <a:gd name="connsiteX20" fmla="*/ 631728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1728" y="3445785"/>
                  </a:moveTo>
                  <a:lnTo>
                    <a:pt x="1050145" y="3445785"/>
                  </a:lnTo>
                  <a:cubicBezTo>
                    <a:pt x="1473250" y="3445785"/>
                    <a:pt x="1682458" y="3237748"/>
                    <a:pt x="1682458" y="2816402"/>
                  </a:cubicBezTo>
                  <a:lnTo>
                    <a:pt x="1682458" y="2185261"/>
                  </a:lnTo>
                  <a:lnTo>
                    <a:pt x="1011468" y="2185261"/>
                  </a:lnTo>
                  <a:lnTo>
                    <a:pt x="1011468" y="2744322"/>
                  </a:lnTo>
                  <a:cubicBezTo>
                    <a:pt x="1011468" y="2826950"/>
                    <a:pt x="972205" y="2865041"/>
                    <a:pt x="889576" y="2865041"/>
                  </a:cubicBezTo>
                  <a:lnTo>
                    <a:pt x="802259" y="2865041"/>
                  </a:lnTo>
                  <a:cubicBezTo>
                    <a:pt x="719631" y="2865041"/>
                    <a:pt x="680954" y="2826364"/>
                    <a:pt x="680954" y="2744322"/>
                  </a:cubicBezTo>
                  <a:lnTo>
                    <a:pt x="680954" y="702049"/>
                  </a:lnTo>
                  <a:cubicBezTo>
                    <a:pt x="680954" y="620007"/>
                    <a:pt x="719631" y="581330"/>
                    <a:pt x="802259" y="581330"/>
                  </a:cubicBezTo>
                  <a:lnTo>
                    <a:pt x="880200" y="581330"/>
                  </a:lnTo>
                  <a:cubicBezTo>
                    <a:pt x="962828" y="581330"/>
                    <a:pt x="1002092" y="620007"/>
                    <a:pt x="1002092" y="702049"/>
                  </a:cubicBezTo>
                  <a:lnTo>
                    <a:pt x="1002092" y="1176138"/>
                  </a:lnTo>
                  <a:lnTo>
                    <a:pt x="1673082" y="1176138"/>
                  </a:lnTo>
                  <a:lnTo>
                    <a:pt x="1673082" y="629383"/>
                  </a:lnTo>
                  <a:cubicBezTo>
                    <a:pt x="1673082" y="208622"/>
                    <a:pt x="1463874" y="0"/>
                    <a:pt x="1040769" y="0"/>
                  </a:cubicBezTo>
                  <a:lnTo>
                    <a:pt x="632314" y="0"/>
                  </a:lnTo>
                  <a:cubicBezTo>
                    <a:pt x="209210" y="0"/>
                    <a:pt x="1" y="208036"/>
                    <a:pt x="1" y="629383"/>
                  </a:cubicBezTo>
                  <a:lnTo>
                    <a:pt x="1" y="2816988"/>
                  </a:lnTo>
                  <a:cubicBezTo>
                    <a:pt x="-585" y="3237748"/>
                    <a:pt x="208623" y="3445785"/>
                    <a:pt x="631728" y="3445785"/>
                  </a:cubicBezTo>
                </a:path>
              </a:pathLst>
            </a:custGeom>
            <a:grpFill/>
            <a:ln w="58598" cap="flat">
              <a:noFill/>
              <a:prstDash val="solid"/>
              <a:miter/>
            </a:ln>
          </p:spPr>
          <p:txBody>
            <a:bodyPr rtlCol="0" anchor="ctr"/>
            <a:lstStyle/>
            <a:p>
              <a:endParaRPr lang="en-GB" dirty="0"/>
            </a:p>
          </p:txBody>
        </p:sp>
        <p:sp>
          <p:nvSpPr>
            <p:cNvPr id="34" name="Freeform: Shape 33">
              <a:extLst>
                <a:ext uri="{FF2B5EF4-FFF2-40B4-BE49-F238E27FC236}">
                  <a16:creationId xmlns:a16="http://schemas.microsoft.com/office/drawing/2014/main" id="{7F808203-117E-494A-83AB-562ED723FFE9}"/>
                </a:ext>
              </a:extLst>
            </p:cNvPr>
            <p:cNvSpPr/>
            <p:nvPr/>
          </p:nvSpPr>
          <p:spPr>
            <a:xfrm>
              <a:off x="1085548" y="350282"/>
              <a:ext cx="1640850" cy="3398903"/>
            </a:xfrm>
            <a:custGeom>
              <a:avLst/>
              <a:gdLst>
                <a:gd name="connsiteX0" fmla="*/ 632313 w 1640849"/>
                <a:gd name="connsiteY0" fmla="*/ 3445785 h 3398903"/>
                <a:gd name="connsiteX1" fmla="*/ 1050730 w 1640849"/>
                <a:gd name="connsiteY1" fmla="*/ 3445785 h 3398903"/>
                <a:gd name="connsiteX2" fmla="*/ 1683043 w 1640849"/>
                <a:gd name="connsiteY2" fmla="*/ 2816402 h 3398903"/>
                <a:gd name="connsiteX3" fmla="*/ 1683043 w 1640849"/>
                <a:gd name="connsiteY3" fmla="*/ 2185261 h 3398903"/>
                <a:gd name="connsiteX4" fmla="*/ 1011467 w 1640849"/>
                <a:gd name="connsiteY4" fmla="*/ 2185261 h 3398903"/>
                <a:gd name="connsiteX5" fmla="*/ 1011467 w 1640849"/>
                <a:gd name="connsiteY5" fmla="*/ 2744322 h 3398903"/>
                <a:gd name="connsiteX6" fmla="*/ 889575 w 1640849"/>
                <a:gd name="connsiteY6" fmla="*/ 2865041 h 3398903"/>
                <a:gd name="connsiteX7" fmla="*/ 802258 w 1640849"/>
                <a:gd name="connsiteY7" fmla="*/ 2865041 h 3398903"/>
                <a:gd name="connsiteX8" fmla="*/ 680953 w 1640849"/>
                <a:gd name="connsiteY8" fmla="*/ 2744322 h 3398903"/>
                <a:gd name="connsiteX9" fmla="*/ 680953 w 1640849"/>
                <a:gd name="connsiteY9" fmla="*/ 702049 h 3398903"/>
                <a:gd name="connsiteX10" fmla="*/ 802258 w 1640849"/>
                <a:gd name="connsiteY10" fmla="*/ 581330 h 3398903"/>
                <a:gd name="connsiteX11" fmla="*/ 880199 w 1640849"/>
                <a:gd name="connsiteY11" fmla="*/ 581330 h 3398903"/>
                <a:gd name="connsiteX12" fmla="*/ 1001504 w 1640849"/>
                <a:gd name="connsiteY12" fmla="*/ 702049 h 3398903"/>
                <a:gd name="connsiteX13" fmla="*/ 1001504 w 1640849"/>
                <a:gd name="connsiteY13" fmla="*/ 1176138 h 3398903"/>
                <a:gd name="connsiteX14" fmla="*/ 1672495 w 1640849"/>
                <a:gd name="connsiteY14" fmla="*/ 1176138 h 3398903"/>
                <a:gd name="connsiteX15" fmla="*/ 1672495 w 1640849"/>
                <a:gd name="connsiteY15" fmla="*/ 629383 h 3398903"/>
                <a:gd name="connsiteX16" fmla="*/ 1040768 w 1640849"/>
                <a:gd name="connsiteY16" fmla="*/ 0 h 3398903"/>
                <a:gd name="connsiteX17" fmla="*/ 632313 w 1640849"/>
                <a:gd name="connsiteY17" fmla="*/ 0 h 3398903"/>
                <a:gd name="connsiteX18" fmla="*/ 0 w 1640849"/>
                <a:gd name="connsiteY18" fmla="*/ 629383 h 3398903"/>
                <a:gd name="connsiteX19" fmla="*/ 0 w 1640849"/>
                <a:gd name="connsiteY19" fmla="*/ 2816988 h 3398903"/>
                <a:gd name="connsiteX20" fmla="*/ 632313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2313" y="3445785"/>
                  </a:moveTo>
                  <a:lnTo>
                    <a:pt x="1050730" y="3445785"/>
                  </a:lnTo>
                  <a:cubicBezTo>
                    <a:pt x="1473835" y="3445785"/>
                    <a:pt x="1683043" y="3237748"/>
                    <a:pt x="1683043" y="2816402"/>
                  </a:cubicBezTo>
                  <a:lnTo>
                    <a:pt x="1683043" y="2185261"/>
                  </a:lnTo>
                  <a:lnTo>
                    <a:pt x="1011467" y="2185261"/>
                  </a:lnTo>
                  <a:lnTo>
                    <a:pt x="1011467" y="2744322"/>
                  </a:lnTo>
                  <a:cubicBezTo>
                    <a:pt x="1011467" y="2826950"/>
                    <a:pt x="972790" y="2865041"/>
                    <a:pt x="889575" y="2865041"/>
                  </a:cubicBezTo>
                  <a:lnTo>
                    <a:pt x="802258" y="2865041"/>
                  </a:lnTo>
                  <a:cubicBezTo>
                    <a:pt x="719630" y="2865041"/>
                    <a:pt x="680953" y="2826364"/>
                    <a:pt x="680953" y="2744322"/>
                  </a:cubicBezTo>
                  <a:lnTo>
                    <a:pt x="680953" y="702049"/>
                  </a:lnTo>
                  <a:cubicBezTo>
                    <a:pt x="680953" y="620007"/>
                    <a:pt x="719630" y="581330"/>
                    <a:pt x="802258" y="581330"/>
                  </a:cubicBezTo>
                  <a:lnTo>
                    <a:pt x="880199" y="581330"/>
                  </a:lnTo>
                  <a:cubicBezTo>
                    <a:pt x="962827" y="581330"/>
                    <a:pt x="1001504" y="620007"/>
                    <a:pt x="1001504" y="702049"/>
                  </a:cubicBezTo>
                  <a:lnTo>
                    <a:pt x="1001504" y="1176138"/>
                  </a:lnTo>
                  <a:lnTo>
                    <a:pt x="1672495" y="1176138"/>
                  </a:lnTo>
                  <a:lnTo>
                    <a:pt x="1672495" y="629383"/>
                  </a:lnTo>
                  <a:cubicBezTo>
                    <a:pt x="1673081" y="208036"/>
                    <a:pt x="1463872" y="0"/>
                    <a:pt x="1040768" y="0"/>
                  </a:cubicBezTo>
                  <a:lnTo>
                    <a:pt x="632313" y="0"/>
                  </a:lnTo>
                  <a:cubicBezTo>
                    <a:pt x="209208" y="0"/>
                    <a:pt x="0" y="208036"/>
                    <a:pt x="0" y="629383"/>
                  </a:cubicBezTo>
                  <a:lnTo>
                    <a:pt x="0" y="2816988"/>
                  </a:lnTo>
                  <a:cubicBezTo>
                    <a:pt x="0" y="3237748"/>
                    <a:pt x="209208" y="3445785"/>
                    <a:pt x="632313" y="3445785"/>
                  </a:cubicBezTo>
                </a:path>
              </a:pathLst>
            </a:custGeom>
            <a:grpFill/>
            <a:ln w="58598" cap="flat">
              <a:noFill/>
              <a:prstDash val="solid"/>
              <a:miter/>
            </a:ln>
          </p:spPr>
          <p:txBody>
            <a:bodyPr rtlCol="0" anchor="ctr"/>
            <a:lstStyle/>
            <a:p>
              <a:endParaRPr lang="en-GB" dirty="0"/>
            </a:p>
          </p:txBody>
        </p:sp>
        <p:sp>
          <p:nvSpPr>
            <p:cNvPr id="35" name="Freeform: Shape 34">
              <a:extLst>
                <a:ext uri="{FF2B5EF4-FFF2-40B4-BE49-F238E27FC236}">
                  <a16:creationId xmlns:a16="http://schemas.microsoft.com/office/drawing/2014/main" id="{D3EC798F-9315-4D1D-948C-C990DF323F07}"/>
                </a:ext>
              </a:extLst>
            </p:cNvPr>
            <p:cNvSpPr/>
            <p:nvPr/>
          </p:nvSpPr>
          <p:spPr>
            <a:xfrm>
              <a:off x="9407000" y="350282"/>
              <a:ext cx="1699452" cy="3398903"/>
            </a:xfrm>
            <a:custGeom>
              <a:avLst/>
              <a:gdLst>
                <a:gd name="connsiteX0" fmla="*/ 1021429 w 1699451"/>
                <a:gd name="connsiteY0" fmla="*/ 2744322 h 3398903"/>
                <a:gd name="connsiteX1" fmla="*/ 900123 w 1699451"/>
                <a:gd name="connsiteY1" fmla="*/ 2865041 h 3398903"/>
                <a:gd name="connsiteX2" fmla="*/ 802844 w 1699451"/>
                <a:gd name="connsiteY2" fmla="*/ 2865041 h 3398903"/>
                <a:gd name="connsiteX3" fmla="*/ 681539 w 1699451"/>
                <a:gd name="connsiteY3" fmla="*/ 2744322 h 3398903"/>
                <a:gd name="connsiteX4" fmla="*/ 681539 w 1699451"/>
                <a:gd name="connsiteY4" fmla="*/ 702049 h 3398903"/>
                <a:gd name="connsiteX5" fmla="*/ 802844 w 1699451"/>
                <a:gd name="connsiteY5" fmla="*/ 581330 h 3398903"/>
                <a:gd name="connsiteX6" fmla="*/ 900123 w 1699451"/>
                <a:gd name="connsiteY6" fmla="*/ 581330 h 3398903"/>
                <a:gd name="connsiteX7" fmla="*/ 1021429 w 1699451"/>
                <a:gd name="connsiteY7" fmla="*/ 702049 h 3398903"/>
                <a:gd name="connsiteX8" fmla="*/ 1021429 w 1699451"/>
                <a:gd name="connsiteY8" fmla="*/ 2744322 h 3398903"/>
                <a:gd name="connsiteX9" fmla="*/ 1702382 w 1699451"/>
                <a:gd name="connsiteY9" fmla="*/ 2816988 h 3398903"/>
                <a:gd name="connsiteX10" fmla="*/ 1702382 w 1699451"/>
                <a:gd name="connsiteY10" fmla="*/ 629383 h 3398903"/>
                <a:gd name="connsiteX11" fmla="*/ 1070068 w 1699451"/>
                <a:gd name="connsiteY11" fmla="*/ 0 h 3398903"/>
                <a:gd name="connsiteX12" fmla="*/ 632313 w 1699451"/>
                <a:gd name="connsiteY12" fmla="*/ 0 h 3398903"/>
                <a:gd name="connsiteX13" fmla="*/ 0 w 1699451"/>
                <a:gd name="connsiteY13" fmla="*/ 629383 h 3398903"/>
                <a:gd name="connsiteX14" fmla="*/ 0 w 1699451"/>
                <a:gd name="connsiteY14" fmla="*/ 2816988 h 3398903"/>
                <a:gd name="connsiteX15" fmla="*/ 632313 w 1699451"/>
                <a:gd name="connsiteY15" fmla="*/ 3446371 h 3398903"/>
                <a:gd name="connsiteX16" fmla="*/ 1070068 w 1699451"/>
                <a:gd name="connsiteY16" fmla="*/ 3446371 h 3398903"/>
                <a:gd name="connsiteX17" fmla="*/ 1702382 w 1699451"/>
                <a:gd name="connsiteY17" fmla="*/ 2816988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99451" h="3398903">
                  <a:moveTo>
                    <a:pt x="1021429" y="2744322"/>
                  </a:moveTo>
                  <a:cubicBezTo>
                    <a:pt x="1021429" y="2826950"/>
                    <a:pt x="982752" y="2865041"/>
                    <a:pt x="900123" y="2865041"/>
                  </a:cubicBezTo>
                  <a:lnTo>
                    <a:pt x="802844" y="2865041"/>
                  </a:lnTo>
                  <a:cubicBezTo>
                    <a:pt x="720215" y="2865041"/>
                    <a:pt x="681539" y="2826364"/>
                    <a:pt x="681539" y="2744322"/>
                  </a:cubicBezTo>
                  <a:lnTo>
                    <a:pt x="681539" y="702049"/>
                  </a:lnTo>
                  <a:cubicBezTo>
                    <a:pt x="681539" y="620007"/>
                    <a:pt x="720215" y="581330"/>
                    <a:pt x="802844" y="581330"/>
                  </a:cubicBezTo>
                  <a:lnTo>
                    <a:pt x="900123" y="581330"/>
                  </a:lnTo>
                  <a:cubicBezTo>
                    <a:pt x="982752" y="581330"/>
                    <a:pt x="1021429" y="620007"/>
                    <a:pt x="1021429" y="702049"/>
                  </a:cubicBezTo>
                  <a:lnTo>
                    <a:pt x="1021429" y="2744322"/>
                  </a:lnTo>
                  <a:close/>
                  <a:moveTo>
                    <a:pt x="1702382" y="2816988"/>
                  </a:moveTo>
                  <a:lnTo>
                    <a:pt x="1702382" y="629383"/>
                  </a:lnTo>
                  <a:cubicBezTo>
                    <a:pt x="1702382" y="208622"/>
                    <a:pt x="1493173" y="0"/>
                    <a:pt x="1070068" y="0"/>
                  </a:cubicBezTo>
                  <a:lnTo>
                    <a:pt x="632313" y="0"/>
                  </a:lnTo>
                  <a:cubicBezTo>
                    <a:pt x="209209" y="0"/>
                    <a:pt x="0" y="208036"/>
                    <a:pt x="0" y="629383"/>
                  </a:cubicBezTo>
                  <a:lnTo>
                    <a:pt x="0" y="2816988"/>
                  </a:lnTo>
                  <a:cubicBezTo>
                    <a:pt x="0" y="3238334"/>
                    <a:pt x="209209" y="3446371"/>
                    <a:pt x="632313" y="3446371"/>
                  </a:cubicBezTo>
                  <a:lnTo>
                    <a:pt x="1070068" y="3446371"/>
                  </a:lnTo>
                  <a:cubicBezTo>
                    <a:pt x="1493173" y="3445785"/>
                    <a:pt x="1702382" y="3237748"/>
                    <a:pt x="1702382" y="2816988"/>
                  </a:cubicBezTo>
                </a:path>
              </a:pathLst>
            </a:custGeom>
            <a:grpFill/>
            <a:ln w="58598" cap="flat">
              <a:noFill/>
              <a:prstDash val="solid"/>
              <a:miter/>
            </a:ln>
          </p:spPr>
          <p:txBody>
            <a:bodyPr rtlCol="0" anchor="ctr"/>
            <a:lstStyle/>
            <a:p>
              <a:endParaRPr lang="en-GB" dirty="0"/>
            </a:p>
          </p:txBody>
        </p:sp>
        <p:sp>
          <p:nvSpPr>
            <p:cNvPr id="36" name="Freeform: Shape 35">
              <a:extLst>
                <a:ext uri="{FF2B5EF4-FFF2-40B4-BE49-F238E27FC236}">
                  <a16:creationId xmlns:a16="http://schemas.microsoft.com/office/drawing/2014/main" id="{C7A66205-67DC-443D-9414-D6FC3080E355}"/>
                </a:ext>
              </a:extLst>
            </p:cNvPr>
            <p:cNvSpPr/>
            <p:nvPr/>
          </p:nvSpPr>
          <p:spPr>
            <a:xfrm>
              <a:off x="3104379" y="379583"/>
              <a:ext cx="1816655" cy="3340301"/>
            </a:xfrm>
            <a:custGeom>
              <a:avLst/>
              <a:gdLst>
                <a:gd name="connsiteX0" fmla="*/ 1031391 w 1816655"/>
                <a:gd name="connsiteY0" fmla="*/ 2303636 h 3340301"/>
                <a:gd name="connsiteX1" fmla="*/ 729592 w 1816655"/>
                <a:gd name="connsiteY1" fmla="*/ 2303636 h 3340301"/>
                <a:gd name="connsiteX2" fmla="*/ 880199 w 1816655"/>
                <a:gd name="connsiteY2" fmla="*/ 827457 h 3340301"/>
                <a:gd name="connsiteX3" fmla="*/ 1031391 w 1816655"/>
                <a:gd name="connsiteY3" fmla="*/ 2303636 h 3340301"/>
                <a:gd name="connsiteX4" fmla="*/ 1823687 w 1816655"/>
                <a:gd name="connsiteY4" fmla="*/ 3387769 h 3340301"/>
                <a:gd name="connsiteX5" fmla="*/ 1376556 w 1816655"/>
                <a:gd name="connsiteY5" fmla="*/ 0 h 3340301"/>
                <a:gd name="connsiteX6" fmla="*/ 447132 w 1816655"/>
                <a:gd name="connsiteY6" fmla="*/ 0 h 3340301"/>
                <a:gd name="connsiteX7" fmla="*/ 0 w 1816655"/>
                <a:gd name="connsiteY7" fmla="*/ 3387769 h 3340301"/>
                <a:gd name="connsiteX8" fmla="*/ 617663 w 1816655"/>
                <a:gd name="connsiteY8" fmla="*/ 3387769 h 3340301"/>
                <a:gd name="connsiteX9" fmla="*/ 666302 w 1816655"/>
                <a:gd name="connsiteY9" fmla="*/ 2894342 h 3340301"/>
                <a:gd name="connsiteX10" fmla="*/ 1094095 w 1816655"/>
                <a:gd name="connsiteY10" fmla="*/ 2894342 h 3340301"/>
                <a:gd name="connsiteX11" fmla="*/ 1147423 w 1816655"/>
                <a:gd name="connsiteY11" fmla="*/ 3387769 h 3340301"/>
                <a:gd name="connsiteX12" fmla="*/ 1823687 w 1816655"/>
                <a:gd name="connsiteY12" fmla="*/ 3387769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6655" h="3340301">
                  <a:moveTo>
                    <a:pt x="1031391" y="2303636"/>
                  </a:moveTo>
                  <a:lnTo>
                    <a:pt x="729592" y="2303636"/>
                  </a:lnTo>
                  <a:lnTo>
                    <a:pt x="880199" y="827457"/>
                  </a:lnTo>
                  <a:lnTo>
                    <a:pt x="1031391" y="2303636"/>
                  </a:lnTo>
                  <a:close/>
                  <a:moveTo>
                    <a:pt x="1823687" y="3387769"/>
                  </a:moveTo>
                  <a:lnTo>
                    <a:pt x="1376556" y="0"/>
                  </a:lnTo>
                  <a:lnTo>
                    <a:pt x="447132" y="0"/>
                  </a:lnTo>
                  <a:lnTo>
                    <a:pt x="0" y="3387769"/>
                  </a:lnTo>
                  <a:lnTo>
                    <a:pt x="617663" y="3387769"/>
                  </a:lnTo>
                  <a:lnTo>
                    <a:pt x="666302" y="2894342"/>
                  </a:lnTo>
                  <a:lnTo>
                    <a:pt x="1094095" y="2894342"/>
                  </a:lnTo>
                  <a:lnTo>
                    <a:pt x="1147423" y="3387769"/>
                  </a:lnTo>
                  <a:lnTo>
                    <a:pt x="1823687" y="3387769"/>
                  </a:lnTo>
                  <a:close/>
                </a:path>
              </a:pathLst>
            </a:custGeom>
            <a:grpFill/>
            <a:ln w="58598" cap="flat">
              <a:noFill/>
              <a:prstDash val="solid"/>
              <a:miter/>
            </a:ln>
          </p:spPr>
          <p:txBody>
            <a:bodyPr rtlCol="0" anchor="ctr"/>
            <a:lstStyle/>
            <a:p>
              <a:endParaRPr lang="en-GB" dirty="0"/>
            </a:p>
          </p:txBody>
        </p:sp>
      </p:grpSp>
      <p:pic>
        <p:nvPicPr>
          <p:cNvPr id="16" name="Graphic 15">
            <a:extLst>
              <a:ext uri="{FF2B5EF4-FFF2-40B4-BE49-F238E27FC236}">
                <a16:creationId xmlns:a16="http://schemas.microsoft.com/office/drawing/2014/main" id="{D02F153D-FDEB-4A09-92EF-CA9239B69928}"/>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500592" y="6241691"/>
            <a:ext cx="1204913" cy="155425"/>
          </a:xfrm>
          <a:prstGeom prst="rect">
            <a:avLst/>
          </a:prstGeom>
        </p:spPr>
      </p:pic>
      <p:sp>
        <p:nvSpPr>
          <p:cNvPr id="25" name="Title 1">
            <a:extLst>
              <a:ext uri="{FF2B5EF4-FFF2-40B4-BE49-F238E27FC236}">
                <a16:creationId xmlns:a16="http://schemas.microsoft.com/office/drawing/2014/main" id="{9AC95E5F-E4C2-4214-966D-946B7833AB3A}"/>
              </a:ext>
            </a:extLst>
          </p:cNvPr>
          <p:cNvSpPr>
            <a:spLocks noGrp="1"/>
          </p:cNvSpPr>
          <p:nvPr>
            <p:ph type="title" hasCustomPrompt="1"/>
          </p:nvPr>
        </p:nvSpPr>
        <p:spPr>
          <a:xfrm>
            <a:off x="1085548" y="4755595"/>
            <a:ext cx="5394105" cy="720197"/>
          </a:xfrm>
          <a:blipFill dpi="0" rotWithShape="1">
            <a:blip r:embed="rId5"/>
            <a:srcRect/>
            <a:stretch>
              <a:fillRect t="80000" b="16000"/>
            </a:stretch>
          </a:blipFill>
        </p:spPr>
        <p:txBody>
          <a:bodyPr vert="horz" wrap="none" lIns="0" tIns="0" rIns="0" bIns="274320" rtlCol="0" anchor="b">
            <a:spAutoFit/>
          </a:bodyPr>
          <a:lstStyle>
            <a:lvl1pPr>
              <a:defRPr lang="en-GB" sz="3200" u="none" dirty="0">
                <a:solidFill>
                  <a:schemeClr val="bg1"/>
                </a:solidFill>
                <a:uFill>
                  <a:solidFill>
                    <a:schemeClr val="accent1"/>
                  </a:solidFill>
                </a:uFill>
              </a:defRPr>
            </a:lvl1pPr>
          </a:lstStyle>
          <a:p>
            <a:pPr lvl="0"/>
            <a:r>
              <a:rPr lang="en-US" dirty="0"/>
              <a:t>Presentation title goes here</a:t>
            </a:r>
            <a:endParaRPr lang="en-GB" dirty="0"/>
          </a:p>
        </p:txBody>
      </p:sp>
      <p:sp>
        <p:nvSpPr>
          <p:cNvPr id="26" name="Text Placeholder 3">
            <a:extLst>
              <a:ext uri="{FF2B5EF4-FFF2-40B4-BE49-F238E27FC236}">
                <a16:creationId xmlns:a16="http://schemas.microsoft.com/office/drawing/2014/main" id="{7E285B1B-D9E4-430E-A1C6-FEDA9D9E3683}"/>
              </a:ext>
            </a:extLst>
          </p:cNvPr>
          <p:cNvSpPr>
            <a:spLocks noGrp="1"/>
          </p:cNvSpPr>
          <p:nvPr>
            <p:ph type="body" sz="quarter" idx="17" hasCustomPrompt="1"/>
          </p:nvPr>
        </p:nvSpPr>
        <p:spPr>
          <a:xfrm>
            <a:off x="1085548" y="5659295"/>
            <a:ext cx="6145912" cy="307777"/>
          </a:xfrm>
        </p:spPr>
        <p:txBody>
          <a:bodyPr vert="horz" wrap="square" lIns="0" tIns="0" rIns="0" bIns="0" rtlCol="0">
            <a:spAutoFit/>
          </a:bodyPr>
          <a:lstStyle>
            <a:lvl1pPr>
              <a:defRPr lang="en-US" sz="2000" cap="none" baseline="0" dirty="0">
                <a:solidFill>
                  <a:schemeClr val="bg2">
                    <a:lumMod val="75000"/>
                  </a:schemeClr>
                </a:solidFill>
                <a:latin typeface="Century Gothic" panose="020B0502020202020204" pitchFamily="34" charset="0"/>
              </a:defRPr>
            </a:lvl1pPr>
          </a:lstStyle>
          <a:p>
            <a:pPr lvl="0"/>
            <a:r>
              <a:rPr lang="en-US" dirty="0"/>
              <a:t>Subtitle goes here</a:t>
            </a:r>
          </a:p>
        </p:txBody>
      </p:sp>
      <p:sp>
        <p:nvSpPr>
          <p:cNvPr id="28" name="Text Placeholder 2">
            <a:extLst>
              <a:ext uri="{FF2B5EF4-FFF2-40B4-BE49-F238E27FC236}">
                <a16:creationId xmlns:a16="http://schemas.microsoft.com/office/drawing/2014/main" id="{078DABAB-B018-4B06-A8AD-EB985D1C8C9C}"/>
              </a:ext>
            </a:extLst>
          </p:cNvPr>
          <p:cNvSpPr>
            <a:spLocks noGrp="1"/>
          </p:cNvSpPr>
          <p:nvPr>
            <p:ph type="body" sz="quarter" idx="14" hasCustomPrompt="1"/>
          </p:nvPr>
        </p:nvSpPr>
        <p:spPr>
          <a:xfrm>
            <a:off x="8338761" y="4853254"/>
            <a:ext cx="2765182" cy="226989"/>
          </a:xfrm>
        </p:spPr>
        <p:txBody>
          <a:bodyPr>
            <a:normAutofit/>
          </a:bodyPr>
          <a:lstStyle>
            <a:lvl1pPr>
              <a:defRPr sz="1050" b="0" i="0">
                <a:solidFill>
                  <a:schemeClr val="bg2">
                    <a:lumMod val="75000"/>
                  </a:schemeClr>
                </a:solidFill>
                <a:latin typeface="+mn-lt"/>
              </a:defRPr>
            </a:lvl1pPr>
          </a:lstStyle>
          <a:p>
            <a:pPr lvl="0"/>
            <a:r>
              <a:rPr lang="en-US" dirty="0"/>
              <a:t>Location</a:t>
            </a:r>
          </a:p>
        </p:txBody>
      </p:sp>
      <p:sp>
        <p:nvSpPr>
          <p:cNvPr id="29" name="Text Placeholder 4">
            <a:extLst>
              <a:ext uri="{FF2B5EF4-FFF2-40B4-BE49-F238E27FC236}">
                <a16:creationId xmlns:a16="http://schemas.microsoft.com/office/drawing/2014/main" id="{0DD79F07-8A50-4B0D-BDBB-4367D1D12FA0}"/>
              </a:ext>
            </a:extLst>
          </p:cNvPr>
          <p:cNvSpPr>
            <a:spLocks noGrp="1"/>
          </p:cNvSpPr>
          <p:nvPr>
            <p:ph type="body" sz="quarter" idx="15" hasCustomPrompt="1"/>
          </p:nvPr>
        </p:nvSpPr>
        <p:spPr>
          <a:xfrm>
            <a:off x="8338761" y="5144858"/>
            <a:ext cx="2767691" cy="226989"/>
          </a:xfrm>
        </p:spPr>
        <p:txBody>
          <a:bodyPr>
            <a:normAutofit/>
          </a:bodyPr>
          <a:lstStyle>
            <a:lvl1pPr>
              <a:defRPr sz="1050" b="0" i="0">
                <a:solidFill>
                  <a:schemeClr val="bg2">
                    <a:lumMod val="75000"/>
                  </a:schemeClr>
                </a:solidFill>
                <a:latin typeface="+mn-lt"/>
              </a:defRPr>
            </a:lvl1pPr>
          </a:lstStyle>
          <a:p>
            <a:pPr lvl="0"/>
            <a:r>
              <a:rPr lang="en-US" dirty="0"/>
              <a:t>Date</a:t>
            </a:r>
          </a:p>
        </p:txBody>
      </p:sp>
      <p:sp>
        <p:nvSpPr>
          <p:cNvPr id="30" name="Text Placeholder 9">
            <a:extLst>
              <a:ext uri="{FF2B5EF4-FFF2-40B4-BE49-F238E27FC236}">
                <a16:creationId xmlns:a16="http://schemas.microsoft.com/office/drawing/2014/main" id="{342390CD-71FF-409A-998F-CAD5E4F3C6A7}"/>
              </a:ext>
            </a:extLst>
          </p:cNvPr>
          <p:cNvSpPr>
            <a:spLocks noGrp="1"/>
          </p:cNvSpPr>
          <p:nvPr>
            <p:ph type="body" sz="quarter" idx="16" hasCustomPrompt="1"/>
          </p:nvPr>
        </p:nvSpPr>
        <p:spPr>
          <a:xfrm>
            <a:off x="8338761" y="5436112"/>
            <a:ext cx="2765182" cy="266460"/>
          </a:xfrm>
        </p:spPr>
        <p:txBody>
          <a:bodyPr>
            <a:normAutofit/>
          </a:bodyPr>
          <a:lstStyle>
            <a:lvl1pPr>
              <a:defRPr sz="1050" b="0" i="0">
                <a:solidFill>
                  <a:schemeClr val="bg2">
                    <a:lumMod val="75000"/>
                  </a:schemeClr>
                </a:solidFill>
                <a:latin typeface="+mn-lt"/>
              </a:defRPr>
            </a:lvl1pPr>
          </a:lstStyle>
          <a:p>
            <a:pPr lvl="0"/>
            <a:r>
              <a:rPr lang="en-US" dirty="0"/>
              <a:t>Author</a:t>
            </a:r>
          </a:p>
        </p:txBody>
      </p:sp>
      <p:sp>
        <p:nvSpPr>
          <p:cNvPr id="2" name="Picture Placeholder 23">
            <a:extLst>
              <a:ext uri="{FF2B5EF4-FFF2-40B4-BE49-F238E27FC236}">
                <a16:creationId xmlns:a16="http://schemas.microsoft.com/office/drawing/2014/main" id="{44C8C3C2-30AF-A88D-094B-FBEE9C073AE3}"/>
              </a:ext>
              <a:ext uri="{C183D7F6-B498-43B3-948B-1728B52AA6E4}">
                <adec:decorative xmlns:adec="http://schemas.microsoft.com/office/drawing/2017/decorative" val="1"/>
              </a:ext>
            </a:extLst>
          </p:cNvPr>
          <p:cNvSpPr>
            <a:spLocks noGrp="1"/>
          </p:cNvSpPr>
          <p:nvPr>
            <p:ph type="pic" sz="quarter" idx="18" hasCustomPrompt="1"/>
          </p:nvPr>
        </p:nvSpPr>
        <p:spPr>
          <a:xfrm>
            <a:off x="8341270" y="5963755"/>
            <a:ext cx="1386000" cy="673200"/>
          </a:xfrm>
        </p:spPr>
        <p:txBody>
          <a:bodyPr anchor="ctr">
            <a:normAutofit/>
          </a:bodyPr>
          <a:lstStyle>
            <a:lvl1pPr algn="ctr">
              <a:defRPr sz="1000" b="0">
                <a:solidFill>
                  <a:schemeClr val="bg1"/>
                </a:solidFill>
              </a:defRPr>
            </a:lvl1pPr>
          </a:lstStyle>
          <a:p>
            <a:r>
              <a:rPr lang="en-GB" dirty="0"/>
              <a:t>Place client logo here if needed</a:t>
            </a:r>
          </a:p>
        </p:txBody>
      </p:sp>
    </p:spTree>
    <p:extLst>
      <p:ext uri="{BB962C8B-B14F-4D97-AF65-F5344CB8AC3E}">
        <p14:creationId xmlns:p14="http://schemas.microsoft.com/office/powerpoint/2010/main" val="36689242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Divider 1">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2842B89-6434-4A3A-B049-8E8800951E22}"/>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endParaRPr>
          </a:p>
        </p:txBody>
      </p:sp>
      <p:sp>
        <p:nvSpPr>
          <p:cNvPr id="8" name="Title 1">
            <a:extLst>
              <a:ext uri="{FF2B5EF4-FFF2-40B4-BE49-F238E27FC236}">
                <a16:creationId xmlns:a16="http://schemas.microsoft.com/office/drawing/2014/main" id="{CFFC36E4-88C8-EB4F-9CCD-DB47D07012DF}"/>
              </a:ext>
            </a:extLst>
          </p:cNvPr>
          <p:cNvSpPr>
            <a:spLocks noGrp="1"/>
          </p:cNvSpPr>
          <p:nvPr>
            <p:ph type="title" hasCustomPrompt="1"/>
          </p:nvPr>
        </p:nvSpPr>
        <p:spPr>
          <a:xfrm>
            <a:off x="3782872" y="2427879"/>
            <a:ext cx="4626266" cy="664797"/>
          </a:xfrm>
          <a:blipFill dpi="0" rotWithShape="1">
            <a:blip r:embed="rId2"/>
            <a:srcRect/>
            <a:stretch>
              <a:fillRect l="20000" t="80000" r="20000" b="16000"/>
            </a:stretch>
          </a:blipFill>
        </p:spPr>
        <p:txBody>
          <a:bodyPr wrap="none" bIns="274320" anchor="b">
            <a:spAutoFit/>
          </a:bodyPr>
          <a:lstStyle>
            <a:lvl1pPr algn="ctr">
              <a:defRPr sz="2800" b="0" u="none" baseline="0">
                <a:solidFill>
                  <a:schemeClr val="accent3"/>
                </a:solidFill>
                <a:uFill>
                  <a:solidFill>
                    <a:schemeClr val="accent1"/>
                  </a:solidFill>
                </a:uFill>
              </a:defRPr>
            </a:lvl1pPr>
          </a:lstStyle>
          <a:p>
            <a:r>
              <a:rPr lang="en-US" dirty="0"/>
              <a:t>Divider slide title goes here</a:t>
            </a:r>
            <a:endParaRPr lang="en-GB" dirty="0"/>
          </a:p>
        </p:txBody>
      </p:sp>
      <p:sp>
        <p:nvSpPr>
          <p:cNvPr id="5" name="TextBox 4">
            <a:extLst>
              <a:ext uri="{FF2B5EF4-FFF2-40B4-BE49-F238E27FC236}">
                <a16:creationId xmlns:a16="http://schemas.microsoft.com/office/drawing/2014/main" id="{270D0A6A-D4AA-79AF-A472-62EDEDD51ADC}"/>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9240995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Divider 2">
    <p:bg>
      <p:bgPr>
        <a:solidFill>
          <a:schemeClr val="tx1"/>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A988C22-FD43-453E-B622-F08A115595BE}"/>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endParaRPr>
          </a:p>
        </p:txBody>
      </p:sp>
      <p:sp>
        <p:nvSpPr>
          <p:cNvPr id="8" name="Title 1">
            <a:extLst>
              <a:ext uri="{FF2B5EF4-FFF2-40B4-BE49-F238E27FC236}">
                <a16:creationId xmlns:a16="http://schemas.microsoft.com/office/drawing/2014/main" id="{CFFC36E4-88C8-EB4F-9CCD-DB47D07012DF}"/>
              </a:ext>
            </a:extLst>
          </p:cNvPr>
          <p:cNvSpPr>
            <a:spLocks noGrp="1"/>
          </p:cNvSpPr>
          <p:nvPr>
            <p:ph type="title" hasCustomPrompt="1"/>
          </p:nvPr>
        </p:nvSpPr>
        <p:spPr>
          <a:xfrm>
            <a:off x="3479103" y="2427879"/>
            <a:ext cx="5233804" cy="664797"/>
          </a:xfrm>
          <a:blipFill dpi="0" rotWithShape="1">
            <a:blip r:embed="rId2"/>
            <a:srcRect/>
            <a:stretch>
              <a:fillRect l="20000" t="80000" r="20000" b="16000"/>
            </a:stretch>
          </a:blipFill>
        </p:spPr>
        <p:txBody>
          <a:bodyPr wrap="none" bIns="274320" anchor="b">
            <a:spAutoFit/>
          </a:bodyPr>
          <a:lstStyle>
            <a:lvl1pPr algn="ctr">
              <a:defRPr sz="2800" b="0" u="none" baseline="0">
                <a:solidFill>
                  <a:schemeClr val="bg1"/>
                </a:solidFill>
                <a:uFill>
                  <a:solidFill>
                    <a:schemeClr val="accent1"/>
                  </a:solidFill>
                </a:uFill>
              </a:defRPr>
            </a:lvl1pPr>
          </a:lstStyle>
          <a:p>
            <a:r>
              <a:rPr lang="en-US" dirty="0"/>
              <a:t>Divider slide title goes here</a:t>
            </a:r>
            <a:endParaRPr lang="en-GB" dirty="0"/>
          </a:p>
        </p:txBody>
      </p:sp>
      <p:sp>
        <p:nvSpPr>
          <p:cNvPr id="3" name="TextBox 2">
            <a:extLst>
              <a:ext uri="{FF2B5EF4-FFF2-40B4-BE49-F238E27FC236}">
                <a16:creationId xmlns:a16="http://schemas.microsoft.com/office/drawing/2014/main" id="{1207F6F0-A519-7A0E-C0EB-C78D8AF66243}"/>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1915903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Divider 3">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41C5A2-4BF5-4E3A-B1E1-6002F69D5743}"/>
              </a:ext>
              <a:ext uri="{C183D7F6-B498-43B3-948B-1728B52AA6E4}">
                <adec:decorative xmlns:adec="http://schemas.microsoft.com/office/drawing/2017/decorative" val="1"/>
              </a:ext>
            </a:extLst>
          </p:cNvPr>
          <p:cNvPicPr>
            <a:picLocks/>
          </p:cNvPicPr>
          <p:nvPr userDrawn="1"/>
        </p:nvPicPr>
        <p:blipFill rotWithShape="1">
          <a:blip r:embed="rId2" cstate="screen">
            <a:alphaModFix amt="75000"/>
            <a:extLst>
              <a:ext uri="{28A0092B-C50C-407E-A947-70E740481C1C}">
                <a14:useLocalDpi xmlns:a14="http://schemas.microsoft.com/office/drawing/2010/main"/>
              </a:ext>
            </a:extLst>
          </a:blip>
          <a:srcRect l="733" t="807" b="74"/>
          <a:stretch/>
        </p:blipFill>
        <p:spPr>
          <a:xfrm>
            <a:off x="0" y="0"/>
            <a:ext cx="12192000" cy="6858000"/>
          </a:xfrm>
          <a:prstGeom prst="rect">
            <a:avLst/>
          </a:prstGeom>
        </p:spPr>
      </p:pic>
      <p:sp>
        <p:nvSpPr>
          <p:cNvPr id="9" name="TextBox 8">
            <a:extLst>
              <a:ext uri="{FF2B5EF4-FFF2-40B4-BE49-F238E27FC236}">
                <a16:creationId xmlns:a16="http://schemas.microsoft.com/office/drawing/2014/main" id="{DFF00D75-40A8-4C32-9517-3F5B68381210}"/>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endParaRPr>
          </a:p>
        </p:txBody>
      </p:sp>
      <p:sp>
        <p:nvSpPr>
          <p:cNvPr id="8" name="Title 1">
            <a:extLst>
              <a:ext uri="{FF2B5EF4-FFF2-40B4-BE49-F238E27FC236}">
                <a16:creationId xmlns:a16="http://schemas.microsoft.com/office/drawing/2014/main" id="{CFFC36E4-88C8-EB4F-9CCD-DB47D07012DF}"/>
              </a:ext>
            </a:extLst>
          </p:cNvPr>
          <p:cNvSpPr>
            <a:spLocks noGrp="1"/>
          </p:cNvSpPr>
          <p:nvPr>
            <p:ph type="title" hasCustomPrompt="1"/>
          </p:nvPr>
        </p:nvSpPr>
        <p:spPr>
          <a:xfrm>
            <a:off x="3782872" y="2427879"/>
            <a:ext cx="4626266" cy="664797"/>
          </a:xfrm>
          <a:blipFill dpi="0" rotWithShape="1">
            <a:blip r:embed="rId3"/>
            <a:srcRect/>
            <a:stretch>
              <a:fillRect l="20000" t="80000" r="20000" b="16000"/>
            </a:stretch>
          </a:blipFill>
        </p:spPr>
        <p:txBody>
          <a:bodyPr wrap="none" bIns="274320" anchor="b">
            <a:spAutoFit/>
          </a:bodyPr>
          <a:lstStyle>
            <a:lvl1pPr algn="ctr">
              <a:defRPr sz="2800" b="0" u="none" baseline="0">
                <a:solidFill>
                  <a:schemeClr val="accent3"/>
                </a:solidFill>
                <a:uFill>
                  <a:solidFill>
                    <a:schemeClr val="accent1"/>
                  </a:solidFill>
                </a:uFill>
              </a:defRPr>
            </a:lvl1pPr>
          </a:lstStyle>
          <a:p>
            <a:r>
              <a:rPr lang="en-US" dirty="0"/>
              <a:t>Divider slide title goes here</a:t>
            </a:r>
            <a:endParaRPr lang="en-GB" dirty="0"/>
          </a:p>
        </p:txBody>
      </p:sp>
      <p:sp>
        <p:nvSpPr>
          <p:cNvPr id="3" name="TextBox 2">
            <a:extLst>
              <a:ext uri="{FF2B5EF4-FFF2-40B4-BE49-F238E27FC236}">
                <a16:creationId xmlns:a16="http://schemas.microsoft.com/office/drawing/2014/main" id="{15DD5CF0-01E0-DB39-B3E2-B6398D14BF1A}"/>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28510333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Divider 4">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DCE3932-D351-41C6-AF8E-0B2D85A0E6DD}"/>
              </a:ext>
              <a:ext uri="{C183D7F6-B498-43B3-948B-1728B52AA6E4}">
                <adec:decorative xmlns:adec="http://schemas.microsoft.com/office/drawing/2017/decorative" val="1"/>
              </a:ext>
            </a:extLst>
          </p:cNvPr>
          <p:cNvPicPr>
            <a:picLocks noChangeAspect="1"/>
          </p:cNvPicPr>
          <p:nvPr userDrawn="1"/>
        </p:nvPicPr>
        <p:blipFill rotWithShape="1">
          <a:blip r:embed="rId2" cstate="email">
            <a:grayscl/>
            <a:alphaModFix amt="80000"/>
            <a:extLst>
              <a:ext uri="{28A0092B-C50C-407E-A947-70E740481C1C}">
                <a14:useLocalDpi xmlns:a14="http://schemas.microsoft.com/office/drawing/2010/main"/>
              </a:ext>
            </a:extLst>
          </a:blip>
          <a:srcRect l="-2"/>
          <a:stretch/>
        </p:blipFill>
        <p:spPr>
          <a:xfrm>
            <a:off x="0" y="0"/>
            <a:ext cx="12192000" cy="6858000"/>
          </a:xfrm>
          <a:prstGeom prst="rect">
            <a:avLst/>
          </a:prstGeom>
        </p:spPr>
      </p:pic>
      <p:sp>
        <p:nvSpPr>
          <p:cNvPr id="9" name="TextBox 8">
            <a:extLst>
              <a:ext uri="{FF2B5EF4-FFF2-40B4-BE49-F238E27FC236}">
                <a16:creationId xmlns:a16="http://schemas.microsoft.com/office/drawing/2014/main" id="{DFF00D75-40A8-4C32-9517-3F5B68381210}"/>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endParaRPr>
          </a:p>
        </p:txBody>
      </p:sp>
      <p:sp>
        <p:nvSpPr>
          <p:cNvPr id="8" name="Title 1">
            <a:extLst>
              <a:ext uri="{FF2B5EF4-FFF2-40B4-BE49-F238E27FC236}">
                <a16:creationId xmlns:a16="http://schemas.microsoft.com/office/drawing/2014/main" id="{CFFC36E4-88C8-EB4F-9CCD-DB47D07012DF}"/>
              </a:ext>
            </a:extLst>
          </p:cNvPr>
          <p:cNvSpPr>
            <a:spLocks noGrp="1"/>
          </p:cNvSpPr>
          <p:nvPr>
            <p:ph type="title" hasCustomPrompt="1"/>
          </p:nvPr>
        </p:nvSpPr>
        <p:spPr>
          <a:xfrm>
            <a:off x="3782872" y="2427879"/>
            <a:ext cx="4626266" cy="664797"/>
          </a:xfrm>
          <a:blipFill dpi="0" rotWithShape="1">
            <a:blip r:embed="rId3"/>
            <a:srcRect/>
            <a:stretch>
              <a:fillRect l="20000" t="80000" r="20000" b="16000"/>
            </a:stretch>
          </a:blipFill>
        </p:spPr>
        <p:txBody>
          <a:bodyPr wrap="none" bIns="274320" anchor="b">
            <a:spAutoFit/>
          </a:bodyPr>
          <a:lstStyle>
            <a:lvl1pPr algn="ctr">
              <a:defRPr sz="2800" b="0" u="none" baseline="0">
                <a:solidFill>
                  <a:schemeClr val="accent3"/>
                </a:solidFill>
                <a:uFill>
                  <a:solidFill>
                    <a:schemeClr val="accent1"/>
                  </a:solidFill>
                </a:uFill>
              </a:defRPr>
            </a:lvl1pPr>
          </a:lstStyle>
          <a:p>
            <a:r>
              <a:rPr lang="en-US" dirty="0"/>
              <a:t>Divider slide title goes here</a:t>
            </a:r>
            <a:endParaRPr lang="en-GB" dirty="0"/>
          </a:p>
        </p:txBody>
      </p:sp>
      <p:sp>
        <p:nvSpPr>
          <p:cNvPr id="2" name="TextBox 1">
            <a:extLst>
              <a:ext uri="{FF2B5EF4-FFF2-40B4-BE49-F238E27FC236}">
                <a16:creationId xmlns:a16="http://schemas.microsoft.com/office/drawing/2014/main" id="{636C76BA-E99A-A7F3-9B59-18494BC27B93}"/>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14854656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Divider 5">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A26DB37-DAB3-450A-8219-7F566491027F}"/>
              </a:ext>
              <a:ext uri="{C183D7F6-B498-43B3-948B-1728B52AA6E4}">
                <adec:decorative xmlns:adec="http://schemas.microsoft.com/office/drawing/2017/decorative" val="1"/>
              </a:ext>
            </a:extLst>
          </p:cNvPr>
          <p:cNvPicPr>
            <a:picLocks noChangeAspect="1"/>
          </p:cNvPicPr>
          <p:nvPr userDrawn="1"/>
        </p:nvPicPr>
        <p:blipFill>
          <a:blip r:embed="rId2">
            <a:alphaModFix amt="20000"/>
            <a:extLst>
              <a:ext uri="{28A0092B-C50C-407E-A947-70E740481C1C}">
                <a14:useLocalDpi xmlns:a14="http://schemas.microsoft.com/office/drawing/2010/main" val="0"/>
              </a:ext>
            </a:extLst>
          </a:blip>
          <a:srcRect/>
          <a:stretch/>
        </p:blipFill>
        <p:spPr>
          <a:xfrm>
            <a:off x="5013" y="-5"/>
            <a:ext cx="12181973" cy="6858000"/>
          </a:xfrm>
          <a:prstGeom prst="rect">
            <a:avLst/>
          </a:prstGeom>
        </p:spPr>
      </p:pic>
      <p:sp>
        <p:nvSpPr>
          <p:cNvPr id="7" name="TextBox 6">
            <a:extLst>
              <a:ext uri="{FF2B5EF4-FFF2-40B4-BE49-F238E27FC236}">
                <a16:creationId xmlns:a16="http://schemas.microsoft.com/office/drawing/2014/main" id="{E66BFADD-8E3E-462E-8C5E-D84EFF3444A2}"/>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endParaRPr>
          </a:p>
        </p:txBody>
      </p:sp>
      <p:sp>
        <p:nvSpPr>
          <p:cNvPr id="8" name="Title 1">
            <a:extLst>
              <a:ext uri="{FF2B5EF4-FFF2-40B4-BE49-F238E27FC236}">
                <a16:creationId xmlns:a16="http://schemas.microsoft.com/office/drawing/2014/main" id="{CFFC36E4-88C8-EB4F-9CCD-DB47D07012DF}"/>
              </a:ext>
            </a:extLst>
          </p:cNvPr>
          <p:cNvSpPr>
            <a:spLocks noGrp="1"/>
          </p:cNvSpPr>
          <p:nvPr>
            <p:ph type="title" hasCustomPrompt="1"/>
          </p:nvPr>
        </p:nvSpPr>
        <p:spPr>
          <a:xfrm>
            <a:off x="3479103" y="2427879"/>
            <a:ext cx="5233804" cy="664797"/>
          </a:xfrm>
          <a:blipFill dpi="0" rotWithShape="1">
            <a:blip r:embed="rId3"/>
            <a:srcRect/>
            <a:stretch>
              <a:fillRect l="20000" t="80000" r="20000" b="16000"/>
            </a:stretch>
          </a:blipFill>
        </p:spPr>
        <p:txBody>
          <a:bodyPr wrap="none" bIns="274320" anchor="b">
            <a:spAutoFit/>
          </a:bodyPr>
          <a:lstStyle>
            <a:lvl1pPr algn="ctr">
              <a:defRPr sz="2800" b="0" u="none" baseline="0">
                <a:solidFill>
                  <a:schemeClr val="bg1"/>
                </a:solidFill>
                <a:uFill>
                  <a:solidFill>
                    <a:schemeClr val="accent1"/>
                  </a:solidFill>
                </a:uFill>
              </a:defRPr>
            </a:lvl1pPr>
          </a:lstStyle>
          <a:p>
            <a:r>
              <a:rPr lang="en-US" dirty="0"/>
              <a:t>Divider slide title goes here</a:t>
            </a:r>
            <a:endParaRPr lang="en-GB" dirty="0"/>
          </a:p>
        </p:txBody>
      </p:sp>
      <p:sp>
        <p:nvSpPr>
          <p:cNvPr id="2" name="TextBox 1">
            <a:extLst>
              <a:ext uri="{FF2B5EF4-FFF2-40B4-BE49-F238E27FC236}">
                <a16:creationId xmlns:a16="http://schemas.microsoft.com/office/drawing/2014/main" id="{1B586A2C-C411-25C2-DB2A-15F8563232B3}"/>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25452803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Divider 6">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BFEFE9A-8949-43BD-B8EA-A1FEE7AE3251}"/>
              </a:ext>
              <a:ext uri="{C183D7F6-B498-43B3-948B-1728B52AA6E4}">
                <adec:decorative xmlns:adec="http://schemas.microsoft.com/office/drawing/2017/decorative" val="1"/>
              </a:ext>
            </a:extLst>
          </p:cNvPr>
          <p:cNvPicPr>
            <a:picLocks noChangeAspect="1"/>
          </p:cNvPicPr>
          <p:nvPr userDrawn="1"/>
        </p:nvPicPr>
        <p:blipFill rotWithShape="1">
          <a:blip r:embed="rId2">
            <a:alphaModFix amt="23000"/>
            <a:extLst>
              <a:ext uri="{28A0092B-C50C-407E-A947-70E740481C1C}">
                <a14:useLocalDpi xmlns:a14="http://schemas.microsoft.com/office/drawing/2010/main" val="0"/>
              </a:ext>
            </a:extLst>
          </a:blip>
          <a:srcRect t="7813" b="7813"/>
          <a:stretch/>
        </p:blipFill>
        <p:spPr>
          <a:xfrm>
            <a:off x="-1" y="-5"/>
            <a:ext cx="12191999" cy="6858000"/>
          </a:xfrm>
          <a:prstGeom prst="rect">
            <a:avLst/>
          </a:prstGeom>
        </p:spPr>
      </p:pic>
      <p:sp>
        <p:nvSpPr>
          <p:cNvPr id="7" name="TextBox 6">
            <a:extLst>
              <a:ext uri="{FF2B5EF4-FFF2-40B4-BE49-F238E27FC236}">
                <a16:creationId xmlns:a16="http://schemas.microsoft.com/office/drawing/2014/main" id="{7A988C22-FD43-453E-B622-F08A115595BE}"/>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endParaRPr>
          </a:p>
        </p:txBody>
      </p:sp>
      <p:sp>
        <p:nvSpPr>
          <p:cNvPr id="8" name="Title 1">
            <a:extLst>
              <a:ext uri="{FF2B5EF4-FFF2-40B4-BE49-F238E27FC236}">
                <a16:creationId xmlns:a16="http://schemas.microsoft.com/office/drawing/2014/main" id="{CFFC36E4-88C8-EB4F-9CCD-DB47D07012DF}"/>
              </a:ext>
            </a:extLst>
          </p:cNvPr>
          <p:cNvSpPr>
            <a:spLocks noGrp="1"/>
          </p:cNvSpPr>
          <p:nvPr>
            <p:ph type="title" hasCustomPrompt="1"/>
          </p:nvPr>
        </p:nvSpPr>
        <p:spPr>
          <a:xfrm>
            <a:off x="3479103" y="2427879"/>
            <a:ext cx="5233804" cy="664797"/>
          </a:xfrm>
          <a:blipFill dpi="0" rotWithShape="1">
            <a:blip r:embed="rId3"/>
            <a:srcRect/>
            <a:stretch>
              <a:fillRect l="20000" t="80000" r="20000" b="16000"/>
            </a:stretch>
          </a:blipFill>
        </p:spPr>
        <p:txBody>
          <a:bodyPr wrap="none" bIns="274320" anchor="b">
            <a:spAutoFit/>
          </a:bodyPr>
          <a:lstStyle>
            <a:lvl1pPr algn="ctr">
              <a:defRPr sz="2800" b="0" u="none" baseline="0">
                <a:solidFill>
                  <a:schemeClr val="bg1"/>
                </a:solidFill>
                <a:uFill>
                  <a:solidFill>
                    <a:schemeClr val="accent1"/>
                  </a:solidFill>
                </a:uFill>
              </a:defRPr>
            </a:lvl1pPr>
          </a:lstStyle>
          <a:p>
            <a:r>
              <a:rPr lang="en-US" dirty="0"/>
              <a:t>Divider slide title goes here</a:t>
            </a:r>
            <a:endParaRPr lang="en-GB" dirty="0"/>
          </a:p>
        </p:txBody>
      </p:sp>
      <p:sp>
        <p:nvSpPr>
          <p:cNvPr id="2" name="TextBox 1">
            <a:extLst>
              <a:ext uri="{FF2B5EF4-FFF2-40B4-BE49-F238E27FC236}">
                <a16:creationId xmlns:a16="http://schemas.microsoft.com/office/drawing/2014/main" id="{1B72329F-0B4C-A5B2-F5B3-6574C2B697E4}"/>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19900472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Agenda 1">
    <p:bg>
      <p:bgPr>
        <a:solidFill>
          <a:schemeClr val="tx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EDEC939-85AE-4BE5-8FAB-5CD31FFF7BBA}"/>
              </a:ext>
              <a:ext uri="{C183D7F6-B498-43B3-948B-1728B52AA6E4}">
                <adec:decorative xmlns:adec="http://schemas.microsoft.com/office/drawing/2017/decorative" val="1"/>
              </a:ext>
            </a:extLst>
          </p:cNvPr>
          <p:cNvSpPr/>
          <p:nvPr userDrawn="1"/>
        </p:nvSpPr>
        <p:spPr>
          <a:xfrm>
            <a:off x="4800600" y="0"/>
            <a:ext cx="73914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5C9D780F-C3B6-4FD6-A35A-E53E78DFDF2B}"/>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endParaRPr>
          </a:p>
        </p:txBody>
      </p:sp>
      <p:sp>
        <p:nvSpPr>
          <p:cNvPr id="7" name="Title 1">
            <a:extLst>
              <a:ext uri="{FF2B5EF4-FFF2-40B4-BE49-F238E27FC236}">
                <a16:creationId xmlns:a16="http://schemas.microsoft.com/office/drawing/2014/main" id="{9A8A817F-A3BB-A541-B694-B7C012DBAA20}"/>
              </a:ext>
            </a:extLst>
          </p:cNvPr>
          <p:cNvSpPr>
            <a:spLocks noGrp="1"/>
          </p:cNvSpPr>
          <p:nvPr>
            <p:ph type="title" hasCustomPrompt="1"/>
          </p:nvPr>
        </p:nvSpPr>
        <p:spPr>
          <a:xfrm>
            <a:off x="659438" y="1628775"/>
            <a:ext cx="3481722" cy="664797"/>
          </a:xfrm>
          <a:blipFill dpi="0" rotWithShape="1">
            <a:blip r:embed="rId2"/>
            <a:srcRect/>
            <a:stretch>
              <a:fillRect l="20000" t="80000" r="20000" b="16000"/>
            </a:stretch>
          </a:blipFill>
        </p:spPr>
        <p:txBody>
          <a:bodyPr wrap="none" bIns="274320" anchor="b">
            <a:spAutoFit/>
          </a:bodyPr>
          <a:lstStyle>
            <a:lvl1pPr algn="ctr">
              <a:defRPr sz="2800" b="0" u="none" baseline="0">
                <a:solidFill>
                  <a:schemeClr val="bg1"/>
                </a:solidFill>
                <a:uFill>
                  <a:solidFill>
                    <a:schemeClr val="accent1"/>
                  </a:solidFill>
                </a:uFill>
              </a:defRPr>
            </a:lvl1pPr>
          </a:lstStyle>
          <a:p>
            <a:r>
              <a:rPr lang="en-US" dirty="0"/>
              <a:t>Table of contents</a:t>
            </a:r>
            <a:endParaRPr lang="en-GB" dirty="0"/>
          </a:p>
        </p:txBody>
      </p:sp>
      <p:sp>
        <p:nvSpPr>
          <p:cNvPr id="2" name="TextBox 1">
            <a:extLst>
              <a:ext uri="{FF2B5EF4-FFF2-40B4-BE49-F238E27FC236}">
                <a16:creationId xmlns:a16="http://schemas.microsoft.com/office/drawing/2014/main" id="{DC35439D-DE79-2FF4-0719-26137C4A3F52}"/>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42722509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Agenda 2">
    <p:bg>
      <p:bgPr>
        <a:solidFill>
          <a:schemeClr val="tx1"/>
        </a:soli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002F074B-01AE-403A-B072-3BA8AF0A4FFF}"/>
              </a:ext>
              <a:ext uri="{C183D7F6-B498-43B3-948B-1728B52AA6E4}">
                <adec:decorative xmlns:adec="http://schemas.microsoft.com/office/drawing/2017/decorative" val="1"/>
              </a:ext>
            </a:extLst>
          </p:cNvPr>
          <p:cNvPicPr>
            <a:picLocks noChangeAspect="1"/>
          </p:cNvPicPr>
          <p:nvPr userDrawn="1"/>
        </p:nvPicPr>
        <p:blipFill rotWithShape="1">
          <a:blip r:embed="rId2">
            <a:alphaModFix amt="23000"/>
            <a:extLst>
              <a:ext uri="{28A0092B-C50C-407E-A947-70E740481C1C}">
                <a14:useLocalDpi xmlns:a14="http://schemas.microsoft.com/office/drawing/2010/main" val="0"/>
              </a:ext>
            </a:extLst>
          </a:blip>
          <a:srcRect t="7813" b="7813"/>
          <a:stretch/>
        </p:blipFill>
        <p:spPr>
          <a:xfrm>
            <a:off x="-1" y="-5"/>
            <a:ext cx="12191999" cy="6858000"/>
          </a:xfrm>
          <a:prstGeom prst="rect">
            <a:avLst/>
          </a:prstGeom>
        </p:spPr>
      </p:pic>
      <p:sp>
        <p:nvSpPr>
          <p:cNvPr id="16" name="Rectangle 15">
            <a:extLst>
              <a:ext uri="{FF2B5EF4-FFF2-40B4-BE49-F238E27FC236}">
                <a16:creationId xmlns:a16="http://schemas.microsoft.com/office/drawing/2014/main" id="{6F2D2211-0AAD-4892-8D07-53F00A70A20D}"/>
              </a:ext>
              <a:ext uri="{C183D7F6-B498-43B3-948B-1728B52AA6E4}">
                <adec:decorative xmlns:adec="http://schemas.microsoft.com/office/drawing/2017/decorative" val="1"/>
              </a:ext>
            </a:extLst>
          </p:cNvPr>
          <p:cNvSpPr/>
          <p:nvPr userDrawn="1"/>
        </p:nvSpPr>
        <p:spPr>
          <a:xfrm>
            <a:off x="4800600" y="0"/>
            <a:ext cx="73914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9B621346-FD56-42F3-8F70-CF5FFF5D1880}"/>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endParaRPr>
          </a:p>
        </p:txBody>
      </p:sp>
      <p:sp>
        <p:nvSpPr>
          <p:cNvPr id="7" name="Title 1">
            <a:extLst>
              <a:ext uri="{FF2B5EF4-FFF2-40B4-BE49-F238E27FC236}">
                <a16:creationId xmlns:a16="http://schemas.microsoft.com/office/drawing/2014/main" id="{9A8A817F-A3BB-A541-B694-B7C012DBAA20}"/>
              </a:ext>
            </a:extLst>
          </p:cNvPr>
          <p:cNvSpPr>
            <a:spLocks noGrp="1"/>
          </p:cNvSpPr>
          <p:nvPr>
            <p:ph type="title" hasCustomPrompt="1"/>
          </p:nvPr>
        </p:nvSpPr>
        <p:spPr>
          <a:xfrm>
            <a:off x="659438" y="1628775"/>
            <a:ext cx="3481722" cy="664797"/>
          </a:xfrm>
          <a:blipFill dpi="0" rotWithShape="1">
            <a:blip r:embed="rId3"/>
            <a:srcRect/>
            <a:stretch>
              <a:fillRect l="20000" t="80000" r="20000" b="16000"/>
            </a:stretch>
          </a:blipFill>
        </p:spPr>
        <p:txBody>
          <a:bodyPr wrap="none" bIns="274320" anchor="b">
            <a:spAutoFit/>
          </a:bodyPr>
          <a:lstStyle>
            <a:lvl1pPr algn="ctr">
              <a:defRPr sz="2800" b="0" u="none" baseline="0">
                <a:solidFill>
                  <a:schemeClr val="bg1"/>
                </a:solidFill>
                <a:uFill>
                  <a:solidFill>
                    <a:schemeClr val="accent1"/>
                  </a:solidFill>
                </a:uFill>
              </a:defRPr>
            </a:lvl1pPr>
          </a:lstStyle>
          <a:p>
            <a:r>
              <a:rPr lang="en-US" dirty="0"/>
              <a:t>Table of contents</a:t>
            </a:r>
            <a:endParaRPr lang="en-GB" dirty="0"/>
          </a:p>
        </p:txBody>
      </p:sp>
      <p:sp>
        <p:nvSpPr>
          <p:cNvPr id="2" name="TextBox 1">
            <a:extLst>
              <a:ext uri="{FF2B5EF4-FFF2-40B4-BE49-F238E27FC236}">
                <a16:creationId xmlns:a16="http://schemas.microsoft.com/office/drawing/2014/main" id="{2A6C79A3-8009-0411-ADCC-58CED091265C}"/>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10094464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nt Black">
    <p:bg>
      <p:bgPr>
        <a:solidFill>
          <a:schemeClr val="tx1"/>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C01DEBC-3116-4ECA-94EF-E93345C8AE3F}"/>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endParaRPr>
          </a:p>
        </p:txBody>
      </p:sp>
      <p:sp>
        <p:nvSpPr>
          <p:cNvPr id="13" name="Title Placeholder 1">
            <a:extLst>
              <a:ext uri="{FF2B5EF4-FFF2-40B4-BE49-F238E27FC236}">
                <a16:creationId xmlns:a16="http://schemas.microsoft.com/office/drawing/2014/main" id="{6C8ADDC2-4C84-FA48-BA04-D0FA072E2AA1}"/>
              </a:ext>
            </a:extLst>
          </p:cNvPr>
          <p:cNvSpPr>
            <a:spLocks noGrp="1"/>
          </p:cNvSpPr>
          <p:nvPr>
            <p:ph type="title"/>
          </p:nvPr>
        </p:nvSpPr>
        <p:spPr>
          <a:xfrm>
            <a:off x="542647" y="365126"/>
            <a:ext cx="11098999" cy="332399"/>
          </a:xfrm>
          <a:prstGeom prst="rect">
            <a:avLst/>
          </a:prstGeom>
        </p:spPr>
        <p:txBody>
          <a:bodyPr vert="horz" lIns="0" tIns="0" rIns="0" bIns="0" rtlCol="0" anchor="t" anchorCtr="0">
            <a:spAutoFit/>
          </a:bodyPr>
          <a:lstStyle>
            <a:lvl1pPr>
              <a:lnSpc>
                <a:spcPct val="90000"/>
              </a:lnSpc>
              <a:defRPr cap="none" baseline="0">
                <a:solidFill>
                  <a:schemeClr val="bg1"/>
                </a:solidFill>
              </a:defRPr>
            </a:lvl1pPr>
          </a:lstStyle>
          <a:p>
            <a:r>
              <a:rPr lang="en-US"/>
              <a:t>Click to edit Master title style</a:t>
            </a:r>
            <a:endParaRPr lang="en-GB" dirty="0"/>
          </a:p>
        </p:txBody>
      </p:sp>
      <p:sp>
        <p:nvSpPr>
          <p:cNvPr id="14" name="Text Placeholder 7">
            <a:extLst>
              <a:ext uri="{FF2B5EF4-FFF2-40B4-BE49-F238E27FC236}">
                <a16:creationId xmlns:a16="http://schemas.microsoft.com/office/drawing/2014/main" id="{1386D10F-E62E-174F-95D7-9B1BE0041276}"/>
              </a:ext>
            </a:extLst>
          </p:cNvPr>
          <p:cNvSpPr>
            <a:spLocks noGrp="1"/>
          </p:cNvSpPr>
          <p:nvPr>
            <p:ph type="body" sz="quarter" idx="10" hasCustomPrompt="1"/>
          </p:nvPr>
        </p:nvSpPr>
        <p:spPr>
          <a:xfrm>
            <a:off x="542647" y="814367"/>
            <a:ext cx="11098999" cy="276999"/>
          </a:xfrm>
        </p:spPr>
        <p:txBody>
          <a:bodyPr wrap="square">
            <a:spAutoFit/>
          </a:bodyPr>
          <a:lstStyle>
            <a:lvl1pPr>
              <a:lnSpc>
                <a:spcPct val="90000"/>
              </a:lnSpc>
              <a:spcBef>
                <a:spcPts val="0"/>
              </a:spcBef>
              <a:defRPr sz="2000" b="0" i="0">
                <a:solidFill>
                  <a:schemeClr val="bg2">
                    <a:lumMod val="75000"/>
                  </a:schemeClr>
                </a:solidFill>
                <a:latin typeface="Century Gothic" panose="020B0502020202020204" pitchFamily="34" charset="0"/>
              </a:defRPr>
            </a:lvl1pPr>
          </a:lstStyle>
          <a:p>
            <a:pPr lvl="0"/>
            <a:r>
              <a:rPr lang="en-US" dirty="0"/>
              <a:t>Subtitle goes here</a:t>
            </a:r>
          </a:p>
        </p:txBody>
      </p:sp>
      <p:sp>
        <p:nvSpPr>
          <p:cNvPr id="5" name="Text Placeholder 2">
            <a:extLst>
              <a:ext uri="{FF2B5EF4-FFF2-40B4-BE49-F238E27FC236}">
                <a16:creationId xmlns:a16="http://schemas.microsoft.com/office/drawing/2014/main" id="{E1E67912-0475-384F-A008-F57CB6F2F1F6}"/>
              </a:ext>
            </a:extLst>
          </p:cNvPr>
          <p:cNvSpPr>
            <a:spLocks noGrp="1"/>
          </p:cNvSpPr>
          <p:nvPr>
            <p:ph idx="1"/>
          </p:nvPr>
        </p:nvSpPr>
        <p:spPr>
          <a:xfrm>
            <a:off x="542647" y="1629968"/>
            <a:ext cx="11090275" cy="4608513"/>
          </a:xfrm>
          <a:prstGeom prst="rect">
            <a:avLst/>
          </a:prstGeom>
        </p:spPr>
        <p:txBody>
          <a:bodyPr vert="horz" lIns="0" tIns="0" rIns="0" bIns="0" rtlCol="0">
            <a:noAutofit/>
          </a:bodyPr>
          <a:lstStyle>
            <a:lvl1pPr>
              <a:defRPr b="0" i="0">
                <a:solidFill>
                  <a:schemeClr val="bg1"/>
                </a:solidFill>
                <a:latin typeface="+mn-lt"/>
              </a:defRPr>
            </a:lvl1pPr>
            <a:lvl2pPr>
              <a:defRPr b="0" i="0">
                <a:solidFill>
                  <a:schemeClr val="bg1"/>
                </a:solidFill>
                <a:latin typeface="+mn-lt"/>
              </a:defRPr>
            </a:lvl2pPr>
            <a:lvl3pPr>
              <a:buClr>
                <a:schemeClr val="accent5"/>
              </a:buClr>
              <a:defRPr b="0" i="0">
                <a:solidFill>
                  <a:schemeClr val="bg1"/>
                </a:solidFill>
                <a:latin typeface="+mn-lt"/>
              </a:defRPr>
            </a:lvl3pPr>
            <a:lvl4pPr>
              <a:buClr>
                <a:schemeClr val="accent5"/>
              </a:buClr>
              <a:defRPr b="0" i="0">
                <a:solidFill>
                  <a:schemeClr val="bg1"/>
                </a:solidFill>
                <a:latin typeface="+mn-lt"/>
              </a:defRPr>
            </a:lvl4pPr>
            <a:lvl5pPr>
              <a:buClr>
                <a:schemeClr val="accent5"/>
              </a:buClr>
              <a:defRPr b="0" i="0">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extBox 1">
            <a:extLst>
              <a:ext uri="{FF2B5EF4-FFF2-40B4-BE49-F238E27FC236}">
                <a16:creationId xmlns:a16="http://schemas.microsoft.com/office/drawing/2014/main" id="{08E1AEA2-BE50-540A-7B5E-D1E2010E1641}"/>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21147495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wo Content Black">
    <p:bg>
      <p:bgPr>
        <a:solidFill>
          <a:schemeClr val="tx1"/>
        </a:solidFill>
        <a:effectLst/>
      </p:bgPr>
    </p:bg>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55AB2767-9D6B-4D29-8789-1E4E964FE745}"/>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endParaRPr>
          </a:p>
        </p:txBody>
      </p:sp>
      <p:sp>
        <p:nvSpPr>
          <p:cNvPr id="8" name="Title Placeholder 1">
            <a:extLst>
              <a:ext uri="{FF2B5EF4-FFF2-40B4-BE49-F238E27FC236}">
                <a16:creationId xmlns:a16="http://schemas.microsoft.com/office/drawing/2014/main" id="{F44C7811-ECC7-4E4E-AFCB-53079BD19807}"/>
              </a:ext>
            </a:extLst>
          </p:cNvPr>
          <p:cNvSpPr>
            <a:spLocks noGrp="1"/>
          </p:cNvSpPr>
          <p:nvPr>
            <p:ph type="title"/>
          </p:nvPr>
        </p:nvSpPr>
        <p:spPr>
          <a:xfrm>
            <a:off x="542647" y="365126"/>
            <a:ext cx="11098999" cy="332399"/>
          </a:xfrm>
          <a:prstGeom prst="rect">
            <a:avLst/>
          </a:prstGeom>
        </p:spPr>
        <p:txBody>
          <a:bodyPr vert="horz" lIns="0" tIns="0" rIns="0" bIns="0" rtlCol="0" anchor="t" anchorCtr="0">
            <a:spAutoFit/>
          </a:bodyPr>
          <a:lstStyle>
            <a:lvl1pPr>
              <a:lnSpc>
                <a:spcPct val="90000"/>
              </a:lnSpc>
              <a:defRPr cap="none" baseline="0">
                <a:solidFill>
                  <a:schemeClr val="bg1"/>
                </a:solidFill>
              </a:defRPr>
            </a:lvl1pPr>
          </a:lstStyle>
          <a:p>
            <a:r>
              <a:rPr lang="en-US"/>
              <a:t>Click to edit Master title style</a:t>
            </a:r>
            <a:endParaRPr lang="en-GB"/>
          </a:p>
        </p:txBody>
      </p:sp>
      <p:sp>
        <p:nvSpPr>
          <p:cNvPr id="10" name="Text Placeholder 7">
            <a:extLst>
              <a:ext uri="{FF2B5EF4-FFF2-40B4-BE49-F238E27FC236}">
                <a16:creationId xmlns:a16="http://schemas.microsoft.com/office/drawing/2014/main" id="{7491D4D4-DFC5-BF42-9AB0-781CE13ECFB1}"/>
              </a:ext>
            </a:extLst>
          </p:cNvPr>
          <p:cNvSpPr>
            <a:spLocks noGrp="1"/>
          </p:cNvSpPr>
          <p:nvPr>
            <p:ph type="body" sz="quarter" idx="10" hasCustomPrompt="1"/>
          </p:nvPr>
        </p:nvSpPr>
        <p:spPr>
          <a:xfrm>
            <a:off x="542647" y="814367"/>
            <a:ext cx="11098999" cy="276999"/>
          </a:xfrm>
        </p:spPr>
        <p:txBody>
          <a:bodyPr wrap="square">
            <a:spAutoFit/>
          </a:bodyPr>
          <a:lstStyle>
            <a:lvl1pPr>
              <a:lnSpc>
                <a:spcPct val="90000"/>
              </a:lnSpc>
              <a:spcBef>
                <a:spcPts val="0"/>
              </a:spcBef>
              <a:defRPr sz="2000" b="0" i="0">
                <a:solidFill>
                  <a:schemeClr val="bg2">
                    <a:lumMod val="75000"/>
                  </a:schemeClr>
                </a:solidFill>
                <a:latin typeface="Century Gothic" panose="020B0502020202020204" pitchFamily="34" charset="0"/>
              </a:defRPr>
            </a:lvl1pPr>
          </a:lstStyle>
          <a:p>
            <a:pPr lvl="0"/>
            <a:r>
              <a:rPr lang="en-US"/>
              <a:t>Subtitle goes here</a:t>
            </a:r>
          </a:p>
        </p:txBody>
      </p:sp>
      <p:sp>
        <p:nvSpPr>
          <p:cNvPr id="11" name="Text Placeholder 2">
            <a:extLst>
              <a:ext uri="{FF2B5EF4-FFF2-40B4-BE49-F238E27FC236}">
                <a16:creationId xmlns:a16="http://schemas.microsoft.com/office/drawing/2014/main" id="{B25676AD-22D9-4FBC-B440-877E120B2E8F}"/>
              </a:ext>
            </a:extLst>
          </p:cNvPr>
          <p:cNvSpPr>
            <a:spLocks noGrp="1"/>
          </p:cNvSpPr>
          <p:nvPr>
            <p:ph idx="11"/>
          </p:nvPr>
        </p:nvSpPr>
        <p:spPr>
          <a:xfrm>
            <a:off x="542648" y="1629968"/>
            <a:ext cx="5065776" cy="4608513"/>
          </a:xfrm>
          <a:prstGeom prst="rect">
            <a:avLst/>
          </a:prstGeom>
        </p:spPr>
        <p:txBody>
          <a:bodyPr vert="horz" lIns="0" tIns="0" rIns="0" bIns="0" rtlCol="0">
            <a:noAutofit/>
          </a:bodyPr>
          <a:lstStyle>
            <a:lvl1pPr>
              <a:defRPr b="0" i="0">
                <a:solidFill>
                  <a:schemeClr val="bg1"/>
                </a:solidFill>
                <a:latin typeface="+mn-lt"/>
              </a:defRPr>
            </a:lvl1pPr>
            <a:lvl2pPr>
              <a:defRPr b="0" i="0">
                <a:solidFill>
                  <a:schemeClr val="bg1"/>
                </a:solidFill>
                <a:latin typeface="+mn-lt"/>
              </a:defRPr>
            </a:lvl2pPr>
            <a:lvl3pPr>
              <a:buClr>
                <a:schemeClr val="accent5"/>
              </a:buClr>
              <a:defRPr b="0" i="0">
                <a:solidFill>
                  <a:schemeClr val="bg1"/>
                </a:solidFill>
                <a:latin typeface="+mn-lt"/>
              </a:defRPr>
            </a:lvl3pPr>
            <a:lvl4pPr>
              <a:buClr>
                <a:schemeClr val="accent5"/>
              </a:buClr>
              <a:defRPr b="0" i="0">
                <a:solidFill>
                  <a:schemeClr val="bg1"/>
                </a:solidFill>
                <a:latin typeface="+mn-lt"/>
              </a:defRPr>
            </a:lvl4pPr>
            <a:lvl5pPr>
              <a:buClr>
                <a:schemeClr val="accent5"/>
              </a:buClr>
              <a:defRPr b="0" i="0">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2">
            <a:extLst>
              <a:ext uri="{FF2B5EF4-FFF2-40B4-BE49-F238E27FC236}">
                <a16:creationId xmlns:a16="http://schemas.microsoft.com/office/drawing/2014/main" id="{EB42C910-6145-46AD-A679-868F9239CED2}"/>
              </a:ext>
            </a:extLst>
          </p:cNvPr>
          <p:cNvSpPr>
            <a:spLocks noGrp="1"/>
          </p:cNvSpPr>
          <p:nvPr>
            <p:ph idx="12"/>
          </p:nvPr>
        </p:nvSpPr>
        <p:spPr>
          <a:xfrm>
            <a:off x="6575870" y="1629968"/>
            <a:ext cx="5065776" cy="4608513"/>
          </a:xfrm>
          <a:prstGeom prst="rect">
            <a:avLst/>
          </a:prstGeom>
        </p:spPr>
        <p:txBody>
          <a:bodyPr vert="horz" lIns="0" tIns="0" rIns="0" bIns="0" rtlCol="0">
            <a:noAutofit/>
          </a:bodyPr>
          <a:lstStyle>
            <a:lvl1pPr>
              <a:defRPr b="0" i="0">
                <a:solidFill>
                  <a:schemeClr val="bg1"/>
                </a:solidFill>
                <a:latin typeface="+mn-lt"/>
              </a:defRPr>
            </a:lvl1pPr>
            <a:lvl2pPr>
              <a:defRPr b="0" i="0">
                <a:solidFill>
                  <a:schemeClr val="bg1"/>
                </a:solidFill>
                <a:latin typeface="+mn-lt"/>
              </a:defRPr>
            </a:lvl2pPr>
            <a:lvl3pPr>
              <a:buClr>
                <a:schemeClr val="accent5"/>
              </a:buClr>
              <a:defRPr b="0" i="0">
                <a:solidFill>
                  <a:schemeClr val="bg1"/>
                </a:solidFill>
                <a:latin typeface="+mn-lt"/>
              </a:defRPr>
            </a:lvl3pPr>
            <a:lvl4pPr>
              <a:buClr>
                <a:schemeClr val="accent5"/>
              </a:buClr>
              <a:defRPr b="0" i="0">
                <a:solidFill>
                  <a:schemeClr val="bg1"/>
                </a:solidFill>
                <a:latin typeface="+mn-lt"/>
              </a:defRPr>
            </a:lvl4pPr>
            <a:lvl5pPr>
              <a:buClr>
                <a:schemeClr val="accent5"/>
              </a:buClr>
              <a:defRPr b="0" i="0">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extBox 1">
            <a:extLst>
              <a:ext uri="{FF2B5EF4-FFF2-40B4-BE49-F238E27FC236}">
                <a16:creationId xmlns:a16="http://schemas.microsoft.com/office/drawing/2014/main" id="{1BDC1FBC-7DEE-D04C-6D66-D3BF34B753A8}"/>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26266064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Only Black">
    <p:bg>
      <p:bgPr>
        <a:solidFill>
          <a:schemeClr val="tx1"/>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4691081-69FD-4D59-A5BC-51E826AFA600}"/>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endParaRPr>
          </a:p>
        </p:txBody>
      </p:sp>
      <p:sp>
        <p:nvSpPr>
          <p:cNvPr id="13" name="Title Placeholder 1">
            <a:extLst>
              <a:ext uri="{FF2B5EF4-FFF2-40B4-BE49-F238E27FC236}">
                <a16:creationId xmlns:a16="http://schemas.microsoft.com/office/drawing/2014/main" id="{6C8ADDC2-4C84-FA48-BA04-D0FA072E2AA1}"/>
              </a:ext>
            </a:extLst>
          </p:cNvPr>
          <p:cNvSpPr>
            <a:spLocks noGrp="1"/>
          </p:cNvSpPr>
          <p:nvPr>
            <p:ph type="title"/>
          </p:nvPr>
        </p:nvSpPr>
        <p:spPr>
          <a:xfrm>
            <a:off x="542647" y="365126"/>
            <a:ext cx="11098999" cy="332399"/>
          </a:xfrm>
          <a:prstGeom prst="rect">
            <a:avLst/>
          </a:prstGeom>
        </p:spPr>
        <p:txBody>
          <a:bodyPr vert="horz" lIns="0" tIns="0" rIns="0" bIns="0" rtlCol="0" anchor="t" anchorCtr="0">
            <a:spAutoFit/>
          </a:bodyPr>
          <a:lstStyle>
            <a:lvl1pPr>
              <a:lnSpc>
                <a:spcPct val="90000"/>
              </a:lnSpc>
              <a:defRPr cap="none" baseline="0">
                <a:solidFill>
                  <a:schemeClr val="bg1"/>
                </a:solidFill>
              </a:defRPr>
            </a:lvl1pPr>
          </a:lstStyle>
          <a:p>
            <a:r>
              <a:rPr lang="en-US"/>
              <a:t>Click to edit Master title style</a:t>
            </a:r>
            <a:endParaRPr lang="en-GB" dirty="0"/>
          </a:p>
        </p:txBody>
      </p:sp>
      <p:sp>
        <p:nvSpPr>
          <p:cNvPr id="14" name="Text Placeholder 7">
            <a:extLst>
              <a:ext uri="{FF2B5EF4-FFF2-40B4-BE49-F238E27FC236}">
                <a16:creationId xmlns:a16="http://schemas.microsoft.com/office/drawing/2014/main" id="{1386D10F-E62E-174F-95D7-9B1BE0041276}"/>
              </a:ext>
            </a:extLst>
          </p:cNvPr>
          <p:cNvSpPr>
            <a:spLocks noGrp="1"/>
          </p:cNvSpPr>
          <p:nvPr>
            <p:ph type="body" sz="quarter" idx="10" hasCustomPrompt="1"/>
          </p:nvPr>
        </p:nvSpPr>
        <p:spPr>
          <a:xfrm>
            <a:off x="542647" y="814367"/>
            <a:ext cx="11098999" cy="276999"/>
          </a:xfrm>
        </p:spPr>
        <p:txBody>
          <a:bodyPr wrap="square">
            <a:spAutoFit/>
          </a:bodyPr>
          <a:lstStyle>
            <a:lvl1pPr>
              <a:lnSpc>
                <a:spcPct val="90000"/>
              </a:lnSpc>
              <a:spcBef>
                <a:spcPts val="0"/>
              </a:spcBef>
              <a:defRPr sz="2000" b="0" i="0">
                <a:solidFill>
                  <a:schemeClr val="bg2">
                    <a:lumMod val="75000"/>
                  </a:schemeClr>
                </a:solidFill>
                <a:latin typeface="Century Gothic" panose="020B0502020202020204" pitchFamily="34" charset="0"/>
              </a:defRPr>
            </a:lvl1pPr>
          </a:lstStyle>
          <a:p>
            <a:pPr lvl="0"/>
            <a:r>
              <a:rPr lang="en-US" dirty="0"/>
              <a:t>Subtitle goes here</a:t>
            </a:r>
          </a:p>
        </p:txBody>
      </p:sp>
      <p:sp>
        <p:nvSpPr>
          <p:cNvPr id="2" name="TextBox 1">
            <a:extLst>
              <a:ext uri="{FF2B5EF4-FFF2-40B4-BE49-F238E27FC236}">
                <a16:creationId xmlns:a16="http://schemas.microsoft.com/office/drawing/2014/main" id="{5DE5AAE8-F9E3-285B-2CE5-3F3222DC8F74}"/>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14670662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Blank Black">
    <p:bg>
      <p:bgPr>
        <a:solidFill>
          <a:schemeClr val="tx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BEF94D5-5946-4398-B434-18D1ECCF59B9}"/>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endParaRPr>
          </a:p>
        </p:txBody>
      </p:sp>
      <p:sp>
        <p:nvSpPr>
          <p:cNvPr id="2" name="TextBox 1">
            <a:extLst>
              <a:ext uri="{FF2B5EF4-FFF2-40B4-BE49-F238E27FC236}">
                <a16:creationId xmlns:a16="http://schemas.microsoft.com/office/drawing/2014/main" id="{1CEC351B-8063-79B6-2CEC-3CDD1708A639}"/>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499417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ontent White">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5CE49E90-5CFA-4F45-AB72-151510CE825F}"/>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endParaRPr>
          </a:p>
        </p:txBody>
      </p:sp>
      <p:sp>
        <p:nvSpPr>
          <p:cNvPr id="9" name="Title Placeholder 1">
            <a:extLst>
              <a:ext uri="{FF2B5EF4-FFF2-40B4-BE49-F238E27FC236}">
                <a16:creationId xmlns:a16="http://schemas.microsoft.com/office/drawing/2014/main" id="{6D7443DB-B06E-4E5F-A4BC-D9AA9DF68064}"/>
              </a:ext>
            </a:extLst>
          </p:cNvPr>
          <p:cNvSpPr>
            <a:spLocks noGrp="1"/>
          </p:cNvSpPr>
          <p:nvPr>
            <p:ph type="title"/>
          </p:nvPr>
        </p:nvSpPr>
        <p:spPr>
          <a:xfrm>
            <a:off x="542647" y="365126"/>
            <a:ext cx="11098999" cy="332399"/>
          </a:xfrm>
          <a:prstGeom prst="rect">
            <a:avLst/>
          </a:prstGeom>
        </p:spPr>
        <p:txBody>
          <a:bodyPr vert="horz" lIns="0" tIns="0" rIns="0" bIns="0" rtlCol="0" anchor="t" anchorCtr="0">
            <a:spAutoFit/>
          </a:bodyPr>
          <a:lstStyle>
            <a:lvl1pPr>
              <a:lnSpc>
                <a:spcPct val="90000"/>
              </a:lnSpc>
              <a:defRPr cap="none" baseline="0">
                <a:solidFill>
                  <a:schemeClr val="tx1"/>
                </a:solidFill>
              </a:defRPr>
            </a:lvl1pPr>
          </a:lstStyle>
          <a:p>
            <a:r>
              <a:rPr lang="en-US"/>
              <a:t>Click to edit Master title style</a:t>
            </a:r>
            <a:endParaRPr lang="en-GB"/>
          </a:p>
        </p:txBody>
      </p:sp>
      <p:sp>
        <p:nvSpPr>
          <p:cNvPr id="10" name="Text Placeholder 7">
            <a:extLst>
              <a:ext uri="{FF2B5EF4-FFF2-40B4-BE49-F238E27FC236}">
                <a16:creationId xmlns:a16="http://schemas.microsoft.com/office/drawing/2014/main" id="{DE602716-57DF-48F3-AE26-B41D3C0A77A0}"/>
              </a:ext>
            </a:extLst>
          </p:cNvPr>
          <p:cNvSpPr>
            <a:spLocks noGrp="1"/>
          </p:cNvSpPr>
          <p:nvPr>
            <p:ph type="body" sz="quarter" idx="10" hasCustomPrompt="1"/>
          </p:nvPr>
        </p:nvSpPr>
        <p:spPr>
          <a:xfrm>
            <a:off x="542647" y="814367"/>
            <a:ext cx="11098999" cy="276999"/>
          </a:xfrm>
        </p:spPr>
        <p:txBody>
          <a:bodyPr wrap="square">
            <a:spAutoFit/>
          </a:bodyPr>
          <a:lstStyle>
            <a:lvl1pPr>
              <a:lnSpc>
                <a:spcPct val="90000"/>
              </a:lnSpc>
              <a:spcBef>
                <a:spcPts val="0"/>
              </a:spcBef>
              <a:defRPr sz="2000" b="0" i="0">
                <a:solidFill>
                  <a:schemeClr val="bg2">
                    <a:lumMod val="50000"/>
                  </a:schemeClr>
                </a:solidFill>
                <a:latin typeface="Century Gothic" panose="020B0502020202020204" pitchFamily="34" charset="0"/>
              </a:defRPr>
            </a:lvl1pPr>
          </a:lstStyle>
          <a:p>
            <a:pPr lvl="0"/>
            <a:r>
              <a:rPr lang="en-US"/>
              <a:t>Subtitle goes here</a:t>
            </a:r>
          </a:p>
        </p:txBody>
      </p:sp>
      <p:sp>
        <p:nvSpPr>
          <p:cNvPr id="7" name="Text Placeholder 2">
            <a:extLst>
              <a:ext uri="{FF2B5EF4-FFF2-40B4-BE49-F238E27FC236}">
                <a16:creationId xmlns:a16="http://schemas.microsoft.com/office/drawing/2014/main" id="{C6B67007-3E56-6F41-A1C4-064534E2833A}"/>
              </a:ext>
            </a:extLst>
          </p:cNvPr>
          <p:cNvSpPr>
            <a:spLocks noGrp="1"/>
          </p:cNvSpPr>
          <p:nvPr>
            <p:ph idx="1"/>
          </p:nvPr>
        </p:nvSpPr>
        <p:spPr>
          <a:xfrm>
            <a:off x="542647" y="1629968"/>
            <a:ext cx="11090275" cy="4608513"/>
          </a:xfrm>
          <a:prstGeom prst="rect">
            <a:avLst/>
          </a:prstGeom>
        </p:spPr>
        <p:txBody>
          <a:bodyPr vert="horz" lIns="0" tIns="0" rIns="0" bIns="0" rtlCol="0">
            <a:noAutofit/>
          </a:bodyPr>
          <a:lstStyle>
            <a:lvl1pPr>
              <a:defRPr b="0" i="0">
                <a:solidFill>
                  <a:schemeClr val="accent3"/>
                </a:solidFill>
                <a:latin typeface="+mn-lt"/>
              </a:defRPr>
            </a:lvl1pPr>
            <a:lvl2pPr>
              <a:defRPr b="0" i="0">
                <a:solidFill>
                  <a:schemeClr val="accent3"/>
                </a:solidFill>
                <a:latin typeface="+mn-lt"/>
              </a:defRPr>
            </a:lvl2pPr>
            <a:lvl3pPr>
              <a:buClr>
                <a:schemeClr val="accent5"/>
              </a:buClr>
              <a:defRPr b="0" i="0">
                <a:solidFill>
                  <a:schemeClr val="accent3"/>
                </a:solidFill>
                <a:latin typeface="+mn-lt"/>
              </a:defRPr>
            </a:lvl3pPr>
            <a:lvl4pPr>
              <a:buClr>
                <a:schemeClr val="accent5"/>
              </a:buClr>
              <a:defRPr b="0" i="0">
                <a:solidFill>
                  <a:schemeClr val="accent3"/>
                </a:solidFill>
                <a:latin typeface="+mn-lt"/>
              </a:defRPr>
            </a:lvl4pPr>
            <a:lvl5pPr>
              <a:buClr>
                <a:schemeClr val="accent5"/>
              </a:buClr>
              <a:defRPr b="0" i="0">
                <a:solidFill>
                  <a:schemeClr val="accent3"/>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extBox 1">
            <a:extLst>
              <a:ext uri="{FF2B5EF4-FFF2-40B4-BE49-F238E27FC236}">
                <a16:creationId xmlns:a16="http://schemas.microsoft.com/office/drawing/2014/main" id="{9715A0FA-C7F7-F72E-FEFD-69C2B6451A0F}"/>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37210908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wo Content White">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5E5D48C8-2827-45EB-B799-2B3A1101346A}"/>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endParaRPr>
          </a:p>
        </p:txBody>
      </p:sp>
      <p:sp>
        <p:nvSpPr>
          <p:cNvPr id="11" name="Title Placeholder 1">
            <a:extLst>
              <a:ext uri="{FF2B5EF4-FFF2-40B4-BE49-F238E27FC236}">
                <a16:creationId xmlns:a16="http://schemas.microsoft.com/office/drawing/2014/main" id="{AA9D364F-6233-41C6-8712-D9A0BE2AA920}"/>
              </a:ext>
            </a:extLst>
          </p:cNvPr>
          <p:cNvSpPr>
            <a:spLocks noGrp="1"/>
          </p:cNvSpPr>
          <p:nvPr>
            <p:ph type="title"/>
          </p:nvPr>
        </p:nvSpPr>
        <p:spPr>
          <a:xfrm>
            <a:off x="542647" y="365126"/>
            <a:ext cx="11098999" cy="332399"/>
          </a:xfrm>
          <a:prstGeom prst="rect">
            <a:avLst/>
          </a:prstGeom>
        </p:spPr>
        <p:txBody>
          <a:bodyPr vert="horz" lIns="0" tIns="0" rIns="0" bIns="0" rtlCol="0" anchor="t" anchorCtr="0">
            <a:spAutoFit/>
          </a:bodyPr>
          <a:lstStyle>
            <a:lvl1pPr>
              <a:lnSpc>
                <a:spcPct val="90000"/>
              </a:lnSpc>
              <a:defRPr cap="none" baseline="0">
                <a:solidFill>
                  <a:schemeClr val="tx1"/>
                </a:solidFill>
              </a:defRPr>
            </a:lvl1pPr>
          </a:lstStyle>
          <a:p>
            <a:r>
              <a:rPr lang="en-US"/>
              <a:t>Click to edit Master title style</a:t>
            </a:r>
            <a:endParaRPr lang="en-GB"/>
          </a:p>
        </p:txBody>
      </p:sp>
      <p:sp>
        <p:nvSpPr>
          <p:cNvPr id="13" name="Text Placeholder 7">
            <a:extLst>
              <a:ext uri="{FF2B5EF4-FFF2-40B4-BE49-F238E27FC236}">
                <a16:creationId xmlns:a16="http://schemas.microsoft.com/office/drawing/2014/main" id="{36D93810-B0D3-46A3-B739-FEA6E7EBD401}"/>
              </a:ext>
            </a:extLst>
          </p:cNvPr>
          <p:cNvSpPr>
            <a:spLocks noGrp="1"/>
          </p:cNvSpPr>
          <p:nvPr>
            <p:ph type="body" sz="quarter" idx="10" hasCustomPrompt="1"/>
          </p:nvPr>
        </p:nvSpPr>
        <p:spPr>
          <a:xfrm>
            <a:off x="542647" y="814367"/>
            <a:ext cx="11098999" cy="276999"/>
          </a:xfrm>
        </p:spPr>
        <p:txBody>
          <a:bodyPr wrap="square">
            <a:spAutoFit/>
          </a:bodyPr>
          <a:lstStyle>
            <a:lvl1pPr>
              <a:lnSpc>
                <a:spcPct val="90000"/>
              </a:lnSpc>
              <a:spcBef>
                <a:spcPts val="0"/>
              </a:spcBef>
              <a:defRPr sz="2000" b="0" i="0">
                <a:solidFill>
                  <a:schemeClr val="bg2">
                    <a:lumMod val="50000"/>
                  </a:schemeClr>
                </a:solidFill>
                <a:latin typeface="Century Gothic" panose="020B0502020202020204" pitchFamily="34" charset="0"/>
              </a:defRPr>
            </a:lvl1pPr>
          </a:lstStyle>
          <a:p>
            <a:pPr lvl="0"/>
            <a:r>
              <a:rPr lang="en-US"/>
              <a:t>Subtitle goes here</a:t>
            </a:r>
          </a:p>
        </p:txBody>
      </p:sp>
      <p:sp>
        <p:nvSpPr>
          <p:cNvPr id="7" name="Text Placeholder 2">
            <a:extLst>
              <a:ext uri="{FF2B5EF4-FFF2-40B4-BE49-F238E27FC236}">
                <a16:creationId xmlns:a16="http://schemas.microsoft.com/office/drawing/2014/main" id="{03A16CAE-1742-48F2-80DC-4B8C5EABF2C0}"/>
              </a:ext>
            </a:extLst>
          </p:cNvPr>
          <p:cNvSpPr>
            <a:spLocks noGrp="1"/>
          </p:cNvSpPr>
          <p:nvPr>
            <p:ph idx="11"/>
          </p:nvPr>
        </p:nvSpPr>
        <p:spPr>
          <a:xfrm>
            <a:off x="542648" y="1629968"/>
            <a:ext cx="5065776" cy="4608513"/>
          </a:xfrm>
          <a:prstGeom prst="rect">
            <a:avLst/>
          </a:prstGeom>
        </p:spPr>
        <p:txBody>
          <a:bodyPr vert="horz" lIns="0" tIns="0" rIns="0" bIns="0" rtlCol="0">
            <a:noAutofit/>
          </a:bodyPr>
          <a:lstStyle>
            <a:lvl1pPr>
              <a:defRPr b="0" i="0">
                <a:solidFill>
                  <a:schemeClr val="accent3"/>
                </a:solidFill>
                <a:latin typeface="+mn-lt"/>
              </a:defRPr>
            </a:lvl1pPr>
            <a:lvl2pPr>
              <a:defRPr b="0" i="0">
                <a:solidFill>
                  <a:schemeClr val="accent3"/>
                </a:solidFill>
                <a:latin typeface="+mn-lt"/>
              </a:defRPr>
            </a:lvl2pPr>
            <a:lvl3pPr>
              <a:buClr>
                <a:schemeClr val="accent5"/>
              </a:buClr>
              <a:defRPr b="0" i="0">
                <a:solidFill>
                  <a:schemeClr val="accent3"/>
                </a:solidFill>
                <a:latin typeface="+mn-lt"/>
              </a:defRPr>
            </a:lvl3pPr>
            <a:lvl4pPr>
              <a:buClr>
                <a:schemeClr val="accent5"/>
              </a:buClr>
              <a:defRPr b="0" i="0">
                <a:solidFill>
                  <a:schemeClr val="accent3"/>
                </a:solidFill>
                <a:latin typeface="+mn-lt"/>
              </a:defRPr>
            </a:lvl4pPr>
            <a:lvl5pPr>
              <a:buClr>
                <a:schemeClr val="accent5"/>
              </a:buClr>
              <a:defRPr b="0" i="0">
                <a:solidFill>
                  <a:schemeClr val="accent3"/>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2">
            <a:extLst>
              <a:ext uri="{FF2B5EF4-FFF2-40B4-BE49-F238E27FC236}">
                <a16:creationId xmlns:a16="http://schemas.microsoft.com/office/drawing/2014/main" id="{6E4F60C4-48B6-475F-BFD4-A3405129D3F5}"/>
              </a:ext>
            </a:extLst>
          </p:cNvPr>
          <p:cNvSpPr>
            <a:spLocks noGrp="1"/>
          </p:cNvSpPr>
          <p:nvPr>
            <p:ph idx="12"/>
          </p:nvPr>
        </p:nvSpPr>
        <p:spPr>
          <a:xfrm>
            <a:off x="6575870" y="1629968"/>
            <a:ext cx="5065776" cy="4608513"/>
          </a:xfrm>
          <a:prstGeom prst="rect">
            <a:avLst/>
          </a:prstGeom>
        </p:spPr>
        <p:txBody>
          <a:bodyPr vert="horz" lIns="0" tIns="0" rIns="0" bIns="0" rtlCol="0">
            <a:noAutofit/>
          </a:bodyPr>
          <a:lstStyle>
            <a:lvl1pPr>
              <a:defRPr b="0" i="0">
                <a:solidFill>
                  <a:schemeClr val="accent3"/>
                </a:solidFill>
                <a:latin typeface="+mn-lt"/>
              </a:defRPr>
            </a:lvl1pPr>
            <a:lvl2pPr>
              <a:defRPr b="0" i="0">
                <a:solidFill>
                  <a:schemeClr val="accent3"/>
                </a:solidFill>
                <a:latin typeface="+mn-lt"/>
              </a:defRPr>
            </a:lvl2pPr>
            <a:lvl3pPr>
              <a:buClr>
                <a:schemeClr val="accent5"/>
              </a:buClr>
              <a:defRPr b="0" i="0">
                <a:solidFill>
                  <a:schemeClr val="accent3"/>
                </a:solidFill>
                <a:latin typeface="+mn-lt"/>
              </a:defRPr>
            </a:lvl3pPr>
            <a:lvl4pPr>
              <a:buClr>
                <a:schemeClr val="accent5"/>
              </a:buClr>
              <a:defRPr b="0" i="0">
                <a:solidFill>
                  <a:schemeClr val="accent3"/>
                </a:solidFill>
                <a:latin typeface="+mn-lt"/>
              </a:defRPr>
            </a:lvl4pPr>
            <a:lvl5pPr>
              <a:buClr>
                <a:schemeClr val="accent5"/>
              </a:buClr>
              <a:defRPr b="0" i="0">
                <a:solidFill>
                  <a:schemeClr val="accent3"/>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extBox 1">
            <a:extLst>
              <a:ext uri="{FF2B5EF4-FFF2-40B4-BE49-F238E27FC236}">
                <a16:creationId xmlns:a16="http://schemas.microsoft.com/office/drawing/2014/main" id="{C70D864A-B365-E58E-3586-950F1BF2A282}"/>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38310409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Only White">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8A7548-AA16-3593-93A7-1F1ABD9CBA3A}"/>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endParaRPr>
          </a:p>
        </p:txBody>
      </p:sp>
      <p:sp>
        <p:nvSpPr>
          <p:cNvPr id="8" name="Title Placeholder 1">
            <a:extLst>
              <a:ext uri="{FF2B5EF4-FFF2-40B4-BE49-F238E27FC236}">
                <a16:creationId xmlns:a16="http://schemas.microsoft.com/office/drawing/2014/main" id="{5EBAC850-E144-452B-A918-94BB62332DBA}"/>
              </a:ext>
            </a:extLst>
          </p:cNvPr>
          <p:cNvSpPr>
            <a:spLocks noGrp="1"/>
          </p:cNvSpPr>
          <p:nvPr>
            <p:ph type="title"/>
          </p:nvPr>
        </p:nvSpPr>
        <p:spPr>
          <a:xfrm>
            <a:off x="542647" y="365126"/>
            <a:ext cx="11098999" cy="332399"/>
          </a:xfrm>
          <a:prstGeom prst="rect">
            <a:avLst/>
          </a:prstGeom>
        </p:spPr>
        <p:txBody>
          <a:bodyPr vert="horz" lIns="0" tIns="0" rIns="0" bIns="0" rtlCol="0" anchor="t" anchorCtr="0">
            <a:spAutoFit/>
          </a:bodyPr>
          <a:lstStyle>
            <a:lvl1pPr>
              <a:lnSpc>
                <a:spcPct val="90000"/>
              </a:lnSpc>
              <a:defRPr cap="none" baseline="0">
                <a:solidFill>
                  <a:schemeClr val="tx1"/>
                </a:solidFill>
              </a:defRPr>
            </a:lvl1pPr>
          </a:lstStyle>
          <a:p>
            <a:r>
              <a:rPr lang="en-US"/>
              <a:t>Click to edit Master title style</a:t>
            </a:r>
            <a:endParaRPr lang="en-GB" dirty="0"/>
          </a:p>
        </p:txBody>
      </p:sp>
      <p:sp>
        <p:nvSpPr>
          <p:cNvPr id="9" name="Text Placeholder 7">
            <a:extLst>
              <a:ext uri="{FF2B5EF4-FFF2-40B4-BE49-F238E27FC236}">
                <a16:creationId xmlns:a16="http://schemas.microsoft.com/office/drawing/2014/main" id="{A433161F-4F8F-42B9-84A4-AD534575A867}"/>
              </a:ext>
            </a:extLst>
          </p:cNvPr>
          <p:cNvSpPr>
            <a:spLocks noGrp="1"/>
          </p:cNvSpPr>
          <p:nvPr>
            <p:ph type="body" sz="quarter" idx="10" hasCustomPrompt="1"/>
          </p:nvPr>
        </p:nvSpPr>
        <p:spPr>
          <a:xfrm>
            <a:off x="542647" y="814367"/>
            <a:ext cx="11098999" cy="276999"/>
          </a:xfrm>
        </p:spPr>
        <p:txBody>
          <a:bodyPr wrap="square">
            <a:spAutoFit/>
          </a:bodyPr>
          <a:lstStyle>
            <a:lvl1pPr>
              <a:lnSpc>
                <a:spcPct val="90000"/>
              </a:lnSpc>
              <a:spcBef>
                <a:spcPts val="0"/>
              </a:spcBef>
              <a:defRPr sz="2000" b="0" i="0">
                <a:solidFill>
                  <a:schemeClr val="bg2">
                    <a:lumMod val="50000"/>
                  </a:schemeClr>
                </a:solidFill>
                <a:latin typeface="Century Gothic" panose="020B0502020202020204" pitchFamily="34" charset="0"/>
              </a:defRPr>
            </a:lvl1pPr>
          </a:lstStyle>
          <a:p>
            <a:pPr lvl="0"/>
            <a:r>
              <a:rPr lang="en-US" dirty="0"/>
              <a:t>Subtitle goes here</a:t>
            </a:r>
          </a:p>
        </p:txBody>
      </p:sp>
      <p:sp>
        <p:nvSpPr>
          <p:cNvPr id="4" name="TextBox 3">
            <a:extLst>
              <a:ext uri="{FF2B5EF4-FFF2-40B4-BE49-F238E27FC236}">
                <a16:creationId xmlns:a16="http://schemas.microsoft.com/office/drawing/2014/main" id="{3AD05BC8-84DE-BA7F-01A7-2DE8B0BA5791}"/>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16205999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blank" preserve="1">
  <p:cSld name="Blank White">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C728CCB-E3FE-4CB6-9A67-6E08B07E1044}"/>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endParaRPr>
          </a:p>
        </p:txBody>
      </p:sp>
      <p:sp>
        <p:nvSpPr>
          <p:cNvPr id="2" name="TextBox 1">
            <a:extLst>
              <a:ext uri="{FF2B5EF4-FFF2-40B4-BE49-F238E27FC236}">
                <a16:creationId xmlns:a16="http://schemas.microsoft.com/office/drawing/2014/main" id="{F371300C-31D9-A960-132B-4008BB71B29D}"/>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28347206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ntent Header">
    <p:bg>
      <p:bgPr>
        <a:solidFill>
          <a:schemeClr val="tx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B53E47E5-0E7A-47D3-AC9D-FFF1F9055268}"/>
              </a:ext>
              <a:ext uri="{C183D7F6-B498-43B3-948B-1728B52AA6E4}">
                <adec:decorative xmlns:adec="http://schemas.microsoft.com/office/drawing/2017/decorative" val="1"/>
              </a:ext>
            </a:extLst>
          </p:cNvPr>
          <p:cNvPicPr>
            <a:picLocks/>
          </p:cNvPicPr>
          <p:nvPr userDrawn="1"/>
        </p:nvPicPr>
        <p:blipFill rotWithShape="1">
          <a:blip r:embed="rId2">
            <a:extLst>
              <a:ext uri="{28A0092B-C50C-407E-A947-70E740481C1C}">
                <a14:useLocalDpi xmlns:a14="http://schemas.microsoft.com/office/drawing/2010/main" val="0"/>
              </a:ext>
            </a:extLst>
          </a:blip>
          <a:srcRect t="75" b="75"/>
          <a:stretch/>
        </p:blipFill>
        <p:spPr>
          <a:xfrm>
            <a:off x="0" y="-1"/>
            <a:ext cx="12192000" cy="6858000"/>
          </a:xfrm>
          <a:prstGeom prst="rect">
            <a:avLst/>
          </a:prstGeom>
        </p:spPr>
      </p:pic>
      <p:sp>
        <p:nvSpPr>
          <p:cNvPr id="13" name="Rectangle 12">
            <a:extLst>
              <a:ext uri="{FF2B5EF4-FFF2-40B4-BE49-F238E27FC236}">
                <a16:creationId xmlns:a16="http://schemas.microsoft.com/office/drawing/2014/main" id="{15830C04-824F-4446-BF96-66F3759BFDC2}"/>
              </a:ext>
              <a:ext uri="{C183D7F6-B498-43B3-948B-1728B52AA6E4}">
                <adec:decorative xmlns:adec="http://schemas.microsoft.com/office/drawing/2017/decorative" val="1"/>
              </a:ext>
            </a:extLst>
          </p:cNvPr>
          <p:cNvSpPr/>
          <p:nvPr userDrawn="1"/>
        </p:nvSpPr>
        <p:spPr>
          <a:xfrm>
            <a:off x="0" y="1374775"/>
            <a:ext cx="12192000" cy="54832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7322154-4559-4860-AD81-A183BF19A2F2}"/>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endParaRPr>
          </a:p>
        </p:txBody>
      </p:sp>
      <p:sp>
        <p:nvSpPr>
          <p:cNvPr id="9" name="Title Placeholder 1">
            <a:extLst>
              <a:ext uri="{FF2B5EF4-FFF2-40B4-BE49-F238E27FC236}">
                <a16:creationId xmlns:a16="http://schemas.microsoft.com/office/drawing/2014/main" id="{DACC7256-B7E9-4862-8DD8-559B79F4E829}"/>
              </a:ext>
            </a:extLst>
          </p:cNvPr>
          <p:cNvSpPr>
            <a:spLocks noGrp="1"/>
          </p:cNvSpPr>
          <p:nvPr>
            <p:ph type="title"/>
          </p:nvPr>
        </p:nvSpPr>
        <p:spPr>
          <a:xfrm>
            <a:off x="542647" y="365126"/>
            <a:ext cx="11098999" cy="332399"/>
          </a:xfrm>
          <a:prstGeom prst="rect">
            <a:avLst/>
          </a:prstGeom>
        </p:spPr>
        <p:txBody>
          <a:bodyPr vert="horz" lIns="0" tIns="0" rIns="0" bIns="0" rtlCol="0" anchor="t" anchorCtr="0">
            <a:spAutoFit/>
          </a:bodyPr>
          <a:lstStyle>
            <a:lvl1pPr>
              <a:lnSpc>
                <a:spcPct val="90000"/>
              </a:lnSpc>
              <a:defRPr cap="none" baseline="0">
                <a:solidFill>
                  <a:schemeClr val="bg1"/>
                </a:solidFill>
              </a:defRPr>
            </a:lvl1pPr>
          </a:lstStyle>
          <a:p>
            <a:r>
              <a:rPr lang="en-US"/>
              <a:t>Click to edit Master title style</a:t>
            </a:r>
            <a:endParaRPr lang="en-GB"/>
          </a:p>
        </p:txBody>
      </p:sp>
      <p:sp>
        <p:nvSpPr>
          <p:cNvPr id="10" name="Text Placeholder 7">
            <a:extLst>
              <a:ext uri="{FF2B5EF4-FFF2-40B4-BE49-F238E27FC236}">
                <a16:creationId xmlns:a16="http://schemas.microsoft.com/office/drawing/2014/main" id="{A0CEA65A-B7A1-4C50-8002-0B775AFACAC5}"/>
              </a:ext>
            </a:extLst>
          </p:cNvPr>
          <p:cNvSpPr>
            <a:spLocks noGrp="1"/>
          </p:cNvSpPr>
          <p:nvPr>
            <p:ph type="body" sz="quarter" idx="10" hasCustomPrompt="1"/>
          </p:nvPr>
        </p:nvSpPr>
        <p:spPr>
          <a:xfrm>
            <a:off x="542647" y="814367"/>
            <a:ext cx="11098999" cy="276999"/>
          </a:xfrm>
        </p:spPr>
        <p:txBody>
          <a:bodyPr wrap="square">
            <a:spAutoFit/>
          </a:bodyPr>
          <a:lstStyle>
            <a:lvl1pPr>
              <a:lnSpc>
                <a:spcPct val="90000"/>
              </a:lnSpc>
              <a:spcBef>
                <a:spcPts val="0"/>
              </a:spcBef>
              <a:defRPr sz="2000" b="0" i="0">
                <a:solidFill>
                  <a:schemeClr val="bg2">
                    <a:lumMod val="75000"/>
                  </a:schemeClr>
                </a:solidFill>
                <a:latin typeface="Century Gothic" panose="020B0502020202020204" pitchFamily="34" charset="0"/>
              </a:defRPr>
            </a:lvl1pPr>
          </a:lstStyle>
          <a:p>
            <a:pPr lvl="0"/>
            <a:r>
              <a:rPr lang="en-US"/>
              <a:t>Subtitle goes here</a:t>
            </a:r>
          </a:p>
        </p:txBody>
      </p:sp>
      <p:sp>
        <p:nvSpPr>
          <p:cNvPr id="7" name="Text Placeholder 2">
            <a:extLst>
              <a:ext uri="{FF2B5EF4-FFF2-40B4-BE49-F238E27FC236}">
                <a16:creationId xmlns:a16="http://schemas.microsoft.com/office/drawing/2014/main" id="{C6B67007-3E56-6F41-A1C4-064534E2833A}"/>
              </a:ext>
            </a:extLst>
          </p:cNvPr>
          <p:cNvSpPr>
            <a:spLocks noGrp="1"/>
          </p:cNvSpPr>
          <p:nvPr>
            <p:ph idx="1"/>
          </p:nvPr>
        </p:nvSpPr>
        <p:spPr>
          <a:xfrm>
            <a:off x="542647" y="1629968"/>
            <a:ext cx="11090275" cy="4608513"/>
          </a:xfrm>
          <a:prstGeom prst="rect">
            <a:avLst/>
          </a:prstGeom>
        </p:spPr>
        <p:txBody>
          <a:bodyPr vert="horz" lIns="0" tIns="0" rIns="0" bIns="0" rtlCol="0">
            <a:noAutofit/>
          </a:bodyPr>
          <a:lstStyle>
            <a:lvl1pPr>
              <a:defRPr b="0" i="0">
                <a:solidFill>
                  <a:schemeClr val="accent3"/>
                </a:solidFill>
                <a:latin typeface="+mn-lt"/>
              </a:defRPr>
            </a:lvl1pPr>
            <a:lvl2pPr>
              <a:defRPr b="0" i="0">
                <a:solidFill>
                  <a:schemeClr val="accent3"/>
                </a:solidFill>
                <a:latin typeface="+mn-lt"/>
              </a:defRPr>
            </a:lvl2pPr>
            <a:lvl3pPr>
              <a:buClr>
                <a:schemeClr val="accent5"/>
              </a:buClr>
              <a:defRPr b="0" i="0">
                <a:solidFill>
                  <a:schemeClr val="accent3"/>
                </a:solidFill>
                <a:latin typeface="+mn-lt"/>
              </a:defRPr>
            </a:lvl3pPr>
            <a:lvl4pPr>
              <a:buClr>
                <a:schemeClr val="accent5"/>
              </a:buClr>
              <a:defRPr b="0" i="0">
                <a:solidFill>
                  <a:schemeClr val="accent3"/>
                </a:solidFill>
                <a:latin typeface="+mn-lt"/>
              </a:defRPr>
            </a:lvl4pPr>
            <a:lvl5pPr>
              <a:buClr>
                <a:schemeClr val="accent5"/>
              </a:buClr>
              <a:defRPr b="0" i="0">
                <a:solidFill>
                  <a:schemeClr val="accent3"/>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extBox 1">
            <a:extLst>
              <a:ext uri="{FF2B5EF4-FFF2-40B4-BE49-F238E27FC236}">
                <a16:creationId xmlns:a16="http://schemas.microsoft.com/office/drawing/2014/main" id="{C4478881-64C2-0651-4B4F-2058783F6216}"/>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336332554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Only Header">
    <p:bg>
      <p:bgPr>
        <a:solidFill>
          <a:schemeClr val="tx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2ECE8E6C-72F7-4817-8AED-69C1E2869C7D}"/>
              </a:ext>
              <a:ext uri="{C183D7F6-B498-43B3-948B-1728B52AA6E4}">
                <adec:decorative xmlns:adec="http://schemas.microsoft.com/office/drawing/2017/decorative" val="1"/>
              </a:ext>
            </a:extLst>
          </p:cNvPr>
          <p:cNvPicPr>
            <a:picLocks/>
          </p:cNvPicPr>
          <p:nvPr userDrawn="1"/>
        </p:nvPicPr>
        <p:blipFill rotWithShape="1">
          <a:blip r:embed="rId2">
            <a:extLst>
              <a:ext uri="{28A0092B-C50C-407E-A947-70E740481C1C}">
                <a14:useLocalDpi xmlns:a14="http://schemas.microsoft.com/office/drawing/2010/main" val="0"/>
              </a:ext>
            </a:extLst>
          </a:blip>
          <a:srcRect t="75" b="75"/>
          <a:stretch/>
        </p:blipFill>
        <p:spPr>
          <a:xfrm>
            <a:off x="0" y="-1"/>
            <a:ext cx="12192000" cy="6858000"/>
          </a:xfrm>
          <a:prstGeom prst="rect">
            <a:avLst/>
          </a:prstGeom>
        </p:spPr>
      </p:pic>
      <p:sp>
        <p:nvSpPr>
          <p:cNvPr id="2" name="Rectangle 1">
            <a:extLst>
              <a:ext uri="{FF2B5EF4-FFF2-40B4-BE49-F238E27FC236}">
                <a16:creationId xmlns:a16="http://schemas.microsoft.com/office/drawing/2014/main" id="{ADB2BCC8-D8C7-4311-8E24-9D7D2AB45E3A}"/>
              </a:ext>
              <a:ext uri="{C183D7F6-B498-43B3-948B-1728B52AA6E4}">
                <adec:decorative xmlns:adec="http://schemas.microsoft.com/office/drawing/2017/decorative" val="1"/>
              </a:ext>
            </a:extLst>
          </p:cNvPr>
          <p:cNvSpPr/>
          <p:nvPr userDrawn="1"/>
        </p:nvSpPr>
        <p:spPr>
          <a:xfrm>
            <a:off x="0" y="1374775"/>
            <a:ext cx="12192000" cy="54832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E513B6A-6C28-46E0-93D0-6A847CF6B470}"/>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endParaRPr>
          </a:p>
        </p:txBody>
      </p:sp>
      <p:sp>
        <p:nvSpPr>
          <p:cNvPr id="9" name="Title Placeholder 1">
            <a:extLst>
              <a:ext uri="{FF2B5EF4-FFF2-40B4-BE49-F238E27FC236}">
                <a16:creationId xmlns:a16="http://schemas.microsoft.com/office/drawing/2014/main" id="{DACC7256-B7E9-4862-8DD8-559B79F4E829}"/>
              </a:ext>
            </a:extLst>
          </p:cNvPr>
          <p:cNvSpPr>
            <a:spLocks noGrp="1"/>
          </p:cNvSpPr>
          <p:nvPr>
            <p:ph type="title"/>
          </p:nvPr>
        </p:nvSpPr>
        <p:spPr>
          <a:xfrm>
            <a:off x="542647" y="365126"/>
            <a:ext cx="11098999" cy="332399"/>
          </a:xfrm>
          <a:prstGeom prst="rect">
            <a:avLst/>
          </a:prstGeom>
        </p:spPr>
        <p:txBody>
          <a:bodyPr vert="horz" lIns="0" tIns="0" rIns="0" bIns="0" rtlCol="0" anchor="t" anchorCtr="0">
            <a:spAutoFit/>
          </a:bodyPr>
          <a:lstStyle>
            <a:lvl1pPr>
              <a:lnSpc>
                <a:spcPct val="90000"/>
              </a:lnSpc>
              <a:defRPr cap="none" baseline="0">
                <a:solidFill>
                  <a:schemeClr val="bg1"/>
                </a:solidFill>
              </a:defRPr>
            </a:lvl1pPr>
          </a:lstStyle>
          <a:p>
            <a:r>
              <a:rPr lang="en-US"/>
              <a:t>Click to edit Master title style</a:t>
            </a:r>
            <a:endParaRPr lang="en-GB"/>
          </a:p>
        </p:txBody>
      </p:sp>
      <p:sp>
        <p:nvSpPr>
          <p:cNvPr id="10" name="Text Placeholder 7">
            <a:extLst>
              <a:ext uri="{FF2B5EF4-FFF2-40B4-BE49-F238E27FC236}">
                <a16:creationId xmlns:a16="http://schemas.microsoft.com/office/drawing/2014/main" id="{A0CEA65A-B7A1-4C50-8002-0B775AFACAC5}"/>
              </a:ext>
            </a:extLst>
          </p:cNvPr>
          <p:cNvSpPr>
            <a:spLocks noGrp="1"/>
          </p:cNvSpPr>
          <p:nvPr>
            <p:ph type="body" sz="quarter" idx="10" hasCustomPrompt="1"/>
          </p:nvPr>
        </p:nvSpPr>
        <p:spPr>
          <a:xfrm>
            <a:off x="542647" y="814367"/>
            <a:ext cx="11098999" cy="276999"/>
          </a:xfrm>
        </p:spPr>
        <p:txBody>
          <a:bodyPr wrap="square">
            <a:spAutoFit/>
          </a:bodyPr>
          <a:lstStyle>
            <a:lvl1pPr>
              <a:lnSpc>
                <a:spcPct val="90000"/>
              </a:lnSpc>
              <a:spcBef>
                <a:spcPts val="0"/>
              </a:spcBef>
              <a:defRPr sz="2000" b="0" i="0">
                <a:solidFill>
                  <a:schemeClr val="bg2">
                    <a:lumMod val="75000"/>
                  </a:schemeClr>
                </a:solidFill>
                <a:latin typeface="Century Gothic" panose="020B0502020202020204" pitchFamily="34" charset="0"/>
              </a:defRPr>
            </a:lvl1pPr>
          </a:lstStyle>
          <a:p>
            <a:pPr lvl="0"/>
            <a:r>
              <a:rPr lang="en-US"/>
              <a:t>Subtitle goes here</a:t>
            </a:r>
          </a:p>
        </p:txBody>
      </p:sp>
      <p:sp>
        <p:nvSpPr>
          <p:cNvPr id="3" name="TextBox 2">
            <a:extLst>
              <a:ext uri="{FF2B5EF4-FFF2-40B4-BE49-F238E27FC236}">
                <a16:creationId xmlns:a16="http://schemas.microsoft.com/office/drawing/2014/main" id="{702BF8CD-7065-AB49-69E5-A4C2881D884F}"/>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104740943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amp; Small Image">
    <p:spTree>
      <p:nvGrpSpPr>
        <p:cNvPr id="1" name=""/>
        <p:cNvGrpSpPr/>
        <p:nvPr/>
      </p:nvGrpSpPr>
      <p:grpSpPr>
        <a:xfrm>
          <a:off x="0" y="0"/>
          <a:ext cx="0" cy="0"/>
          <a:chOff x="0" y="0"/>
          <a:chExt cx="0" cy="0"/>
        </a:xfrm>
      </p:grpSpPr>
      <p:sp>
        <p:nvSpPr>
          <p:cNvPr id="12" name="Picture Placeholder 6">
            <a:extLst>
              <a:ext uri="{FF2B5EF4-FFF2-40B4-BE49-F238E27FC236}">
                <a16:creationId xmlns:a16="http://schemas.microsoft.com/office/drawing/2014/main" id="{536A26BA-6333-454B-9129-A69F99259A6E}"/>
              </a:ext>
              <a:ext uri="{C183D7F6-B498-43B3-948B-1728B52AA6E4}">
                <adec:decorative xmlns:adec="http://schemas.microsoft.com/office/drawing/2017/decorative" val="1"/>
              </a:ext>
            </a:extLst>
          </p:cNvPr>
          <p:cNvSpPr>
            <a:spLocks noGrp="1"/>
          </p:cNvSpPr>
          <p:nvPr>
            <p:ph type="pic" sz="quarter" idx="17"/>
          </p:nvPr>
        </p:nvSpPr>
        <p:spPr>
          <a:xfrm>
            <a:off x="0" y="0"/>
            <a:ext cx="4541003" cy="6858000"/>
          </a:xfrm>
          <a:solidFill>
            <a:schemeClr val="tx1"/>
          </a:solidFill>
          <a:ln>
            <a:noFill/>
          </a:ln>
        </p:spPr>
        <p:txBody>
          <a:bodyPr anchor="ctr"/>
          <a:lstStyle>
            <a:lvl1pPr algn="ctr">
              <a:defRPr b="0" i="0">
                <a:solidFill>
                  <a:schemeClr val="bg1"/>
                </a:solidFill>
              </a:defRPr>
            </a:lvl1pPr>
          </a:lstStyle>
          <a:p>
            <a:r>
              <a:rPr lang="en-US"/>
              <a:t>Click icon to add picture</a:t>
            </a:r>
          </a:p>
        </p:txBody>
      </p:sp>
      <p:sp>
        <p:nvSpPr>
          <p:cNvPr id="11" name="TextBox 10">
            <a:extLst>
              <a:ext uri="{FF2B5EF4-FFF2-40B4-BE49-F238E27FC236}">
                <a16:creationId xmlns:a16="http://schemas.microsoft.com/office/drawing/2014/main" id="{3272E8A5-F9DB-784E-A892-32E597B71BEA}"/>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endParaRPr>
          </a:p>
        </p:txBody>
      </p:sp>
      <p:sp>
        <p:nvSpPr>
          <p:cNvPr id="2" name="Title 1">
            <a:extLst>
              <a:ext uri="{FF2B5EF4-FFF2-40B4-BE49-F238E27FC236}">
                <a16:creationId xmlns:a16="http://schemas.microsoft.com/office/drawing/2014/main" id="{15144576-850E-414C-8E25-EB0EBE7F76E5}"/>
              </a:ext>
            </a:extLst>
          </p:cNvPr>
          <p:cNvSpPr>
            <a:spLocks noGrp="1"/>
          </p:cNvSpPr>
          <p:nvPr>
            <p:ph type="title" hasCustomPrompt="1"/>
          </p:nvPr>
        </p:nvSpPr>
        <p:spPr>
          <a:xfrm>
            <a:off x="5021629" y="381387"/>
            <a:ext cx="6619330" cy="664797"/>
          </a:xfrm>
        </p:spPr>
        <p:txBody>
          <a:bodyPr>
            <a:spAutoFit/>
          </a:bodyPr>
          <a:lstStyle>
            <a:lvl1pPr>
              <a:lnSpc>
                <a:spcPct val="90000"/>
              </a:lnSpc>
              <a:defRPr/>
            </a:lvl1pPr>
          </a:lstStyle>
          <a:p>
            <a:r>
              <a:rPr lang="en-US"/>
              <a:t>Click to edit Master title style</a:t>
            </a:r>
            <a:br>
              <a:rPr lang="en-US"/>
            </a:br>
            <a:r>
              <a:rPr lang="en-US"/>
              <a:t>can be two lines</a:t>
            </a:r>
            <a:endParaRPr lang="en-GB"/>
          </a:p>
        </p:txBody>
      </p:sp>
      <p:sp>
        <p:nvSpPr>
          <p:cNvPr id="9" name="Text Placeholder 7">
            <a:extLst>
              <a:ext uri="{FF2B5EF4-FFF2-40B4-BE49-F238E27FC236}">
                <a16:creationId xmlns:a16="http://schemas.microsoft.com/office/drawing/2014/main" id="{16173A2D-3D12-7546-ABC9-798CE57B7ED9}"/>
              </a:ext>
            </a:extLst>
          </p:cNvPr>
          <p:cNvSpPr>
            <a:spLocks noGrp="1"/>
          </p:cNvSpPr>
          <p:nvPr>
            <p:ph type="body" sz="quarter" idx="10" hasCustomPrompt="1"/>
          </p:nvPr>
        </p:nvSpPr>
        <p:spPr>
          <a:xfrm>
            <a:off x="5021629" y="1157250"/>
            <a:ext cx="6619330" cy="276999"/>
          </a:xfrm>
        </p:spPr>
        <p:txBody>
          <a:bodyPr>
            <a:spAutoFit/>
          </a:bodyPr>
          <a:lstStyle>
            <a:lvl1pPr>
              <a:lnSpc>
                <a:spcPct val="90000"/>
              </a:lnSpc>
              <a:spcBef>
                <a:spcPts val="0"/>
              </a:spcBef>
              <a:defRPr sz="2000" b="0" i="0">
                <a:solidFill>
                  <a:schemeClr val="bg2">
                    <a:lumMod val="50000"/>
                  </a:schemeClr>
                </a:solidFill>
                <a:latin typeface="Century Gothic" panose="020B0502020202020204" pitchFamily="34" charset="0"/>
              </a:defRPr>
            </a:lvl1pPr>
          </a:lstStyle>
          <a:p>
            <a:pPr lvl="0"/>
            <a:r>
              <a:rPr lang="en-US"/>
              <a:t>Subtitle goes here</a:t>
            </a:r>
          </a:p>
        </p:txBody>
      </p:sp>
      <p:sp>
        <p:nvSpPr>
          <p:cNvPr id="13" name="Content Placeholder 2">
            <a:extLst>
              <a:ext uri="{FF2B5EF4-FFF2-40B4-BE49-F238E27FC236}">
                <a16:creationId xmlns:a16="http://schemas.microsoft.com/office/drawing/2014/main" id="{565FB3A7-DFC6-4198-A420-238EEE862C3E}"/>
              </a:ext>
            </a:extLst>
          </p:cNvPr>
          <p:cNvSpPr>
            <a:spLocks noGrp="1"/>
          </p:cNvSpPr>
          <p:nvPr>
            <p:ph idx="16"/>
          </p:nvPr>
        </p:nvSpPr>
        <p:spPr>
          <a:xfrm>
            <a:off x="5021629" y="1641777"/>
            <a:ext cx="6619687" cy="4608513"/>
          </a:xfrm>
        </p:spPr>
        <p:txBody>
          <a:bodyPr>
            <a:noAutofit/>
          </a:bodyPr>
          <a:lstStyle>
            <a:lvl1pPr>
              <a:defRPr sz="1200" b="0" i="0"/>
            </a:lvl1pPr>
            <a:lvl2pPr>
              <a:defRPr sz="1100" b="0" i="0"/>
            </a:lvl2pPr>
            <a:lvl3pPr>
              <a:buClr>
                <a:schemeClr val="accent5"/>
              </a:buClr>
              <a:defRPr sz="1100" b="0" i="0"/>
            </a:lvl3pPr>
            <a:lvl4pPr>
              <a:buClr>
                <a:schemeClr val="accent5"/>
              </a:buClr>
              <a:defRPr sz="1000" b="0" i="0"/>
            </a:lvl4pPr>
            <a:lvl5pPr>
              <a:buClr>
                <a:schemeClr val="accent5"/>
              </a:buClr>
              <a:defRPr sz="1000"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extBox 2">
            <a:extLst>
              <a:ext uri="{FF2B5EF4-FFF2-40B4-BE49-F238E27FC236}">
                <a16:creationId xmlns:a16="http://schemas.microsoft.com/office/drawing/2014/main" id="{78569AA7-A78B-BE98-02C8-B2FB3749FF29}"/>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34076299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ntent &amp; Large Image">
    <p:spTree>
      <p:nvGrpSpPr>
        <p:cNvPr id="1" name=""/>
        <p:cNvGrpSpPr/>
        <p:nvPr/>
      </p:nvGrpSpPr>
      <p:grpSpPr>
        <a:xfrm>
          <a:off x="0" y="0"/>
          <a:ext cx="0" cy="0"/>
          <a:chOff x="0" y="0"/>
          <a:chExt cx="0" cy="0"/>
        </a:xfrm>
      </p:grpSpPr>
      <p:sp>
        <p:nvSpPr>
          <p:cNvPr id="17" name="Picture Placeholder 12">
            <a:extLst>
              <a:ext uri="{FF2B5EF4-FFF2-40B4-BE49-F238E27FC236}">
                <a16:creationId xmlns:a16="http://schemas.microsoft.com/office/drawing/2014/main" id="{F2852101-96E6-48D2-9B72-9BAD8CA88EA3}"/>
              </a:ext>
              <a:ext uri="{C183D7F6-B498-43B3-948B-1728B52AA6E4}">
                <adec:decorative xmlns:adec="http://schemas.microsoft.com/office/drawing/2017/decorative" val="1"/>
              </a:ext>
            </a:extLst>
          </p:cNvPr>
          <p:cNvSpPr>
            <a:spLocks noGrp="1"/>
          </p:cNvSpPr>
          <p:nvPr>
            <p:ph type="pic" sz="quarter" idx="14"/>
          </p:nvPr>
        </p:nvSpPr>
        <p:spPr>
          <a:xfrm>
            <a:off x="0" y="0"/>
            <a:ext cx="6614784" cy="6858000"/>
          </a:xfrm>
          <a:solidFill>
            <a:schemeClr val="tx1"/>
          </a:solidFill>
        </p:spPr>
        <p:txBody>
          <a:bodyPr anchor="ctr"/>
          <a:lstStyle>
            <a:lvl1pPr algn="ctr">
              <a:defRPr b="0" i="0">
                <a:solidFill>
                  <a:schemeClr val="bg1"/>
                </a:solidFill>
              </a:defRPr>
            </a:lvl1pPr>
          </a:lstStyle>
          <a:p>
            <a:r>
              <a:rPr lang="en-US"/>
              <a:t>Click icon to add picture</a:t>
            </a:r>
            <a:endParaRPr lang="en-GB"/>
          </a:p>
        </p:txBody>
      </p:sp>
      <p:sp>
        <p:nvSpPr>
          <p:cNvPr id="9" name="TextBox 8">
            <a:extLst>
              <a:ext uri="{FF2B5EF4-FFF2-40B4-BE49-F238E27FC236}">
                <a16:creationId xmlns:a16="http://schemas.microsoft.com/office/drawing/2014/main" id="{CE78A84B-6B7F-3F4B-A48C-24529EB0BEC2}"/>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endParaRPr>
          </a:p>
        </p:txBody>
      </p:sp>
      <p:sp>
        <p:nvSpPr>
          <p:cNvPr id="16" name="Title 1">
            <a:extLst>
              <a:ext uri="{FF2B5EF4-FFF2-40B4-BE49-F238E27FC236}">
                <a16:creationId xmlns:a16="http://schemas.microsoft.com/office/drawing/2014/main" id="{43599993-ECCA-48C1-8E41-BB20F5CF0EC9}"/>
              </a:ext>
            </a:extLst>
          </p:cNvPr>
          <p:cNvSpPr>
            <a:spLocks noGrp="1"/>
          </p:cNvSpPr>
          <p:nvPr>
            <p:ph type="title" hasCustomPrompt="1"/>
          </p:nvPr>
        </p:nvSpPr>
        <p:spPr>
          <a:xfrm>
            <a:off x="6953249" y="365125"/>
            <a:ext cx="4691996" cy="664797"/>
          </a:xfrm>
        </p:spPr>
        <p:txBody>
          <a:bodyPr anchor="t" anchorCtr="0">
            <a:spAutoFit/>
          </a:bodyPr>
          <a:lstStyle>
            <a:lvl1pPr>
              <a:lnSpc>
                <a:spcPct val="90000"/>
              </a:lnSpc>
              <a:defRPr/>
            </a:lvl1pPr>
          </a:lstStyle>
          <a:p>
            <a:r>
              <a:rPr lang="en-US"/>
              <a:t>Click to edit Master title style can be two lines</a:t>
            </a:r>
            <a:endParaRPr lang="en-GB"/>
          </a:p>
        </p:txBody>
      </p:sp>
      <p:sp>
        <p:nvSpPr>
          <p:cNvPr id="18" name="Text Placeholder 7">
            <a:extLst>
              <a:ext uri="{FF2B5EF4-FFF2-40B4-BE49-F238E27FC236}">
                <a16:creationId xmlns:a16="http://schemas.microsoft.com/office/drawing/2014/main" id="{9FA1314A-625E-4943-B43C-FDC9D623B4A8}"/>
              </a:ext>
            </a:extLst>
          </p:cNvPr>
          <p:cNvSpPr>
            <a:spLocks noGrp="1"/>
          </p:cNvSpPr>
          <p:nvPr>
            <p:ph type="body" sz="quarter" idx="10" hasCustomPrompt="1"/>
          </p:nvPr>
        </p:nvSpPr>
        <p:spPr>
          <a:xfrm>
            <a:off x="6949142" y="1144329"/>
            <a:ext cx="4691995" cy="276999"/>
          </a:xfrm>
        </p:spPr>
        <p:txBody>
          <a:bodyPr anchor="t" anchorCtr="0">
            <a:spAutoFit/>
          </a:bodyPr>
          <a:lstStyle>
            <a:lvl1pPr>
              <a:lnSpc>
                <a:spcPct val="90000"/>
              </a:lnSpc>
              <a:spcBef>
                <a:spcPts val="0"/>
              </a:spcBef>
              <a:defRPr sz="2000" b="0" i="0">
                <a:solidFill>
                  <a:schemeClr val="bg2">
                    <a:lumMod val="50000"/>
                  </a:schemeClr>
                </a:solidFill>
                <a:latin typeface="Century Gothic" panose="020B0502020202020204" pitchFamily="34" charset="0"/>
              </a:defRPr>
            </a:lvl1pPr>
          </a:lstStyle>
          <a:p>
            <a:pPr lvl="0"/>
            <a:r>
              <a:rPr lang="en-US"/>
              <a:t>Subtitle goes here</a:t>
            </a:r>
          </a:p>
        </p:txBody>
      </p:sp>
      <p:sp>
        <p:nvSpPr>
          <p:cNvPr id="13" name="Content Placeholder 2">
            <a:extLst>
              <a:ext uri="{FF2B5EF4-FFF2-40B4-BE49-F238E27FC236}">
                <a16:creationId xmlns:a16="http://schemas.microsoft.com/office/drawing/2014/main" id="{565FB3A7-DFC6-4198-A420-238EEE862C3E}"/>
              </a:ext>
            </a:extLst>
          </p:cNvPr>
          <p:cNvSpPr>
            <a:spLocks noGrp="1"/>
          </p:cNvSpPr>
          <p:nvPr>
            <p:ph idx="16"/>
          </p:nvPr>
        </p:nvSpPr>
        <p:spPr>
          <a:xfrm>
            <a:off x="6949142" y="1641777"/>
            <a:ext cx="4692174" cy="4608513"/>
          </a:xfrm>
        </p:spPr>
        <p:txBody>
          <a:bodyPr>
            <a:noAutofit/>
          </a:bodyPr>
          <a:lstStyle>
            <a:lvl1pPr>
              <a:defRPr sz="1200" b="0" i="0"/>
            </a:lvl1pPr>
            <a:lvl2pPr>
              <a:defRPr sz="1100" b="0" i="0"/>
            </a:lvl2pPr>
            <a:lvl3pPr>
              <a:buClr>
                <a:schemeClr val="accent5"/>
              </a:buClr>
              <a:defRPr sz="1100" b="0" i="0"/>
            </a:lvl3pPr>
            <a:lvl4pPr>
              <a:buClr>
                <a:schemeClr val="accent5"/>
              </a:buClr>
              <a:defRPr sz="1000" b="0" i="0"/>
            </a:lvl4pPr>
            <a:lvl5pPr>
              <a:buClr>
                <a:schemeClr val="accent5"/>
              </a:buClr>
              <a:defRPr sz="1000" b="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extBox 1">
            <a:extLst>
              <a:ext uri="{FF2B5EF4-FFF2-40B4-BE49-F238E27FC236}">
                <a16:creationId xmlns:a16="http://schemas.microsoft.com/office/drawing/2014/main" id="{F6E611D8-C88F-55DC-AF50-DDC1AFA72B86}"/>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369266727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ustom Layout 1">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017639EE-8135-4BFC-9D3A-6AEB76BC34EF}"/>
              </a:ext>
              <a:ext uri="{C183D7F6-B498-43B3-948B-1728B52AA6E4}">
                <adec:decorative xmlns:adec="http://schemas.microsoft.com/office/drawing/2017/decorative" val="1"/>
              </a:ext>
            </a:extLst>
          </p:cNvPr>
          <p:cNvPicPr>
            <a:picLocks noChangeAspect="1"/>
          </p:cNvPicPr>
          <p:nvPr userDrawn="1"/>
        </p:nvPicPr>
        <p:blipFill rotWithShape="1">
          <a:blip r:embed="rId2" cstate="email">
            <a:grayscl/>
            <a:alphaModFix amt="80000"/>
            <a:extLst>
              <a:ext uri="{28A0092B-C50C-407E-A947-70E740481C1C}">
                <a14:useLocalDpi xmlns:a14="http://schemas.microsoft.com/office/drawing/2010/main"/>
              </a:ext>
            </a:extLst>
          </a:blip>
          <a:srcRect l="-2"/>
          <a:stretch/>
        </p:blipFill>
        <p:spPr>
          <a:xfrm>
            <a:off x="0" y="0"/>
            <a:ext cx="12192000" cy="6858000"/>
          </a:xfrm>
          <a:prstGeom prst="rect">
            <a:avLst/>
          </a:prstGeom>
        </p:spPr>
      </p:pic>
      <p:sp>
        <p:nvSpPr>
          <p:cNvPr id="13" name="TextBox 12">
            <a:extLst>
              <a:ext uri="{FF2B5EF4-FFF2-40B4-BE49-F238E27FC236}">
                <a16:creationId xmlns:a16="http://schemas.microsoft.com/office/drawing/2014/main" id="{C2BD9DA9-DCBB-48EF-9512-AFC0D25F2500}"/>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endParaRPr>
          </a:p>
        </p:txBody>
      </p:sp>
      <p:sp>
        <p:nvSpPr>
          <p:cNvPr id="10" name="Title Placeholder 1">
            <a:extLst>
              <a:ext uri="{FF2B5EF4-FFF2-40B4-BE49-F238E27FC236}">
                <a16:creationId xmlns:a16="http://schemas.microsoft.com/office/drawing/2014/main" id="{F99AAA5E-5BA8-4FC1-B51B-ACBC0A983C09}"/>
              </a:ext>
            </a:extLst>
          </p:cNvPr>
          <p:cNvSpPr>
            <a:spLocks noGrp="1"/>
          </p:cNvSpPr>
          <p:nvPr>
            <p:ph type="title"/>
          </p:nvPr>
        </p:nvSpPr>
        <p:spPr>
          <a:xfrm>
            <a:off x="542647" y="365126"/>
            <a:ext cx="11098999" cy="332399"/>
          </a:xfrm>
          <a:prstGeom prst="rect">
            <a:avLst/>
          </a:prstGeom>
        </p:spPr>
        <p:txBody>
          <a:bodyPr vert="horz" lIns="0" tIns="0" rIns="0" bIns="0" rtlCol="0" anchor="t" anchorCtr="0">
            <a:spAutoFit/>
          </a:bodyPr>
          <a:lstStyle>
            <a:lvl1pPr>
              <a:lnSpc>
                <a:spcPct val="90000"/>
              </a:lnSpc>
              <a:defRPr cap="none" baseline="0">
                <a:solidFill>
                  <a:schemeClr val="tx1"/>
                </a:solidFill>
              </a:defRPr>
            </a:lvl1pPr>
          </a:lstStyle>
          <a:p>
            <a:r>
              <a:rPr lang="en-US"/>
              <a:t>Click to edit Master title style</a:t>
            </a:r>
            <a:endParaRPr lang="en-GB"/>
          </a:p>
        </p:txBody>
      </p:sp>
      <p:sp>
        <p:nvSpPr>
          <p:cNvPr id="11" name="Text Placeholder 7">
            <a:extLst>
              <a:ext uri="{FF2B5EF4-FFF2-40B4-BE49-F238E27FC236}">
                <a16:creationId xmlns:a16="http://schemas.microsoft.com/office/drawing/2014/main" id="{37934683-6931-4841-BFED-E8B53DEDE6F0}"/>
              </a:ext>
            </a:extLst>
          </p:cNvPr>
          <p:cNvSpPr>
            <a:spLocks noGrp="1"/>
          </p:cNvSpPr>
          <p:nvPr>
            <p:ph type="body" sz="quarter" idx="10" hasCustomPrompt="1"/>
          </p:nvPr>
        </p:nvSpPr>
        <p:spPr>
          <a:xfrm>
            <a:off x="542647" y="814367"/>
            <a:ext cx="11098999" cy="276999"/>
          </a:xfrm>
        </p:spPr>
        <p:txBody>
          <a:bodyPr wrap="square">
            <a:spAutoFit/>
          </a:bodyPr>
          <a:lstStyle>
            <a:lvl1pPr>
              <a:lnSpc>
                <a:spcPct val="90000"/>
              </a:lnSpc>
              <a:spcBef>
                <a:spcPts val="0"/>
              </a:spcBef>
              <a:defRPr sz="2000" b="0" i="0">
                <a:solidFill>
                  <a:schemeClr val="bg2">
                    <a:lumMod val="50000"/>
                  </a:schemeClr>
                </a:solidFill>
                <a:latin typeface="Century Gothic" panose="020B0502020202020204" pitchFamily="34" charset="0"/>
              </a:defRPr>
            </a:lvl1pPr>
          </a:lstStyle>
          <a:p>
            <a:pPr lvl="0"/>
            <a:r>
              <a:rPr lang="en-US"/>
              <a:t>Subtitle goes here</a:t>
            </a:r>
          </a:p>
        </p:txBody>
      </p:sp>
      <p:sp>
        <p:nvSpPr>
          <p:cNvPr id="7" name="Text Placeholder 2">
            <a:extLst>
              <a:ext uri="{FF2B5EF4-FFF2-40B4-BE49-F238E27FC236}">
                <a16:creationId xmlns:a16="http://schemas.microsoft.com/office/drawing/2014/main" id="{C6B67007-3E56-6F41-A1C4-064534E2833A}"/>
              </a:ext>
            </a:extLst>
          </p:cNvPr>
          <p:cNvSpPr>
            <a:spLocks noGrp="1"/>
          </p:cNvSpPr>
          <p:nvPr>
            <p:ph idx="1"/>
          </p:nvPr>
        </p:nvSpPr>
        <p:spPr>
          <a:xfrm>
            <a:off x="542647" y="1629968"/>
            <a:ext cx="11090275" cy="4608513"/>
          </a:xfrm>
          <a:prstGeom prst="rect">
            <a:avLst/>
          </a:prstGeom>
        </p:spPr>
        <p:txBody>
          <a:bodyPr vert="horz" lIns="0" tIns="0" rIns="0" bIns="0" rtlCol="0">
            <a:noAutofit/>
          </a:bodyPr>
          <a:lstStyle>
            <a:lvl1pPr>
              <a:defRPr b="0" i="0">
                <a:solidFill>
                  <a:schemeClr val="accent3"/>
                </a:solidFill>
                <a:latin typeface="+mn-lt"/>
              </a:defRPr>
            </a:lvl1pPr>
            <a:lvl2pPr>
              <a:defRPr b="0" i="0">
                <a:solidFill>
                  <a:schemeClr val="accent3"/>
                </a:solidFill>
                <a:latin typeface="+mn-lt"/>
              </a:defRPr>
            </a:lvl2pPr>
            <a:lvl3pPr>
              <a:buClr>
                <a:schemeClr val="accent5"/>
              </a:buClr>
              <a:defRPr b="0" i="0">
                <a:solidFill>
                  <a:schemeClr val="accent3"/>
                </a:solidFill>
                <a:latin typeface="+mn-lt"/>
              </a:defRPr>
            </a:lvl3pPr>
            <a:lvl4pPr>
              <a:buClr>
                <a:schemeClr val="accent5"/>
              </a:buClr>
              <a:defRPr b="0" i="0">
                <a:solidFill>
                  <a:schemeClr val="accent3"/>
                </a:solidFill>
                <a:latin typeface="+mn-lt"/>
              </a:defRPr>
            </a:lvl4pPr>
            <a:lvl5pPr>
              <a:buClr>
                <a:schemeClr val="accent5"/>
              </a:buClr>
              <a:defRPr b="0" i="0">
                <a:solidFill>
                  <a:schemeClr val="accent3"/>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extBox 1">
            <a:extLst>
              <a:ext uri="{FF2B5EF4-FFF2-40B4-BE49-F238E27FC236}">
                <a16:creationId xmlns:a16="http://schemas.microsoft.com/office/drawing/2014/main" id="{CFF20600-BE81-AA9C-9C47-AE21A42A89F8}"/>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153506659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ustom Content Black">
    <p:bg>
      <p:bgPr>
        <a:solidFill>
          <a:schemeClr val="tx1"/>
        </a:solidFill>
        <a:effectLst/>
      </p:bgPr>
    </p:bg>
    <p:spTree>
      <p:nvGrpSpPr>
        <p:cNvPr id="1" name=""/>
        <p:cNvGrpSpPr/>
        <p:nvPr/>
      </p:nvGrpSpPr>
      <p:grpSpPr>
        <a:xfrm>
          <a:off x="0" y="0"/>
          <a:ext cx="0" cy="0"/>
          <a:chOff x="0" y="0"/>
          <a:chExt cx="0" cy="0"/>
        </a:xfrm>
      </p:grpSpPr>
      <p:sp>
        <p:nvSpPr>
          <p:cNvPr id="15" name="Picture Placeholder 16">
            <a:extLst>
              <a:ext uri="{FF2B5EF4-FFF2-40B4-BE49-F238E27FC236}">
                <a16:creationId xmlns:a16="http://schemas.microsoft.com/office/drawing/2014/main" id="{76CE307B-7B41-40F2-9134-2FDAD5AB9EED}"/>
              </a:ext>
              <a:ext uri="{C183D7F6-B498-43B3-948B-1728B52AA6E4}">
                <adec:decorative xmlns:adec="http://schemas.microsoft.com/office/drawing/2017/decorative" val="1"/>
              </a:ext>
            </a:extLst>
          </p:cNvPr>
          <p:cNvSpPr>
            <a:spLocks noGrp="1"/>
          </p:cNvSpPr>
          <p:nvPr>
            <p:ph type="pic" sz="quarter" idx="14" hasCustomPrompt="1"/>
          </p:nvPr>
        </p:nvSpPr>
        <p:spPr>
          <a:xfrm rot="5400000">
            <a:off x="2926672" y="3414014"/>
            <a:ext cx="4480560" cy="27432"/>
          </a:xfrm>
          <a:solidFill>
            <a:schemeClr val="accent3"/>
          </a:solidFill>
          <a:ln>
            <a:noFill/>
          </a:ln>
        </p:spPr>
        <p:txBody>
          <a:bodyPr/>
          <a:lstStyle>
            <a:lvl1pPr>
              <a:defRPr b="0" i="0"/>
            </a:lvl1pPr>
          </a:lstStyle>
          <a:p>
            <a:r>
              <a:rPr lang="en-US" dirty="0"/>
              <a:t> </a:t>
            </a:r>
          </a:p>
        </p:txBody>
      </p:sp>
      <p:sp>
        <p:nvSpPr>
          <p:cNvPr id="16" name="Title Placeholder 1">
            <a:extLst>
              <a:ext uri="{FF2B5EF4-FFF2-40B4-BE49-F238E27FC236}">
                <a16:creationId xmlns:a16="http://schemas.microsoft.com/office/drawing/2014/main" id="{356C258B-25D3-4ED4-A295-CDBBDD1287FA}"/>
              </a:ext>
            </a:extLst>
          </p:cNvPr>
          <p:cNvSpPr>
            <a:spLocks noGrp="1"/>
          </p:cNvSpPr>
          <p:nvPr>
            <p:ph type="title" hasCustomPrompt="1"/>
          </p:nvPr>
        </p:nvSpPr>
        <p:spPr>
          <a:xfrm>
            <a:off x="546755" y="1187450"/>
            <a:ext cx="4087158" cy="664797"/>
          </a:xfrm>
          <a:prstGeom prst="rect">
            <a:avLst/>
          </a:prstGeom>
        </p:spPr>
        <p:txBody>
          <a:bodyPr vert="horz" lIns="0" tIns="0" rIns="0" bIns="0" rtlCol="0" anchor="t" anchorCtr="0">
            <a:spAutoFit/>
          </a:bodyPr>
          <a:lstStyle>
            <a:lvl1pPr algn="r">
              <a:lnSpc>
                <a:spcPct val="90000"/>
              </a:lnSpc>
              <a:defRPr cap="none" baseline="0">
                <a:solidFill>
                  <a:schemeClr val="bg1"/>
                </a:solidFill>
              </a:defRPr>
            </a:lvl1pPr>
          </a:lstStyle>
          <a:p>
            <a:r>
              <a:rPr lang="en-US" dirty="0"/>
              <a:t>Click to edit Master title style can be two lines</a:t>
            </a:r>
            <a:endParaRPr lang="en-GB" dirty="0"/>
          </a:p>
        </p:txBody>
      </p:sp>
      <p:sp>
        <p:nvSpPr>
          <p:cNvPr id="17" name="Text Placeholder 7">
            <a:extLst>
              <a:ext uri="{FF2B5EF4-FFF2-40B4-BE49-F238E27FC236}">
                <a16:creationId xmlns:a16="http://schemas.microsoft.com/office/drawing/2014/main" id="{DC61FCC4-7FF4-4D39-9D8F-EF7944B82E62}"/>
              </a:ext>
            </a:extLst>
          </p:cNvPr>
          <p:cNvSpPr>
            <a:spLocks noGrp="1"/>
          </p:cNvSpPr>
          <p:nvPr>
            <p:ph type="body" sz="quarter" idx="15" hasCustomPrompt="1"/>
          </p:nvPr>
        </p:nvSpPr>
        <p:spPr>
          <a:xfrm>
            <a:off x="546755" y="1982999"/>
            <a:ext cx="4087158" cy="276999"/>
          </a:xfrm>
        </p:spPr>
        <p:txBody>
          <a:bodyPr wrap="square" anchor="t" anchorCtr="0">
            <a:spAutoFit/>
          </a:bodyPr>
          <a:lstStyle>
            <a:lvl1pPr algn="r">
              <a:lnSpc>
                <a:spcPct val="90000"/>
              </a:lnSpc>
              <a:spcBef>
                <a:spcPts val="0"/>
              </a:spcBef>
              <a:defRPr sz="2000" b="0" i="0">
                <a:solidFill>
                  <a:schemeClr val="bg2">
                    <a:lumMod val="75000"/>
                  </a:schemeClr>
                </a:solidFill>
                <a:latin typeface="Century Gothic" panose="020B0502020202020204" pitchFamily="34" charset="0"/>
              </a:defRPr>
            </a:lvl1pPr>
          </a:lstStyle>
          <a:p>
            <a:pPr lvl="0"/>
            <a:r>
              <a:rPr lang="en-US" dirty="0"/>
              <a:t>Subtitle goes here</a:t>
            </a:r>
          </a:p>
        </p:txBody>
      </p:sp>
      <p:sp>
        <p:nvSpPr>
          <p:cNvPr id="9" name="Text Placeholder 8">
            <a:extLst>
              <a:ext uri="{FF2B5EF4-FFF2-40B4-BE49-F238E27FC236}">
                <a16:creationId xmlns:a16="http://schemas.microsoft.com/office/drawing/2014/main" id="{06474618-5F3F-452B-8D18-95E07FD6C432}"/>
              </a:ext>
            </a:extLst>
          </p:cNvPr>
          <p:cNvSpPr>
            <a:spLocks noGrp="1"/>
          </p:cNvSpPr>
          <p:nvPr>
            <p:ph type="body" sz="quarter" idx="11"/>
          </p:nvPr>
        </p:nvSpPr>
        <p:spPr>
          <a:xfrm>
            <a:off x="5743575" y="1187450"/>
            <a:ext cx="5898072" cy="2241550"/>
          </a:xfrm>
        </p:spPr>
        <p:txBody>
          <a:bodyPr>
            <a:normAutofit/>
          </a:bodyPr>
          <a:lstStyle>
            <a:lvl1pPr>
              <a:defRPr sz="1200" b="0" i="0">
                <a:solidFill>
                  <a:schemeClr val="bg1"/>
                </a:solidFill>
              </a:defRPr>
            </a:lvl1pPr>
            <a:lvl2pPr>
              <a:defRPr sz="1100" b="0" i="0">
                <a:solidFill>
                  <a:schemeClr val="bg1"/>
                </a:solidFill>
              </a:defRPr>
            </a:lvl2pPr>
            <a:lvl3pPr>
              <a:buClr>
                <a:schemeClr val="accent5"/>
              </a:buClr>
              <a:defRPr sz="1100" b="0" i="0">
                <a:solidFill>
                  <a:schemeClr val="bg1"/>
                </a:solidFill>
              </a:defRPr>
            </a:lvl3pPr>
            <a:lvl4pPr>
              <a:buClr>
                <a:schemeClr val="accent5"/>
              </a:buClr>
              <a:defRPr sz="1000" b="0" i="0">
                <a:solidFill>
                  <a:schemeClr val="bg1"/>
                </a:solidFill>
              </a:defRPr>
            </a:lvl4pPr>
            <a:lvl5pPr>
              <a:buClr>
                <a:schemeClr val="accent5"/>
              </a:buClr>
              <a:defRPr sz="1000" b="0" i="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8">
            <a:extLst>
              <a:ext uri="{FF2B5EF4-FFF2-40B4-BE49-F238E27FC236}">
                <a16:creationId xmlns:a16="http://schemas.microsoft.com/office/drawing/2014/main" id="{D0633ECB-BC07-45B8-A9BD-06F698C4F3A7}"/>
              </a:ext>
            </a:extLst>
          </p:cNvPr>
          <p:cNvSpPr>
            <a:spLocks noGrp="1"/>
          </p:cNvSpPr>
          <p:nvPr>
            <p:ph type="body" sz="quarter" idx="13"/>
          </p:nvPr>
        </p:nvSpPr>
        <p:spPr>
          <a:xfrm>
            <a:off x="5743575" y="3713673"/>
            <a:ext cx="5898072" cy="2241550"/>
          </a:xfrm>
        </p:spPr>
        <p:txBody>
          <a:bodyPr>
            <a:normAutofit/>
          </a:bodyPr>
          <a:lstStyle>
            <a:lvl1pPr>
              <a:defRPr sz="1200" b="0" i="0">
                <a:solidFill>
                  <a:schemeClr val="bg1"/>
                </a:solidFill>
              </a:defRPr>
            </a:lvl1pPr>
            <a:lvl2pPr>
              <a:defRPr sz="1100" b="0" i="0">
                <a:solidFill>
                  <a:schemeClr val="bg1"/>
                </a:solidFill>
              </a:defRPr>
            </a:lvl2pPr>
            <a:lvl3pPr>
              <a:buClr>
                <a:schemeClr val="accent5"/>
              </a:buClr>
              <a:defRPr sz="1100" b="0" i="0">
                <a:solidFill>
                  <a:schemeClr val="bg1"/>
                </a:solidFill>
              </a:defRPr>
            </a:lvl3pPr>
            <a:lvl4pPr>
              <a:buClr>
                <a:schemeClr val="accent5"/>
              </a:buClr>
              <a:defRPr sz="1000" b="0" i="0">
                <a:solidFill>
                  <a:schemeClr val="bg1"/>
                </a:solidFill>
              </a:defRPr>
            </a:lvl4pPr>
            <a:lvl5pPr>
              <a:buClr>
                <a:schemeClr val="accent5"/>
              </a:buClr>
              <a:defRPr sz="1000" b="0" i="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5229593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ustom Content White">
    <p:spTree>
      <p:nvGrpSpPr>
        <p:cNvPr id="1" name=""/>
        <p:cNvGrpSpPr/>
        <p:nvPr/>
      </p:nvGrpSpPr>
      <p:grpSpPr>
        <a:xfrm>
          <a:off x="0" y="0"/>
          <a:ext cx="0" cy="0"/>
          <a:chOff x="0" y="0"/>
          <a:chExt cx="0" cy="0"/>
        </a:xfrm>
      </p:grpSpPr>
      <p:sp>
        <p:nvSpPr>
          <p:cNvPr id="12" name="Picture Placeholder 16">
            <a:extLst>
              <a:ext uri="{FF2B5EF4-FFF2-40B4-BE49-F238E27FC236}">
                <a16:creationId xmlns:a16="http://schemas.microsoft.com/office/drawing/2014/main" id="{CC390D2B-B1AA-4E1A-9146-D0936DD1ADC1}"/>
              </a:ext>
            </a:extLst>
          </p:cNvPr>
          <p:cNvSpPr>
            <a:spLocks noGrp="1"/>
          </p:cNvSpPr>
          <p:nvPr>
            <p:ph type="pic" sz="quarter" idx="14" hasCustomPrompt="1"/>
          </p:nvPr>
        </p:nvSpPr>
        <p:spPr>
          <a:xfrm rot="5400000">
            <a:off x="2925604" y="3415284"/>
            <a:ext cx="4480560" cy="27432"/>
          </a:xfrm>
          <a:solidFill>
            <a:schemeClr val="bg1">
              <a:lumMod val="85000"/>
            </a:schemeClr>
          </a:solidFill>
          <a:ln>
            <a:noFill/>
          </a:ln>
        </p:spPr>
        <p:txBody>
          <a:bodyPr/>
          <a:lstStyle>
            <a:lvl1pPr>
              <a:defRPr b="0" i="0"/>
            </a:lvl1pPr>
          </a:lstStyle>
          <a:p>
            <a:r>
              <a:rPr lang="en-US" dirty="0"/>
              <a:t> </a:t>
            </a:r>
          </a:p>
        </p:txBody>
      </p:sp>
      <p:sp>
        <p:nvSpPr>
          <p:cNvPr id="13" name="Title Placeholder 1">
            <a:extLst>
              <a:ext uri="{FF2B5EF4-FFF2-40B4-BE49-F238E27FC236}">
                <a16:creationId xmlns:a16="http://schemas.microsoft.com/office/drawing/2014/main" id="{05068985-C2C0-4801-9E87-E1490F64C956}"/>
              </a:ext>
            </a:extLst>
          </p:cNvPr>
          <p:cNvSpPr>
            <a:spLocks noGrp="1"/>
          </p:cNvSpPr>
          <p:nvPr>
            <p:ph type="title" hasCustomPrompt="1"/>
          </p:nvPr>
        </p:nvSpPr>
        <p:spPr>
          <a:xfrm>
            <a:off x="546755" y="1187450"/>
            <a:ext cx="4087158" cy="642936"/>
          </a:xfrm>
          <a:prstGeom prst="rect">
            <a:avLst/>
          </a:prstGeom>
        </p:spPr>
        <p:txBody>
          <a:bodyPr vert="horz" lIns="0" tIns="0" rIns="0" bIns="0" rtlCol="0" anchor="t" anchorCtr="0">
            <a:noAutofit/>
          </a:bodyPr>
          <a:lstStyle>
            <a:lvl1pPr algn="r">
              <a:lnSpc>
                <a:spcPct val="90000"/>
              </a:lnSpc>
              <a:defRPr cap="none" baseline="0">
                <a:solidFill>
                  <a:schemeClr val="tx1"/>
                </a:solidFill>
              </a:defRPr>
            </a:lvl1pPr>
          </a:lstStyle>
          <a:p>
            <a:r>
              <a:rPr lang="en-US" dirty="0"/>
              <a:t>Click to edit Master title style can be two lines</a:t>
            </a:r>
            <a:endParaRPr lang="en-GB" dirty="0"/>
          </a:p>
        </p:txBody>
      </p:sp>
      <p:sp>
        <p:nvSpPr>
          <p:cNvPr id="18" name="Text Placeholder 7">
            <a:extLst>
              <a:ext uri="{FF2B5EF4-FFF2-40B4-BE49-F238E27FC236}">
                <a16:creationId xmlns:a16="http://schemas.microsoft.com/office/drawing/2014/main" id="{180A09E2-04B2-432D-9462-4896B04332F8}"/>
              </a:ext>
            </a:extLst>
          </p:cNvPr>
          <p:cNvSpPr>
            <a:spLocks noGrp="1"/>
          </p:cNvSpPr>
          <p:nvPr>
            <p:ph type="body" sz="quarter" idx="15" hasCustomPrompt="1"/>
          </p:nvPr>
        </p:nvSpPr>
        <p:spPr>
          <a:xfrm>
            <a:off x="546755" y="1967261"/>
            <a:ext cx="4087158" cy="276999"/>
          </a:xfrm>
        </p:spPr>
        <p:txBody>
          <a:bodyPr wrap="square" anchor="t" anchorCtr="0">
            <a:spAutoFit/>
          </a:bodyPr>
          <a:lstStyle>
            <a:lvl1pPr algn="r">
              <a:lnSpc>
                <a:spcPct val="90000"/>
              </a:lnSpc>
              <a:spcBef>
                <a:spcPts val="0"/>
              </a:spcBef>
              <a:defRPr sz="2000" b="0" i="0">
                <a:solidFill>
                  <a:schemeClr val="bg2">
                    <a:lumMod val="50000"/>
                  </a:schemeClr>
                </a:solidFill>
                <a:latin typeface="Century Gothic" panose="020B0502020202020204" pitchFamily="34" charset="0"/>
              </a:defRPr>
            </a:lvl1pPr>
          </a:lstStyle>
          <a:p>
            <a:pPr lvl="0"/>
            <a:r>
              <a:rPr lang="en-US" dirty="0"/>
              <a:t>Subtitle goes here</a:t>
            </a:r>
          </a:p>
        </p:txBody>
      </p:sp>
      <p:sp>
        <p:nvSpPr>
          <p:cNvPr id="10" name="Text Placeholder 8">
            <a:extLst>
              <a:ext uri="{FF2B5EF4-FFF2-40B4-BE49-F238E27FC236}">
                <a16:creationId xmlns:a16="http://schemas.microsoft.com/office/drawing/2014/main" id="{850B5BAD-6C1D-4697-8ABA-6976187FDB6F}"/>
              </a:ext>
            </a:extLst>
          </p:cNvPr>
          <p:cNvSpPr>
            <a:spLocks noGrp="1"/>
          </p:cNvSpPr>
          <p:nvPr>
            <p:ph type="body" sz="quarter" idx="11"/>
          </p:nvPr>
        </p:nvSpPr>
        <p:spPr>
          <a:xfrm>
            <a:off x="5743575" y="1187450"/>
            <a:ext cx="5678488" cy="2241550"/>
          </a:xfrm>
        </p:spPr>
        <p:txBody>
          <a:bodyPr>
            <a:normAutofit/>
          </a:bodyPr>
          <a:lstStyle>
            <a:lvl1pPr>
              <a:defRPr sz="1200" b="0" i="0">
                <a:solidFill>
                  <a:schemeClr val="accent3"/>
                </a:solidFill>
              </a:defRPr>
            </a:lvl1pPr>
            <a:lvl2pPr>
              <a:defRPr sz="1100" b="0" i="0">
                <a:solidFill>
                  <a:schemeClr val="accent3"/>
                </a:solidFill>
              </a:defRPr>
            </a:lvl2pPr>
            <a:lvl3pPr>
              <a:buClr>
                <a:schemeClr val="accent5"/>
              </a:buClr>
              <a:defRPr sz="1100" b="0" i="0">
                <a:solidFill>
                  <a:schemeClr val="accent3"/>
                </a:solidFill>
              </a:defRPr>
            </a:lvl3pPr>
            <a:lvl4pPr>
              <a:buClr>
                <a:schemeClr val="accent5"/>
              </a:buClr>
              <a:defRPr sz="1000" b="0" i="0">
                <a:solidFill>
                  <a:schemeClr val="accent3"/>
                </a:solidFill>
              </a:defRPr>
            </a:lvl4pPr>
            <a:lvl5pPr>
              <a:buClr>
                <a:schemeClr val="accent5"/>
              </a:buClr>
              <a:defRPr sz="1000" b="0" i="0">
                <a:solidFill>
                  <a:schemeClr val="accent3"/>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8">
            <a:extLst>
              <a:ext uri="{FF2B5EF4-FFF2-40B4-BE49-F238E27FC236}">
                <a16:creationId xmlns:a16="http://schemas.microsoft.com/office/drawing/2014/main" id="{5119AA07-E8E3-498D-BD9D-3FC258E79060}"/>
              </a:ext>
            </a:extLst>
          </p:cNvPr>
          <p:cNvSpPr>
            <a:spLocks noGrp="1"/>
          </p:cNvSpPr>
          <p:nvPr>
            <p:ph type="body" sz="quarter" idx="13"/>
          </p:nvPr>
        </p:nvSpPr>
        <p:spPr>
          <a:xfrm>
            <a:off x="5743575" y="3713673"/>
            <a:ext cx="5678488" cy="2241550"/>
          </a:xfrm>
        </p:spPr>
        <p:txBody>
          <a:bodyPr>
            <a:normAutofit/>
          </a:bodyPr>
          <a:lstStyle>
            <a:lvl1pPr>
              <a:defRPr sz="1200" b="0" i="0">
                <a:solidFill>
                  <a:schemeClr val="accent3"/>
                </a:solidFill>
              </a:defRPr>
            </a:lvl1pPr>
            <a:lvl2pPr>
              <a:defRPr sz="1100" b="0" i="0">
                <a:solidFill>
                  <a:schemeClr val="accent3"/>
                </a:solidFill>
              </a:defRPr>
            </a:lvl2pPr>
            <a:lvl3pPr>
              <a:buClr>
                <a:schemeClr val="accent5"/>
              </a:buClr>
              <a:defRPr sz="1100" b="0" i="0">
                <a:solidFill>
                  <a:schemeClr val="accent3"/>
                </a:solidFill>
              </a:defRPr>
            </a:lvl3pPr>
            <a:lvl4pPr>
              <a:buClr>
                <a:schemeClr val="accent5"/>
              </a:buClr>
              <a:defRPr sz="1000" b="0" i="0">
                <a:solidFill>
                  <a:schemeClr val="accent3"/>
                </a:solidFill>
              </a:defRPr>
            </a:lvl4pPr>
            <a:lvl5pPr>
              <a:buClr>
                <a:schemeClr val="accent5"/>
              </a:buClr>
              <a:defRPr sz="1000" b="0" i="0">
                <a:solidFill>
                  <a:schemeClr val="accent3"/>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1120786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blank" preserve="1">
  <p:cSld name="Capco Services and Solutions">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0172B90-F3DC-43C0-89F3-8DE17A9513CD}"/>
              </a:ext>
              <a:ext uri="{C183D7F6-B498-43B3-948B-1728B52AA6E4}">
                <adec:decorative xmlns:adec="http://schemas.microsoft.com/office/drawing/2017/decorative" val="1"/>
              </a:ext>
            </a:extLst>
          </p:cNvPr>
          <p:cNvPicPr>
            <a:picLocks/>
          </p:cNvPicPr>
          <p:nvPr userDrawn="1"/>
        </p:nvPicPr>
        <p:blipFill rotWithShape="1">
          <a:blip r:embed="rId2" cstate="screen">
            <a:alphaModFix amt="75000"/>
            <a:extLst>
              <a:ext uri="{28A0092B-C50C-407E-A947-70E740481C1C}">
                <a14:useLocalDpi xmlns:a14="http://schemas.microsoft.com/office/drawing/2010/main"/>
              </a:ext>
            </a:extLst>
          </a:blip>
          <a:srcRect l="733" t="807" b="74"/>
          <a:stretch/>
        </p:blipFill>
        <p:spPr>
          <a:xfrm>
            <a:off x="0" y="0"/>
            <a:ext cx="12192000" cy="6858000"/>
          </a:xfrm>
          <a:prstGeom prst="rect">
            <a:avLst/>
          </a:prstGeom>
        </p:spPr>
      </p:pic>
      <p:sp>
        <p:nvSpPr>
          <p:cNvPr id="84" name="Rounded Rectangle 108">
            <a:extLst>
              <a:ext uri="{FF2B5EF4-FFF2-40B4-BE49-F238E27FC236}">
                <a16:creationId xmlns:a16="http://schemas.microsoft.com/office/drawing/2014/main" id="{7F0C0FF5-EEC1-4AF1-AB65-8EF5754F59F5}"/>
              </a:ext>
              <a:ext uri="{C183D7F6-B498-43B3-948B-1728B52AA6E4}">
                <adec:decorative xmlns:adec="http://schemas.microsoft.com/office/drawing/2017/decorative" val="1"/>
              </a:ext>
            </a:extLst>
          </p:cNvPr>
          <p:cNvSpPr/>
          <p:nvPr/>
        </p:nvSpPr>
        <p:spPr>
          <a:xfrm>
            <a:off x="1891622" y="5207602"/>
            <a:ext cx="9755428" cy="1030878"/>
          </a:xfrm>
          <a:prstGeom prst="roundRect">
            <a:avLst>
              <a:gd name="adj"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38" name="Rectangle 137">
            <a:extLst>
              <a:ext uri="{FF2B5EF4-FFF2-40B4-BE49-F238E27FC236}">
                <a16:creationId xmlns:a16="http://schemas.microsoft.com/office/drawing/2014/main" id="{FA2DCC52-43A7-4E07-B2A4-CDBD69D784CC}"/>
              </a:ext>
              <a:ext uri="{C183D7F6-B498-43B3-948B-1728B52AA6E4}">
                <adec:decorative xmlns:adec="http://schemas.microsoft.com/office/drawing/2017/decorative" val="1"/>
              </a:ext>
            </a:extLst>
          </p:cNvPr>
          <p:cNvSpPr/>
          <p:nvPr userDrawn="1"/>
        </p:nvSpPr>
        <p:spPr>
          <a:xfrm>
            <a:off x="2844800" y="2831718"/>
            <a:ext cx="8802250" cy="31412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latin typeface="Century Gothic" panose="020B0502020202020204" pitchFamily="34" charset="0"/>
            </a:endParaRPr>
          </a:p>
        </p:txBody>
      </p:sp>
      <p:sp>
        <p:nvSpPr>
          <p:cNvPr id="139" name="Pentagon 7">
            <a:extLst>
              <a:ext uri="{FF2B5EF4-FFF2-40B4-BE49-F238E27FC236}">
                <a16:creationId xmlns:a16="http://schemas.microsoft.com/office/drawing/2014/main" id="{10B94910-040B-48D0-BA2D-F3B2F1FEC2D8}"/>
              </a:ext>
              <a:ext uri="{C183D7F6-B498-43B3-948B-1728B52AA6E4}">
                <adec:decorative xmlns:adec="http://schemas.microsoft.com/office/drawing/2017/decorative" val="1"/>
              </a:ext>
            </a:extLst>
          </p:cNvPr>
          <p:cNvSpPr/>
          <p:nvPr userDrawn="1"/>
        </p:nvSpPr>
        <p:spPr>
          <a:xfrm>
            <a:off x="559049" y="2831718"/>
            <a:ext cx="2514351" cy="314127"/>
          </a:xfrm>
          <a:prstGeom prst="homePlate">
            <a:avLst>
              <a:gd name="adj" fmla="val 43935"/>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Rounded Rectangle 43">
            <a:extLst>
              <a:ext uri="{FF2B5EF4-FFF2-40B4-BE49-F238E27FC236}">
                <a16:creationId xmlns:a16="http://schemas.microsoft.com/office/drawing/2014/main" id="{638371CC-C4CE-4C49-90B0-4816431B9833}"/>
              </a:ext>
              <a:ext uri="{C183D7F6-B498-43B3-948B-1728B52AA6E4}">
                <adec:decorative xmlns:adec="http://schemas.microsoft.com/office/drawing/2017/decorative" val="1"/>
              </a:ext>
            </a:extLst>
          </p:cNvPr>
          <p:cNvSpPr/>
          <p:nvPr userDrawn="1"/>
        </p:nvSpPr>
        <p:spPr>
          <a:xfrm>
            <a:off x="1891622" y="4176723"/>
            <a:ext cx="9755428" cy="1030878"/>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44" name="Pentagon 45">
            <a:extLst>
              <a:ext uri="{FF2B5EF4-FFF2-40B4-BE49-F238E27FC236}">
                <a16:creationId xmlns:a16="http://schemas.microsoft.com/office/drawing/2014/main" id="{0840AE88-0470-4538-BA6B-63CED7007174}"/>
              </a:ext>
              <a:ext uri="{C183D7F6-B498-43B3-948B-1728B52AA6E4}">
                <adec:decorative xmlns:adec="http://schemas.microsoft.com/office/drawing/2017/decorative" val="1"/>
              </a:ext>
            </a:extLst>
          </p:cNvPr>
          <p:cNvSpPr/>
          <p:nvPr userDrawn="1"/>
        </p:nvSpPr>
        <p:spPr>
          <a:xfrm>
            <a:off x="559049" y="4176723"/>
            <a:ext cx="2642132" cy="1030878"/>
          </a:xfrm>
          <a:prstGeom prst="homePlate">
            <a:avLst>
              <a:gd name="adj" fmla="val 2534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85" name="Pentagon 109">
            <a:extLst>
              <a:ext uri="{FF2B5EF4-FFF2-40B4-BE49-F238E27FC236}">
                <a16:creationId xmlns:a16="http://schemas.microsoft.com/office/drawing/2014/main" id="{95A3C803-27FA-42DD-B0BF-AFF2F90BE97D}"/>
              </a:ext>
              <a:ext uri="{C183D7F6-B498-43B3-948B-1728B52AA6E4}">
                <adec:decorative xmlns:adec="http://schemas.microsoft.com/office/drawing/2017/decorative" val="1"/>
              </a:ext>
            </a:extLst>
          </p:cNvPr>
          <p:cNvSpPr/>
          <p:nvPr/>
        </p:nvSpPr>
        <p:spPr>
          <a:xfrm>
            <a:off x="559049" y="5207602"/>
            <a:ext cx="2642132" cy="1030878"/>
          </a:xfrm>
          <a:prstGeom prst="homePlate">
            <a:avLst>
              <a:gd name="adj" fmla="val 25343"/>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12" name="Rounded Rectangle 97">
            <a:extLst>
              <a:ext uri="{FF2B5EF4-FFF2-40B4-BE49-F238E27FC236}">
                <a16:creationId xmlns:a16="http://schemas.microsoft.com/office/drawing/2014/main" id="{32602A8D-A84D-47FA-8466-C6EBB6A50A75}"/>
              </a:ext>
              <a:ext uri="{C183D7F6-B498-43B3-948B-1728B52AA6E4}">
                <adec:decorative xmlns:adec="http://schemas.microsoft.com/office/drawing/2017/decorative" val="1"/>
              </a:ext>
            </a:extLst>
          </p:cNvPr>
          <p:cNvSpPr/>
          <p:nvPr/>
        </p:nvSpPr>
        <p:spPr>
          <a:xfrm>
            <a:off x="1891622" y="3145845"/>
            <a:ext cx="9755428" cy="1030878"/>
          </a:xfrm>
          <a:prstGeom prst="roundRect">
            <a:avLst>
              <a:gd name="adj" fmla="val 0"/>
            </a:avLst>
          </a:prstGeom>
          <a:solidFill>
            <a:srgbClr val="8C16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13" name="Pentagon 98">
            <a:extLst>
              <a:ext uri="{FF2B5EF4-FFF2-40B4-BE49-F238E27FC236}">
                <a16:creationId xmlns:a16="http://schemas.microsoft.com/office/drawing/2014/main" id="{C1285645-21D2-4816-A944-6B54D63BEDB4}"/>
              </a:ext>
              <a:ext uri="{C183D7F6-B498-43B3-948B-1728B52AA6E4}">
                <adec:decorative xmlns:adec="http://schemas.microsoft.com/office/drawing/2017/decorative" val="1"/>
              </a:ext>
            </a:extLst>
          </p:cNvPr>
          <p:cNvSpPr/>
          <p:nvPr/>
        </p:nvSpPr>
        <p:spPr>
          <a:xfrm>
            <a:off x="559049" y="3145845"/>
            <a:ext cx="2642132" cy="1030878"/>
          </a:xfrm>
          <a:prstGeom prst="homePlate">
            <a:avLst>
              <a:gd name="adj" fmla="val 25343"/>
            </a:avLst>
          </a:prstGeom>
          <a:solidFill>
            <a:srgbClr val="E623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40" name="Rectangle 139">
            <a:extLst>
              <a:ext uri="{FF2B5EF4-FFF2-40B4-BE49-F238E27FC236}">
                <a16:creationId xmlns:a16="http://schemas.microsoft.com/office/drawing/2014/main" id="{BF872A10-6EE3-4B30-96DE-C7F54D592B94}"/>
              </a:ext>
              <a:ext uri="{C183D7F6-B498-43B3-948B-1728B52AA6E4}">
                <adec:decorative xmlns:adec="http://schemas.microsoft.com/office/drawing/2017/decorative" val="1"/>
              </a:ext>
            </a:extLst>
          </p:cNvPr>
          <p:cNvSpPr/>
          <p:nvPr userDrawn="1"/>
        </p:nvSpPr>
        <p:spPr>
          <a:xfrm>
            <a:off x="559048" y="2517591"/>
            <a:ext cx="11088001" cy="31412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tx1"/>
              </a:solidFill>
              <a:latin typeface="Century Gothic" panose="020B0502020202020204" pitchFamily="34" charset="0"/>
            </a:endParaRPr>
          </a:p>
        </p:txBody>
      </p:sp>
      <p:sp>
        <p:nvSpPr>
          <p:cNvPr id="7" name="TextBox 6">
            <a:extLst>
              <a:ext uri="{FF2B5EF4-FFF2-40B4-BE49-F238E27FC236}">
                <a16:creationId xmlns:a16="http://schemas.microsoft.com/office/drawing/2014/main" id="{E0B722DA-A7EF-42D4-97E8-22596004672B}"/>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endParaRPr>
          </a:p>
        </p:txBody>
      </p:sp>
      <p:cxnSp>
        <p:nvCxnSpPr>
          <p:cNvPr id="146" name="Straight Connector 145">
            <a:extLst>
              <a:ext uri="{FF2B5EF4-FFF2-40B4-BE49-F238E27FC236}">
                <a16:creationId xmlns:a16="http://schemas.microsoft.com/office/drawing/2014/main" id="{A1A2F8CE-C1F2-41DF-B787-B6766E840272}"/>
              </a:ext>
              <a:ext uri="{C183D7F6-B498-43B3-948B-1728B52AA6E4}">
                <adec:decorative xmlns:adec="http://schemas.microsoft.com/office/drawing/2017/decorative" val="1"/>
              </a:ext>
            </a:extLst>
          </p:cNvPr>
          <p:cNvCxnSpPr/>
          <p:nvPr userDrawn="1"/>
        </p:nvCxnSpPr>
        <p:spPr>
          <a:xfrm>
            <a:off x="2628790" y="2674655"/>
            <a:ext cx="57150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B8B36C99-0D7E-4859-8A71-E04C5BB529F0}"/>
              </a:ext>
              <a:ext uri="{C183D7F6-B498-43B3-948B-1728B52AA6E4}">
                <adec:decorative xmlns:adec="http://schemas.microsoft.com/office/drawing/2017/decorative" val="1"/>
              </a:ext>
            </a:extLst>
          </p:cNvPr>
          <p:cNvCxnSpPr/>
          <p:nvPr userDrawn="1"/>
        </p:nvCxnSpPr>
        <p:spPr>
          <a:xfrm>
            <a:off x="4919268" y="2674655"/>
            <a:ext cx="57150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CA08FDD5-4229-4A94-B65D-208C147A58AF}"/>
              </a:ext>
              <a:ext uri="{C183D7F6-B498-43B3-948B-1728B52AA6E4}">
                <adec:decorative xmlns:adec="http://schemas.microsoft.com/office/drawing/2017/decorative" val="1"/>
              </a:ext>
            </a:extLst>
          </p:cNvPr>
          <p:cNvCxnSpPr/>
          <p:nvPr userDrawn="1"/>
        </p:nvCxnSpPr>
        <p:spPr>
          <a:xfrm>
            <a:off x="8200402" y="2674655"/>
            <a:ext cx="57150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1B721550-57CA-45E7-A3CF-5B81F14C5E11}"/>
              </a:ext>
              <a:ext uri="{C183D7F6-B498-43B3-948B-1728B52AA6E4}">
                <adec:decorative xmlns:adec="http://schemas.microsoft.com/office/drawing/2017/decorative" val="1"/>
              </a:ext>
            </a:extLst>
          </p:cNvPr>
          <p:cNvCxnSpPr/>
          <p:nvPr userDrawn="1"/>
        </p:nvCxnSpPr>
        <p:spPr>
          <a:xfrm>
            <a:off x="10029215" y="2674655"/>
            <a:ext cx="57150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8" name="Title 3">
            <a:extLst>
              <a:ext uri="{FF2B5EF4-FFF2-40B4-BE49-F238E27FC236}">
                <a16:creationId xmlns:a16="http://schemas.microsoft.com/office/drawing/2014/main" id="{AB509BF3-FEFE-4E4F-84DB-574D01A6710B}"/>
              </a:ext>
            </a:extLst>
          </p:cNvPr>
          <p:cNvSpPr txBox="1">
            <a:spLocks/>
          </p:cNvSpPr>
          <p:nvPr userDrawn="1"/>
        </p:nvSpPr>
        <p:spPr>
          <a:xfrm>
            <a:off x="542647" y="365126"/>
            <a:ext cx="11098999" cy="332399"/>
          </a:xfrm>
          <a:prstGeom prst="rect">
            <a:avLst/>
          </a:prstGeom>
        </p:spPr>
        <p:txBody>
          <a:bodyPr vert="horz" lIns="0" tIns="0" rIns="0" bIns="0" rtlCol="0" anchor="t" anchorCtr="0">
            <a:spAutoFit/>
          </a:bodyPr>
          <a:lstStyle>
            <a:lvl1pPr>
              <a:lnSpc>
                <a:spcPct val="90000"/>
              </a:lnSpc>
              <a:spcBef>
                <a:spcPct val="0"/>
              </a:spcBef>
              <a:buNone/>
              <a:defRPr sz="2400" b="0" i="0" cap="all" baseline="0">
                <a:latin typeface="Century Gothic" panose="020B0502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effectLst/>
                <a:uLnTx/>
                <a:uFillTx/>
                <a:latin typeface="Century Gothic" panose="020B0502020202020204" pitchFamily="34" charset="0"/>
                <a:ea typeface="+mj-ea"/>
                <a:cs typeface="+mj-cs"/>
              </a:rPr>
              <a:t>Capco Services and Solutions</a:t>
            </a:r>
          </a:p>
        </p:txBody>
      </p:sp>
      <p:sp>
        <p:nvSpPr>
          <p:cNvPr id="3" name="TextBox 2">
            <a:extLst>
              <a:ext uri="{FF2B5EF4-FFF2-40B4-BE49-F238E27FC236}">
                <a16:creationId xmlns:a16="http://schemas.microsoft.com/office/drawing/2014/main" id="{4A2B6AF3-362D-1F81-9403-1177F507E540}"/>
              </a:ext>
            </a:extLst>
          </p:cNvPr>
          <p:cNvSpPr txBox="1"/>
          <p:nvPr userDrawn="1"/>
        </p:nvSpPr>
        <p:spPr>
          <a:xfrm>
            <a:off x="559048" y="1192059"/>
            <a:ext cx="11088001"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sz="1400" b="0" i="0" kern="1200" noProof="0" dirty="0">
                <a:solidFill>
                  <a:schemeClr val="accent3"/>
                </a:solidFill>
                <a:latin typeface="+mn-lt"/>
                <a:ea typeface="Verdana" panose="020B0604030504040204" pitchFamily="34" charset="0"/>
                <a:cs typeface="Calibri" panose="020F0502020204030204" pitchFamily="34" charset="0"/>
              </a:rPr>
              <a:t>Capco operates at the intersection of business and technology, by combining innovative thinking with unrivalled industry knowledge to fast-track Digital initiatives for Financial Services. Capco’s cutting-edge ingenuity is brought to life through its relevant Services underpinned by distinct Solutions and Offerings, and structured around market demand.</a:t>
            </a:r>
            <a:endParaRPr lang="en-US" sz="1400" b="0" i="0" kern="1200" dirty="0">
              <a:solidFill>
                <a:schemeClr val="accent3"/>
              </a:solidFill>
              <a:latin typeface="+mn-lt"/>
              <a:ea typeface="Verdana" panose="020B0604030504040204" pitchFamily="34" charset="0"/>
              <a:cs typeface="Calibri" panose="020F0502020204030204" pitchFamily="34" charset="0"/>
            </a:endParaRPr>
          </a:p>
        </p:txBody>
      </p:sp>
      <p:sp>
        <p:nvSpPr>
          <p:cNvPr id="141" name="Rectangle 140">
            <a:extLst>
              <a:ext uri="{FF2B5EF4-FFF2-40B4-BE49-F238E27FC236}">
                <a16:creationId xmlns:a16="http://schemas.microsoft.com/office/drawing/2014/main" id="{4E238967-E9F5-4215-ADAC-9A9539E73E92}"/>
              </a:ext>
            </a:extLst>
          </p:cNvPr>
          <p:cNvSpPr/>
          <p:nvPr userDrawn="1"/>
        </p:nvSpPr>
        <p:spPr>
          <a:xfrm>
            <a:off x="741615" y="2536155"/>
            <a:ext cx="1705916"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r>
              <a:rPr lang="en-US" sz="1200" b="1" dirty="0">
                <a:solidFill>
                  <a:schemeClr val="tx1"/>
                </a:solidFill>
                <a:latin typeface="Century Gothic" panose="020B0502020202020204" pitchFamily="34" charset="0"/>
              </a:rPr>
              <a:t>Banking &amp; Payments</a:t>
            </a:r>
          </a:p>
        </p:txBody>
      </p:sp>
      <p:sp>
        <p:nvSpPr>
          <p:cNvPr id="142" name="Rectangle 141">
            <a:extLst>
              <a:ext uri="{FF2B5EF4-FFF2-40B4-BE49-F238E27FC236}">
                <a16:creationId xmlns:a16="http://schemas.microsoft.com/office/drawing/2014/main" id="{5EC210AA-2B53-4DB2-A725-EF7E845D78A0}"/>
              </a:ext>
            </a:extLst>
          </p:cNvPr>
          <p:cNvSpPr/>
          <p:nvPr userDrawn="1"/>
        </p:nvSpPr>
        <p:spPr>
          <a:xfrm>
            <a:off x="3379144" y="2536155"/>
            <a:ext cx="1361270"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r>
              <a:rPr lang="en-US" sz="1200" b="1" dirty="0">
                <a:solidFill>
                  <a:schemeClr val="tx1"/>
                </a:solidFill>
                <a:latin typeface="Century Gothic" panose="020B0502020202020204" pitchFamily="34" charset="0"/>
              </a:rPr>
              <a:t>Capital Markets</a:t>
            </a:r>
          </a:p>
        </p:txBody>
      </p:sp>
      <p:sp>
        <p:nvSpPr>
          <p:cNvPr id="143" name="Rectangle 142">
            <a:extLst>
              <a:ext uri="{FF2B5EF4-FFF2-40B4-BE49-F238E27FC236}">
                <a16:creationId xmlns:a16="http://schemas.microsoft.com/office/drawing/2014/main" id="{3A2EF721-3959-4069-ADF7-408763769BEC}"/>
              </a:ext>
            </a:extLst>
          </p:cNvPr>
          <p:cNvSpPr/>
          <p:nvPr userDrawn="1"/>
        </p:nvSpPr>
        <p:spPr>
          <a:xfrm>
            <a:off x="5676836" y="2536155"/>
            <a:ext cx="2337498"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r>
              <a:rPr lang="en-US" sz="1200" b="1" dirty="0">
                <a:solidFill>
                  <a:schemeClr val="tx1"/>
                </a:solidFill>
                <a:latin typeface="Century Gothic" panose="020B0502020202020204" pitchFamily="34" charset="0"/>
              </a:rPr>
              <a:t>Wealth &amp; Asset Management</a:t>
            </a:r>
          </a:p>
        </p:txBody>
      </p:sp>
      <p:sp>
        <p:nvSpPr>
          <p:cNvPr id="144" name="Rectangle 143">
            <a:extLst>
              <a:ext uri="{FF2B5EF4-FFF2-40B4-BE49-F238E27FC236}">
                <a16:creationId xmlns:a16="http://schemas.microsoft.com/office/drawing/2014/main" id="{B680A911-9304-4917-9255-183AD7DE5557}"/>
              </a:ext>
            </a:extLst>
          </p:cNvPr>
          <p:cNvSpPr/>
          <p:nvPr userDrawn="1"/>
        </p:nvSpPr>
        <p:spPr>
          <a:xfrm>
            <a:off x="8940336" y="2536155"/>
            <a:ext cx="920444"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r>
              <a:rPr lang="en-US" sz="1200" b="1" dirty="0">
                <a:solidFill>
                  <a:schemeClr val="tx1"/>
                </a:solidFill>
                <a:latin typeface="Century Gothic" panose="020B0502020202020204" pitchFamily="34" charset="0"/>
              </a:rPr>
              <a:t>Insurance</a:t>
            </a:r>
          </a:p>
        </p:txBody>
      </p:sp>
      <p:sp>
        <p:nvSpPr>
          <p:cNvPr id="145" name="Rectangle 144">
            <a:extLst>
              <a:ext uri="{FF2B5EF4-FFF2-40B4-BE49-F238E27FC236}">
                <a16:creationId xmlns:a16="http://schemas.microsoft.com/office/drawing/2014/main" id="{BB218501-6E0B-4742-849D-AA316D196397}"/>
              </a:ext>
            </a:extLst>
          </p:cNvPr>
          <p:cNvSpPr/>
          <p:nvPr userDrawn="1"/>
        </p:nvSpPr>
        <p:spPr>
          <a:xfrm>
            <a:off x="10749910" y="2536155"/>
            <a:ext cx="696024"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r>
              <a:rPr lang="en-US" sz="1200" b="1" dirty="0">
                <a:solidFill>
                  <a:schemeClr val="tx1"/>
                </a:solidFill>
                <a:latin typeface="Century Gothic" panose="020B0502020202020204" pitchFamily="34" charset="0"/>
              </a:rPr>
              <a:t>Energy</a:t>
            </a:r>
          </a:p>
        </p:txBody>
      </p:sp>
      <p:sp>
        <p:nvSpPr>
          <p:cNvPr id="9" name="TextBox 8">
            <a:extLst>
              <a:ext uri="{FF2B5EF4-FFF2-40B4-BE49-F238E27FC236}">
                <a16:creationId xmlns:a16="http://schemas.microsoft.com/office/drawing/2014/main" id="{D8A9770F-9E37-8E08-B755-EAE03D03B2B0}"/>
              </a:ext>
            </a:extLst>
          </p:cNvPr>
          <p:cNvSpPr txBox="1"/>
          <p:nvPr userDrawn="1"/>
        </p:nvSpPr>
        <p:spPr>
          <a:xfrm>
            <a:off x="1334697" y="2850282"/>
            <a:ext cx="963056"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entury Gothic" panose="020B0502020202020204" pitchFamily="34" charset="0"/>
                <a:ea typeface="+mn-ea"/>
                <a:cs typeface="+mn-cs"/>
              </a:rPr>
              <a:t>Services</a:t>
            </a: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10" name="TextBox 9">
            <a:extLst>
              <a:ext uri="{FF2B5EF4-FFF2-40B4-BE49-F238E27FC236}">
                <a16:creationId xmlns:a16="http://schemas.microsoft.com/office/drawing/2014/main" id="{535468A3-A5CE-E6F5-E5CA-0A60F22FE919}"/>
              </a:ext>
            </a:extLst>
          </p:cNvPr>
          <p:cNvSpPr txBox="1"/>
          <p:nvPr userDrawn="1"/>
        </p:nvSpPr>
        <p:spPr>
          <a:xfrm>
            <a:off x="6613406" y="2850282"/>
            <a:ext cx="1265039"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entury Gothic" panose="020B0502020202020204" pitchFamily="34" charset="0"/>
                <a:ea typeface="+mn-ea"/>
                <a:cs typeface="+mn-cs"/>
              </a:rPr>
              <a:t>Solutions</a:t>
            </a:r>
          </a:p>
        </p:txBody>
      </p:sp>
      <p:sp>
        <p:nvSpPr>
          <p:cNvPr id="117" name="Rectangle 116">
            <a:extLst>
              <a:ext uri="{FF2B5EF4-FFF2-40B4-BE49-F238E27FC236}">
                <a16:creationId xmlns:a16="http://schemas.microsoft.com/office/drawing/2014/main" id="{0B3FD187-8A13-4CDB-BA33-C7A2029F3133}"/>
              </a:ext>
            </a:extLst>
          </p:cNvPr>
          <p:cNvSpPr/>
          <p:nvPr userDrawn="1"/>
        </p:nvSpPr>
        <p:spPr>
          <a:xfrm>
            <a:off x="1454268" y="3502184"/>
            <a:ext cx="1081191" cy="318201"/>
          </a:xfrm>
          <a:prstGeom prst="rect">
            <a:avLst/>
          </a:prstGeom>
          <a:noFill/>
        </p:spPr>
        <p:txBody>
          <a:bodyPr wrap="square">
            <a:noAutofit/>
          </a:bodyPr>
          <a:lstStyle/>
          <a:p>
            <a:pPr defTabSz="816235">
              <a:defRPr/>
            </a:pPr>
            <a:r>
              <a:rPr lang="en-GB" sz="1600" b="1" cap="none" dirty="0">
                <a:solidFill>
                  <a:schemeClr val="bg1"/>
                </a:solidFill>
                <a:latin typeface="Century Gothic" panose="020B0502020202020204" pitchFamily="34" charset="0"/>
              </a:rPr>
              <a:t>Digital</a:t>
            </a:r>
          </a:p>
        </p:txBody>
      </p:sp>
      <p:sp>
        <p:nvSpPr>
          <p:cNvPr id="116" name="Rectangle 115">
            <a:extLst>
              <a:ext uri="{FF2B5EF4-FFF2-40B4-BE49-F238E27FC236}">
                <a16:creationId xmlns:a16="http://schemas.microsoft.com/office/drawing/2014/main" id="{F3DAEB22-198D-45F4-B429-423B07D2A856}"/>
              </a:ext>
            </a:extLst>
          </p:cNvPr>
          <p:cNvSpPr/>
          <p:nvPr userDrawn="1"/>
        </p:nvSpPr>
        <p:spPr>
          <a:xfrm>
            <a:off x="4667975" y="3445840"/>
            <a:ext cx="1120994" cy="430887"/>
          </a:xfrm>
          <a:prstGeom prst="rect">
            <a:avLst/>
          </a:prstGeom>
        </p:spPr>
        <p:txBody>
          <a:bodyPr wrap="square" lIns="144000" numCol="1">
            <a:spAutoFit/>
          </a:bodyPr>
          <a:lstStyle/>
          <a:p>
            <a:pPr lvl="0" algn="l">
              <a:spcBef>
                <a:spcPts val="600"/>
              </a:spcBef>
              <a:spcAft>
                <a:spcPts val="600"/>
              </a:spcAft>
            </a:pPr>
            <a:r>
              <a:rPr lang="en-US" sz="1100" dirty="0">
                <a:solidFill>
                  <a:schemeClr val="bg1"/>
                </a:solidFill>
                <a:latin typeface="Century Gothic" panose="020B0502020202020204" pitchFamily="34" charset="0"/>
              </a:rPr>
              <a:t>Digital</a:t>
            </a:r>
            <a:br>
              <a:rPr lang="sk-SK" sz="1100" dirty="0">
                <a:solidFill>
                  <a:schemeClr val="bg1"/>
                </a:solidFill>
                <a:latin typeface="Century Gothic" panose="020B0502020202020204" pitchFamily="34" charset="0"/>
              </a:rPr>
            </a:br>
            <a:r>
              <a:rPr lang="en-US" sz="1100" dirty="0">
                <a:solidFill>
                  <a:schemeClr val="bg1"/>
                </a:solidFill>
                <a:latin typeface="Century Gothic" panose="020B0502020202020204" pitchFamily="34" charset="0"/>
              </a:rPr>
              <a:t>Innovation</a:t>
            </a:r>
          </a:p>
        </p:txBody>
      </p:sp>
      <p:sp>
        <p:nvSpPr>
          <p:cNvPr id="124" name="Rectangle 123">
            <a:extLst>
              <a:ext uri="{FF2B5EF4-FFF2-40B4-BE49-F238E27FC236}">
                <a16:creationId xmlns:a16="http://schemas.microsoft.com/office/drawing/2014/main" id="{802B0E7C-FA50-431D-9699-44A48CBEF9ED}"/>
              </a:ext>
            </a:extLst>
          </p:cNvPr>
          <p:cNvSpPr/>
          <p:nvPr userDrawn="1"/>
        </p:nvSpPr>
        <p:spPr>
          <a:xfrm>
            <a:off x="6977706" y="3445840"/>
            <a:ext cx="1170949" cy="430887"/>
          </a:xfrm>
          <a:prstGeom prst="rect">
            <a:avLst/>
          </a:prstGeom>
        </p:spPr>
        <p:txBody>
          <a:bodyPr wrap="square" lIns="144000">
            <a:spAutoFit/>
          </a:bodyPr>
          <a:lstStyle/>
          <a:p>
            <a:pPr algn="l"/>
            <a:r>
              <a:rPr lang="en-US" sz="1100" dirty="0">
                <a:solidFill>
                  <a:srgbClr val="FFFFFF"/>
                </a:solidFill>
                <a:latin typeface="Century Gothic" panose="020B0502020202020204" pitchFamily="34" charset="0"/>
              </a:rPr>
              <a:t>Digital </a:t>
            </a:r>
            <a:br>
              <a:rPr lang="en-US" sz="1100" dirty="0">
                <a:solidFill>
                  <a:srgbClr val="FFFFFF"/>
                </a:solidFill>
                <a:latin typeface="Century Gothic" panose="020B0502020202020204" pitchFamily="34" charset="0"/>
              </a:rPr>
            </a:br>
            <a:r>
              <a:rPr lang="en-US" sz="1100" dirty="0">
                <a:solidFill>
                  <a:srgbClr val="FFFFFF"/>
                </a:solidFill>
                <a:latin typeface="Century Gothic" panose="020B0502020202020204" pitchFamily="34" charset="0"/>
              </a:rPr>
              <a:t>Engineering</a:t>
            </a:r>
            <a:endParaRPr lang="en-US" sz="1600" dirty="0"/>
          </a:p>
        </p:txBody>
      </p:sp>
      <p:sp>
        <p:nvSpPr>
          <p:cNvPr id="123" name="Rectangle 122">
            <a:extLst>
              <a:ext uri="{FF2B5EF4-FFF2-40B4-BE49-F238E27FC236}">
                <a16:creationId xmlns:a16="http://schemas.microsoft.com/office/drawing/2014/main" id="{59DEE637-368C-415D-8302-E5BB980D6564}"/>
              </a:ext>
            </a:extLst>
          </p:cNvPr>
          <p:cNvSpPr/>
          <p:nvPr userDrawn="1"/>
        </p:nvSpPr>
        <p:spPr>
          <a:xfrm>
            <a:off x="9091520" y="3445840"/>
            <a:ext cx="1122597" cy="430887"/>
          </a:xfrm>
          <a:prstGeom prst="rect">
            <a:avLst/>
          </a:prstGeom>
        </p:spPr>
        <p:txBody>
          <a:bodyPr wrap="square" lIns="144000">
            <a:spAutoFit/>
          </a:bodyPr>
          <a:lstStyle/>
          <a:p>
            <a:pPr algn="l"/>
            <a:r>
              <a:rPr lang="en-US" sz="1100" dirty="0">
                <a:solidFill>
                  <a:srgbClr val="FFFFFF"/>
                </a:solidFill>
                <a:latin typeface="Century Gothic" panose="020B0502020202020204" pitchFamily="34" charset="0"/>
              </a:rPr>
              <a:t>Data </a:t>
            </a:r>
            <a:br>
              <a:rPr lang="sk-SK" sz="1100" dirty="0">
                <a:solidFill>
                  <a:srgbClr val="FFFFFF"/>
                </a:solidFill>
                <a:latin typeface="Century Gothic" panose="020B0502020202020204" pitchFamily="34" charset="0"/>
              </a:rPr>
            </a:br>
            <a:r>
              <a:rPr lang="en-US" sz="1100" dirty="0">
                <a:solidFill>
                  <a:srgbClr val="FFFFFF"/>
                </a:solidFill>
                <a:latin typeface="Century Gothic" panose="020B0502020202020204" pitchFamily="34" charset="0"/>
              </a:rPr>
              <a:t>&amp;</a:t>
            </a:r>
            <a:r>
              <a:rPr lang="sk-SK" sz="1100" dirty="0">
                <a:solidFill>
                  <a:srgbClr val="FFFFFF"/>
                </a:solidFill>
                <a:latin typeface="Century Gothic" panose="020B0502020202020204" pitchFamily="34" charset="0"/>
              </a:rPr>
              <a:t> </a:t>
            </a:r>
            <a:r>
              <a:rPr lang="en-US" sz="1100" dirty="0">
                <a:solidFill>
                  <a:srgbClr val="FFFFFF"/>
                </a:solidFill>
                <a:latin typeface="Century Gothic" panose="020B0502020202020204" pitchFamily="34" charset="0"/>
              </a:rPr>
              <a:t>Analytics</a:t>
            </a:r>
            <a:endParaRPr lang="en-US" sz="1600" dirty="0"/>
          </a:p>
        </p:txBody>
      </p:sp>
      <p:sp>
        <p:nvSpPr>
          <p:cNvPr id="61" name="Rectangle 60">
            <a:extLst>
              <a:ext uri="{FF2B5EF4-FFF2-40B4-BE49-F238E27FC236}">
                <a16:creationId xmlns:a16="http://schemas.microsoft.com/office/drawing/2014/main" id="{E2D61285-105B-4011-B223-528D1746A65F}"/>
              </a:ext>
            </a:extLst>
          </p:cNvPr>
          <p:cNvSpPr/>
          <p:nvPr userDrawn="1"/>
        </p:nvSpPr>
        <p:spPr>
          <a:xfrm>
            <a:off x="1454268" y="4533061"/>
            <a:ext cx="1526881" cy="318201"/>
          </a:xfrm>
          <a:prstGeom prst="rect">
            <a:avLst/>
          </a:prstGeom>
          <a:noFill/>
        </p:spPr>
        <p:txBody>
          <a:bodyPr wrap="square">
            <a:noAutofit/>
          </a:bodyPr>
          <a:lstStyle/>
          <a:p>
            <a:pPr defTabSz="816235">
              <a:defRPr/>
            </a:pPr>
            <a:r>
              <a:rPr lang="en-GB" sz="1600" b="1" cap="none" dirty="0">
                <a:solidFill>
                  <a:schemeClr val="bg1"/>
                </a:solidFill>
                <a:latin typeface="Century Gothic" panose="020B0502020202020204" pitchFamily="34" charset="0"/>
              </a:rPr>
              <a:t>Consulting</a:t>
            </a:r>
          </a:p>
        </p:txBody>
      </p:sp>
      <p:sp>
        <p:nvSpPr>
          <p:cNvPr id="60" name="Rectangle 59">
            <a:extLst>
              <a:ext uri="{FF2B5EF4-FFF2-40B4-BE49-F238E27FC236}">
                <a16:creationId xmlns:a16="http://schemas.microsoft.com/office/drawing/2014/main" id="{7DDE4001-41F9-41A5-9C77-BB9534E1F824}"/>
              </a:ext>
            </a:extLst>
          </p:cNvPr>
          <p:cNvSpPr/>
          <p:nvPr userDrawn="1"/>
        </p:nvSpPr>
        <p:spPr>
          <a:xfrm>
            <a:off x="3837761" y="4561357"/>
            <a:ext cx="898176" cy="261610"/>
          </a:xfrm>
          <a:prstGeom prst="rect">
            <a:avLst/>
          </a:prstGeom>
        </p:spPr>
        <p:txBody>
          <a:bodyPr wrap="square" lIns="144000" numCol="1">
            <a:spAutoFit/>
          </a:bodyPr>
          <a:lstStyle/>
          <a:p>
            <a:pPr lvl="0" algn="l">
              <a:spcBef>
                <a:spcPts val="600"/>
              </a:spcBef>
              <a:spcAft>
                <a:spcPts val="600"/>
              </a:spcAft>
            </a:pPr>
            <a:r>
              <a:rPr lang="en-US" sz="1100" dirty="0">
                <a:solidFill>
                  <a:schemeClr val="bg1"/>
                </a:solidFill>
                <a:latin typeface="Century Gothic" panose="020B0502020202020204" pitchFamily="34" charset="0"/>
              </a:rPr>
              <a:t>Strategy</a:t>
            </a:r>
          </a:p>
        </p:txBody>
      </p:sp>
      <p:sp>
        <p:nvSpPr>
          <p:cNvPr id="68" name="Rectangle 67">
            <a:extLst>
              <a:ext uri="{FF2B5EF4-FFF2-40B4-BE49-F238E27FC236}">
                <a16:creationId xmlns:a16="http://schemas.microsoft.com/office/drawing/2014/main" id="{2BBE459A-4913-44E9-9F2E-5E1756B1D43B}"/>
              </a:ext>
            </a:extLst>
          </p:cNvPr>
          <p:cNvSpPr/>
          <p:nvPr userDrawn="1"/>
        </p:nvSpPr>
        <p:spPr>
          <a:xfrm>
            <a:off x="5751902" y="4476718"/>
            <a:ext cx="1526554" cy="430887"/>
          </a:xfrm>
          <a:prstGeom prst="rect">
            <a:avLst/>
          </a:prstGeom>
        </p:spPr>
        <p:txBody>
          <a:bodyPr wrap="square" lIns="144000">
            <a:spAutoFit/>
          </a:bodyPr>
          <a:lstStyle/>
          <a:p>
            <a:pPr lvl="0" algn="l">
              <a:spcBef>
                <a:spcPts val="600"/>
              </a:spcBef>
              <a:spcAft>
                <a:spcPts val="600"/>
              </a:spcAft>
            </a:pPr>
            <a:r>
              <a:rPr lang="en-US" sz="1100" dirty="0">
                <a:solidFill>
                  <a:srgbClr val="FFFFFF"/>
                </a:solidFill>
                <a:latin typeface="Century Gothic" panose="020B0502020202020204" pitchFamily="34" charset="0"/>
              </a:rPr>
              <a:t>Transformation </a:t>
            </a:r>
            <a:br>
              <a:rPr lang="en-US" sz="1100" dirty="0">
                <a:solidFill>
                  <a:srgbClr val="FFFFFF"/>
                </a:solidFill>
                <a:latin typeface="Century Gothic" panose="020B0502020202020204" pitchFamily="34" charset="0"/>
              </a:rPr>
            </a:br>
            <a:r>
              <a:rPr lang="en-US" sz="1100" dirty="0">
                <a:solidFill>
                  <a:srgbClr val="FFFFFF"/>
                </a:solidFill>
                <a:latin typeface="Century Gothic" panose="020B0502020202020204" pitchFamily="34" charset="0"/>
              </a:rPr>
              <a:t>Services</a:t>
            </a:r>
          </a:p>
        </p:txBody>
      </p:sp>
      <p:sp>
        <p:nvSpPr>
          <p:cNvPr id="75" name="Rectangle 74">
            <a:extLst>
              <a:ext uri="{FF2B5EF4-FFF2-40B4-BE49-F238E27FC236}">
                <a16:creationId xmlns:a16="http://schemas.microsoft.com/office/drawing/2014/main" id="{4600711F-09BE-42FD-B96A-6B5D52E4C9DF}"/>
              </a:ext>
            </a:extLst>
          </p:cNvPr>
          <p:cNvSpPr/>
          <p:nvPr userDrawn="1"/>
        </p:nvSpPr>
        <p:spPr>
          <a:xfrm>
            <a:off x="8318999" y="4476718"/>
            <a:ext cx="894970" cy="430887"/>
          </a:xfrm>
          <a:prstGeom prst="rect">
            <a:avLst/>
          </a:prstGeom>
        </p:spPr>
        <p:txBody>
          <a:bodyPr wrap="square" lIns="144000">
            <a:spAutoFit/>
          </a:bodyPr>
          <a:lstStyle/>
          <a:p>
            <a:pPr lvl="0" algn="l">
              <a:spcBef>
                <a:spcPts val="600"/>
              </a:spcBef>
              <a:spcAft>
                <a:spcPts val="600"/>
              </a:spcAft>
            </a:pPr>
            <a:r>
              <a:rPr lang="en-US" sz="1100" dirty="0">
                <a:solidFill>
                  <a:srgbClr val="FFFFFF"/>
                </a:solidFill>
                <a:latin typeface="Century Gothic" panose="020B0502020202020204" pitchFamily="34" charset="0"/>
              </a:rPr>
              <a:t>Change </a:t>
            </a:r>
            <a:br>
              <a:rPr lang="en-US" sz="1100" dirty="0">
                <a:solidFill>
                  <a:srgbClr val="FFFFFF"/>
                </a:solidFill>
                <a:latin typeface="Century Gothic" panose="020B0502020202020204" pitchFamily="34" charset="0"/>
              </a:rPr>
            </a:br>
            <a:r>
              <a:rPr lang="en-US" sz="1100" dirty="0">
                <a:solidFill>
                  <a:srgbClr val="FFFFFF"/>
                </a:solidFill>
                <a:latin typeface="Century Gothic" panose="020B0502020202020204" pitchFamily="34" charset="0"/>
              </a:rPr>
              <a:t>Services</a:t>
            </a:r>
          </a:p>
        </p:txBody>
      </p:sp>
      <p:sp>
        <p:nvSpPr>
          <p:cNvPr id="62" name="Rectangle 61">
            <a:extLst>
              <a:ext uri="{FF2B5EF4-FFF2-40B4-BE49-F238E27FC236}">
                <a16:creationId xmlns:a16="http://schemas.microsoft.com/office/drawing/2014/main" id="{6F921D75-1EDB-4896-B944-806B67A47F5D}"/>
              </a:ext>
            </a:extLst>
          </p:cNvPr>
          <p:cNvSpPr/>
          <p:nvPr userDrawn="1"/>
        </p:nvSpPr>
        <p:spPr>
          <a:xfrm>
            <a:off x="10170587" y="4476718"/>
            <a:ext cx="1476462" cy="430887"/>
          </a:xfrm>
          <a:prstGeom prst="rect">
            <a:avLst/>
          </a:prstGeom>
        </p:spPr>
        <p:txBody>
          <a:bodyPr wrap="square" lIns="144000">
            <a:spAutoFit/>
          </a:bodyPr>
          <a:lstStyle/>
          <a:p>
            <a:pPr lvl="0" algn="l">
              <a:spcBef>
                <a:spcPts val="600"/>
              </a:spcBef>
              <a:spcAft>
                <a:spcPts val="600"/>
              </a:spcAft>
            </a:pPr>
            <a:r>
              <a:rPr lang="en-US" sz="1100" dirty="0">
                <a:solidFill>
                  <a:srgbClr val="FFFFFF"/>
                </a:solidFill>
                <a:latin typeface="Century Gothic" panose="020B0502020202020204" pitchFamily="34" charset="0"/>
              </a:rPr>
              <a:t>Risk, Regulatory </a:t>
            </a:r>
            <a:br>
              <a:rPr lang="en-US" sz="1100" dirty="0">
                <a:solidFill>
                  <a:srgbClr val="FFFFFF"/>
                </a:solidFill>
                <a:latin typeface="Century Gothic" panose="020B0502020202020204" pitchFamily="34" charset="0"/>
              </a:rPr>
            </a:br>
            <a:r>
              <a:rPr lang="en-US" sz="1100" dirty="0">
                <a:solidFill>
                  <a:srgbClr val="FFFFFF"/>
                </a:solidFill>
                <a:latin typeface="Century Gothic" panose="020B0502020202020204" pitchFamily="34" charset="0"/>
              </a:rPr>
              <a:t>&amp; Compliance</a:t>
            </a:r>
          </a:p>
        </p:txBody>
      </p:sp>
      <p:sp>
        <p:nvSpPr>
          <p:cNvPr id="89" name="Rectangle 88">
            <a:extLst>
              <a:ext uri="{FF2B5EF4-FFF2-40B4-BE49-F238E27FC236}">
                <a16:creationId xmlns:a16="http://schemas.microsoft.com/office/drawing/2014/main" id="{9AB3A086-D48F-49D4-8AF6-D97A523801D4}"/>
              </a:ext>
            </a:extLst>
          </p:cNvPr>
          <p:cNvSpPr/>
          <p:nvPr userDrawn="1"/>
        </p:nvSpPr>
        <p:spPr>
          <a:xfrm>
            <a:off x="1454268" y="5563940"/>
            <a:ext cx="1671059" cy="318201"/>
          </a:xfrm>
          <a:prstGeom prst="rect">
            <a:avLst/>
          </a:prstGeom>
          <a:noFill/>
        </p:spPr>
        <p:txBody>
          <a:bodyPr wrap="square">
            <a:noAutofit/>
          </a:bodyPr>
          <a:lstStyle/>
          <a:p>
            <a:pPr defTabSz="816235">
              <a:defRPr/>
            </a:pPr>
            <a:r>
              <a:rPr lang="en-GB" sz="1600" b="1" cap="none" dirty="0">
                <a:solidFill>
                  <a:schemeClr val="bg1"/>
                </a:solidFill>
                <a:latin typeface="Century Gothic" panose="020B0502020202020204" pitchFamily="34" charset="0"/>
              </a:rPr>
              <a:t>Technology</a:t>
            </a:r>
          </a:p>
        </p:txBody>
      </p:sp>
      <p:sp>
        <p:nvSpPr>
          <p:cNvPr id="102" name="Rectangle 101">
            <a:extLst>
              <a:ext uri="{FF2B5EF4-FFF2-40B4-BE49-F238E27FC236}">
                <a16:creationId xmlns:a16="http://schemas.microsoft.com/office/drawing/2014/main" id="{F60F9711-2149-4BDF-AA8B-049BED74892E}"/>
              </a:ext>
            </a:extLst>
          </p:cNvPr>
          <p:cNvSpPr/>
          <p:nvPr userDrawn="1"/>
        </p:nvSpPr>
        <p:spPr>
          <a:xfrm>
            <a:off x="4626297" y="5507597"/>
            <a:ext cx="1204350" cy="430887"/>
          </a:xfrm>
          <a:prstGeom prst="rect">
            <a:avLst/>
          </a:prstGeom>
          <a:noFill/>
        </p:spPr>
        <p:txBody>
          <a:bodyPr wrap="square" lIns="144000">
            <a:spAutoFit/>
          </a:bodyPr>
          <a:lstStyle/>
          <a:p>
            <a:pPr algn="l"/>
            <a:r>
              <a:rPr lang="en-US" sz="1100" dirty="0">
                <a:solidFill>
                  <a:srgbClr val="FFFFFF"/>
                </a:solidFill>
                <a:latin typeface="Century Gothic" panose="020B0502020202020204" pitchFamily="34" charset="0"/>
              </a:rPr>
              <a:t>Technology</a:t>
            </a:r>
            <a:br>
              <a:rPr lang="en-US" sz="1100" dirty="0">
                <a:solidFill>
                  <a:srgbClr val="FFFFFF"/>
                </a:solidFill>
                <a:latin typeface="Century Gothic" panose="020B0502020202020204" pitchFamily="34" charset="0"/>
              </a:rPr>
            </a:br>
            <a:r>
              <a:rPr lang="en-US" sz="1100" dirty="0">
                <a:solidFill>
                  <a:srgbClr val="FFFFFF"/>
                </a:solidFill>
                <a:latin typeface="Century Gothic" panose="020B0502020202020204" pitchFamily="34" charset="0"/>
              </a:rPr>
              <a:t>Advisory </a:t>
            </a:r>
            <a:endParaRPr lang="en-US" sz="1600" dirty="0"/>
          </a:p>
        </p:txBody>
      </p:sp>
      <p:sp>
        <p:nvSpPr>
          <p:cNvPr id="103" name="Rectangle 102">
            <a:extLst>
              <a:ext uri="{FF2B5EF4-FFF2-40B4-BE49-F238E27FC236}">
                <a16:creationId xmlns:a16="http://schemas.microsoft.com/office/drawing/2014/main" id="{F3FC52EF-9C03-4E4C-93ED-A0B62A3C0FF2}"/>
              </a:ext>
            </a:extLst>
          </p:cNvPr>
          <p:cNvSpPr/>
          <p:nvPr userDrawn="1"/>
        </p:nvSpPr>
        <p:spPr>
          <a:xfrm>
            <a:off x="6997695" y="5507597"/>
            <a:ext cx="1201543" cy="430887"/>
          </a:xfrm>
          <a:prstGeom prst="rect">
            <a:avLst/>
          </a:prstGeom>
          <a:noFill/>
        </p:spPr>
        <p:txBody>
          <a:bodyPr wrap="square" lIns="144000">
            <a:spAutoFit/>
          </a:bodyPr>
          <a:lstStyle/>
          <a:p>
            <a:pPr algn="l"/>
            <a:r>
              <a:rPr lang="en-US" sz="1100" dirty="0">
                <a:solidFill>
                  <a:srgbClr val="FFFFFF"/>
                </a:solidFill>
                <a:latin typeface="Century Gothic" panose="020B0502020202020204" pitchFamily="34" charset="0"/>
              </a:rPr>
              <a:t>Systems </a:t>
            </a:r>
            <a:br>
              <a:rPr lang="en-US" sz="1100" dirty="0">
                <a:solidFill>
                  <a:srgbClr val="FFFFFF"/>
                </a:solidFill>
                <a:latin typeface="Century Gothic" panose="020B0502020202020204" pitchFamily="34" charset="0"/>
              </a:rPr>
            </a:br>
            <a:r>
              <a:rPr lang="en-US" sz="1100" dirty="0">
                <a:solidFill>
                  <a:srgbClr val="FFFFFF"/>
                </a:solidFill>
                <a:latin typeface="Century Gothic" panose="020B0502020202020204" pitchFamily="34" charset="0"/>
              </a:rPr>
              <a:t>Integration </a:t>
            </a:r>
            <a:endParaRPr lang="en-US" sz="1600" dirty="0"/>
          </a:p>
        </p:txBody>
      </p:sp>
      <p:sp>
        <p:nvSpPr>
          <p:cNvPr id="88" name="Rectangle 87">
            <a:extLst>
              <a:ext uri="{FF2B5EF4-FFF2-40B4-BE49-F238E27FC236}">
                <a16:creationId xmlns:a16="http://schemas.microsoft.com/office/drawing/2014/main" id="{5F077350-EC56-407E-8004-C4AB03C6BA95}"/>
              </a:ext>
            </a:extLst>
          </p:cNvPr>
          <p:cNvSpPr/>
          <p:nvPr userDrawn="1"/>
        </p:nvSpPr>
        <p:spPr>
          <a:xfrm>
            <a:off x="9190773" y="5507597"/>
            <a:ext cx="861308" cy="430887"/>
          </a:xfrm>
          <a:prstGeom prst="rect">
            <a:avLst/>
          </a:prstGeom>
          <a:noFill/>
        </p:spPr>
        <p:txBody>
          <a:bodyPr wrap="square" lIns="144000" numCol="1">
            <a:spAutoFit/>
          </a:bodyPr>
          <a:lstStyle/>
          <a:p>
            <a:pPr lvl="0" algn="l">
              <a:spcBef>
                <a:spcPts val="600"/>
              </a:spcBef>
              <a:spcAft>
                <a:spcPts val="600"/>
              </a:spcAft>
            </a:pPr>
            <a:r>
              <a:rPr lang="en-US" sz="1100" dirty="0">
                <a:solidFill>
                  <a:schemeClr val="bg1"/>
                </a:solidFill>
                <a:latin typeface="Century Gothic" panose="020B0502020202020204" pitchFamily="34" charset="0"/>
              </a:rPr>
              <a:t>Security</a:t>
            </a:r>
            <a:br>
              <a:rPr lang="sk-SK" sz="1100" dirty="0">
                <a:solidFill>
                  <a:schemeClr val="bg1"/>
                </a:solidFill>
                <a:latin typeface="Century Gothic" panose="020B0502020202020204" pitchFamily="34" charset="0"/>
              </a:rPr>
            </a:br>
            <a:r>
              <a:rPr lang="en-US" sz="1100" dirty="0">
                <a:solidFill>
                  <a:schemeClr val="bg1"/>
                </a:solidFill>
                <a:latin typeface="Century Gothic" panose="020B0502020202020204" pitchFamily="34" charset="0"/>
              </a:rPr>
              <a:t>Services</a:t>
            </a:r>
          </a:p>
        </p:txBody>
      </p:sp>
      <p:grpSp>
        <p:nvGrpSpPr>
          <p:cNvPr id="33" name="Group 32">
            <a:extLst>
              <a:ext uri="{FF2B5EF4-FFF2-40B4-BE49-F238E27FC236}">
                <a16:creationId xmlns:a16="http://schemas.microsoft.com/office/drawing/2014/main" id="{CB36E840-CCB5-4DA4-9657-98AE01FBA493}"/>
              </a:ext>
              <a:ext uri="{C183D7F6-B498-43B3-948B-1728B52AA6E4}">
                <adec:decorative xmlns:adec="http://schemas.microsoft.com/office/drawing/2017/decorative" val="1"/>
              </a:ext>
            </a:extLst>
          </p:cNvPr>
          <p:cNvGrpSpPr/>
          <p:nvPr userDrawn="1"/>
        </p:nvGrpSpPr>
        <p:grpSpPr>
          <a:xfrm>
            <a:off x="670282" y="4296162"/>
            <a:ext cx="792000" cy="792000"/>
            <a:chOff x="616942" y="4046295"/>
            <a:chExt cx="792000" cy="792000"/>
          </a:xfrm>
        </p:grpSpPr>
        <p:sp>
          <p:nvSpPr>
            <p:cNvPr id="47" name="Oval 46">
              <a:extLst>
                <a:ext uri="{FF2B5EF4-FFF2-40B4-BE49-F238E27FC236}">
                  <a16:creationId xmlns:a16="http://schemas.microsoft.com/office/drawing/2014/main" id="{1F6B2270-B48B-462E-8616-5604D4AA2962}"/>
                </a:ext>
              </a:extLst>
            </p:cNvPr>
            <p:cNvSpPr/>
            <p:nvPr userDrawn="1"/>
          </p:nvSpPr>
          <p:spPr>
            <a:xfrm>
              <a:off x="616942" y="4046295"/>
              <a:ext cx="792000" cy="792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48" name="Graphic 9">
              <a:extLst>
                <a:ext uri="{FF2B5EF4-FFF2-40B4-BE49-F238E27FC236}">
                  <a16:creationId xmlns:a16="http://schemas.microsoft.com/office/drawing/2014/main" id="{4175E06B-13B4-4787-BEB8-C78659D03CA2}"/>
                </a:ext>
              </a:extLst>
            </p:cNvPr>
            <p:cNvGrpSpPr/>
            <p:nvPr userDrawn="1"/>
          </p:nvGrpSpPr>
          <p:grpSpPr>
            <a:xfrm>
              <a:off x="767323" y="4304367"/>
              <a:ext cx="491239" cy="275856"/>
              <a:chOff x="11621209" y="1849943"/>
              <a:chExt cx="603193" cy="338726"/>
            </a:xfrm>
            <a:noFill/>
          </p:grpSpPr>
          <p:grpSp>
            <p:nvGrpSpPr>
              <p:cNvPr id="49" name="Graphic 9">
                <a:extLst>
                  <a:ext uri="{FF2B5EF4-FFF2-40B4-BE49-F238E27FC236}">
                    <a16:creationId xmlns:a16="http://schemas.microsoft.com/office/drawing/2014/main" id="{7C17A575-58A0-4DD4-97B3-9F43F6B90724}"/>
                  </a:ext>
                </a:extLst>
              </p:cNvPr>
              <p:cNvGrpSpPr/>
              <p:nvPr/>
            </p:nvGrpSpPr>
            <p:grpSpPr>
              <a:xfrm>
                <a:off x="11755527" y="1849943"/>
                <a:ext cx="325698" cy="338726"/>
                <a:chOff x="11755527" y="1849943"/>
                <a:chExt cx="325698" cy="338726"/>
              </a:xfrm>
              <a:noFill/>
            </p:grpSpPr>
            <p:sp>
              <p:nvSpPr>
                <p:cNvPr id="58" name="Freeform: Shape 352">
                  <a:extLst>
                    <a:ext uri="{FF2B5EF4-FFF2-40B4-BE49-F238E27FC236}">
                      <a16:creationId xmlns:a16="http://schemas.microsoft.com/office/drawing/2014/main" id="{410A68F1-6481-439B-BAE8-5597DB8C79EC}"/>
                    </a:ext>
                  </a:extLst>
                </p:cNvPr>
                <p:cNvSpPr/>
                <p:nvPr/>
              </p:nvSpPr>
              <p:spPr>
                <a:xfrm>
                  <a:off x="11770249" y="1849943"/>
                  <a:ext cx="312671" cy="338726"/>
                </a:xfrm>
                <a:custGeom>
                  <a:avLst/>
                  <a:gdLst>
                    <a:gd name="connsiteX0" fmla="*/ 315145 w 312670"/>
                    <a:gd name="connsiteY0" fmla="*/ 344850 h 338726"/>
                    <a:gd name="connsiteX1" fmla="*/ 315145 w 312670"/>
                    <a:gd name="connsiteY1" fmla="*/ 301206 h 338726"/>
                    <a:gd name="connsiteX2" fmla="*/ 300294 w 312670"/>
                    <a:gd name="connsiteY2" fmla="*/ 269809 h 338726"/>
                    <a:gd name="connsiteX3" fmla="*/ 211443 w 312670"/>
                    <a:gd name="connsiteY3" fmla="*/ 212225 h 338726"/>
                    <a:gd name="connsiteX4" fmla="*/ 211443 w 312670"/>
                    <a:gd name="connsiteY4" fmla="*/ 159723 h 338726"/>
                    <a:gd name="connsiteX5" fmla="*/ 224211 w 312670"/>
                    <a:gd name="connsiteY5" fmla="*/ 131061 h 338726"/>
                    <a:gd name="connsiteX6" fmla="*/ 224211 w 312670"/>
                    <a:gd name="connsiteY6" fmla="*/ 67224 h 338726"/>
                    <a:gd name="connsiteX7" fmla="*/ 156987 w 312670"/>
                    <a:gd name="connsiteY7" fmla="*/ 0 h 338726"/>
                    <a:gd name="connsiteX8" fmla="*/ 143307 w 312670"/>
                    <a:gd name="connsiteY8" fmla="*/ 0 h 338726"/>
                    <a:gd name="connsiteX9" fmla="*/ 76083 w 312670"/>
                    <a:gd name="connsiteY9" fmla="*/ 67224 h 338726"/>
                    <a:gd name="connsiteX10" fmla="*/ 76083 w 312670"/>
                    <a:gd name="connsiteY10" fmla="*/ 131061 h 338726"/>
                    <a:gd name="connsiteX11" fmla="*/ 88850 w 312670"/>
                    <a:gd name="connsiteY11" fmla="*/ 159723 h 338726"/>
                    <a:gd name="connsiteX12" fmla="*/ 88850 w 312670"/>
                    <a:gd name="connsiteY12" fmla="*/ 212225 h 338726"/>
                    <a:gd name="connsiteX13" fmla="*/ 0 w 312670"/>
                    <a:gd name="connsiteY13" fmla="*/ 269939 h 338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2670" h="338726">
                      <a:moveTo>
                        <a:pt x="315145" y="344850"/>
                      </a:moveTo>
                      <a:lnTo>
                        <a:pt x="315145" y="301206"/>
                      </a:lnTo>
                      <a:cubicBezTo>
                        <a:pt x="315145" y="288960"/>
                        <a:pt x="309674" y="277495"/>
                        <a:pt x="300294" y="269809"/>
                      </a:cubicBezTo>
                      <a:cubicBezTo>
                        <a:pt x="264207" y="240105"/>
                        <a:pt x="225383" y="219391"/>
                        <a:pt x="211443" y="212225"/>
                      </a:cubicBezTo>
                      <a:lnTo>
                        <a:pt x="211443" y="159723"/>
                      </a:lnTo>
                      <a:cubicBezTo>
                        <a:pt x="219520" y="152427"/>
                        <a:pt x="224211" y="142135"/>
                        <a:pt x="224211" y="131061"/>
                      </a:cubicBezTo>
                      <a:lnTo>
                        <a:pt x="224211" y="67224"/>
                      </a:lnTo>
                      <a:cubicBezTo>
                        <a:pt x="224211" y="30095"/>
                        <a:pt x="193986" y="0"/>
                        <a:pt x="156987" y="0"/>
                      </a:cubicBezTo>
                      <a:lnTo>
                        <a:pt x="143307" y="0"/>
                      </a:lnTo>
                      <a:cubicBezTo>
                        <a:pt x="106178" y="0"/>
                        <a:pt x="76083" y="30225"/>
                        <a:pt x="76083" y="67224"/>
                      </a:cubicBezTo>
                      <a:lnTo>
                        <a:pt x="76083" y="131061"/>
                      </a:lnTo>
                      <a:cubicBezTo>
                        <a:pt x="76083" y="142135"/>
                        <a:pt x="80773" y="152427"/>
                        <a:pt x="88850" y="159723"/>
                      </a:cubicBezTo>
                      <a:lnTo>
                        <a:pt x="88850" y="212225"/>
                      </a:lnTo>
                      <a:cubicBezTo>
                        <a:pt x="74911" y="219391"/>
                        <a:pt x="36218" y="240235"/>
                        <a:pt x="0" y="269939"/>
                      </a:cubicBezTo>
                    </a:path>
                  </a:pathLst>
                </a:custGeom>
                <a:noFill/>
                <a:ln w="12700" cap="flat">
                  <a:solidFill>
                    <a:schemeClr val="bg1"/>
                  </a:solidFill>
                  <a:prstDash val="solid"/>
                  <a:round/>
                </a:ln>
              </p:spPr>
              <p:txBody>
                <a:bodyPr rtlCol="0" anchor="ctr"/>
                <a:lstStyle/>
                <a:p>
                  <a:endParaRPr lang="en-GB" sz="1600" dirty="0"/>
                </a:p>
              </p:txBody>
            </p:sp>
            <p:sp>
              <p:nvSpPr>
                <p:cNvPr id="59" name="Freeform: Shape 353">
                  <a:extLst>
                    <a:ext uri="{FF2B5EF4-FFF2-40B4-BE49-F238E27FC236}">
                      <a16:creationId xmlns:a16="http://schemas.microsoft.com/office/drawing/2014/main" id="{E3883CFE-7145-42F3-B92B-7BD54B173EDB}"/>
                    </a:ext>
                  </a:extLst>
                </p:cNvPr>
                <p:cNvSpPr/>
                <p:nvPr/>
              </p:nvSpPr>
              <p:spPr>
                <a:xfrm>
                  <a:off x="11755527" y="2119751"/>
                  <a:ext cx="13028" cy="65140"/>
                </a:xfrm>
                <a:custGeom>
                  <a:avLst/>
                  <a:gdLst>
                    <a:gd name="connsiteX0" fmla="*/ 14852 w 13027"/>
                    <a:gd name="connsiteY0" fmla="*/ 0 h 65139"/>
                    <a:gd name="connsiteX1" fmla="*/ 0 w 13027"/>
                    <a:gd name="connsiteY1" fmla="*/ 31397 h 65139"/>
                    <a:gd name="connsiteX2" fmla="*/ 0 w 13027"/>
                    <a:gd name="connsiteY2" fmla="*/ 75041 h 65139"/>
                  </a:gdLst>
                  <a:ahLst/>
                  <a:cxnLst>
                    <a:cxn ang="0">
                      <a:pos x="connsiteX0" y="connsiteY0"/>
                    </a:cxn>
                    <a:cxn ang="0">
                      <a:pos x="connsiteX1" y="connsiteY1"/>
                    </a:cxn>
                    <a:cxn ang="0">
                      <a:pos x="connsiteX2" y="connsiteY2"/>
                    </a:cxn>
                  </a:cxnLst>
                  <a:rect l="l" t="t" r="r" b="b"/>
                  <a:pathLst>
                    <a:path w="13027" h="65139">
                      <a:moveTo>
                        <a:pt x="14852" y="0"/>
                      </a:moveTo>
                      <a:cubicBezTo>
                        <a:pt x="5472" y="7686"/>
                        <a:pt x="0" y="19281"/>
                        <a:pt x="0" y="31397"/>
                      </a:cubicBezTo>
                      <a:lnTo>
                        <a:pt x="0" y="75041"/>
                      </a:lnTo>
                    </a:path>
                  </a:pathLst>
                </a:custGeom>
                <a:noFill/>
                <a:ln w="12700" cap="flat">
                  <a:solidFill>
                    <a:schemeClr val="bg1"/>
                  </a:solidFill>
                  <a:prstDash val="solid"/>
                  <a:round/>
                </a:ln>
              </p:spPr>
              <p:txBody>
                <a:bodyPr rtlCol="0" anchor="ctr"/>
                <a:lstStyle/>
                <a:p>
                  <a:endParaRPr lang="en-GB" sz="1600" dirty="0"/>
                </a:p>
              </p:txBody>
            </p:sp>
          </p:grpSp>
          <p:grpSp>
            <p:nvGrpSpPr>
              <p:cNvPr id="50" name="Graphic 9">
                <a:extLst>
                  <a:ext uri="{FF2B5EF4-FFF2-40B4-BE49-F238E27FC236}">
                    <a16:creationId xmlns:a16="http://schemas.microsoft.com/office/drawing/2014/main" id="{0F52F6FC-CEE7-4A11-8E98-4B0378992E8E}"/>
                  </a:ext>
                </a:extLst>
              </p:cNvPr>
              <p:cNvGrpSpPr/>
              <p:nvPr/>
            </p:nvGrpSpPr>
            <p:grpSpPr>
              <a:xfrm>
                <a:off x="12094123" y="1897495"/>
                <a:ext cx="130279" cy="52112"/>
                <a:chOff x="12094123" y="1897495"/>
                <a:chExt cx="130279" cy="52112"/>
              </a:xfrm>
              <a:noFill/>
            </p:grpSpPr>
            <p:grpSp>
              <p:nvGrpSpPr>
                <p:cNvPr id="54" name="Graphic 9">
                  <a:extLst>
                    <a:ext uri="{FF2B5EF4-FFF2-40B4-BE49-F238E27FC236}">
                      <a16:creationId xmlns:a16="http://schemas.microsoft.com/office/drawing/2014/main" id="{844E13DD-5540-4D89-8067-AD328CFD3842}"/>
                    </a:ext>
                  </a:extLst>
                </p:cNvPr>
                <p:cNvGrpSpPr/>
                <p:nvPr/>
              </p:nvGrpSpPr>
              <p:grpSpPr>
                <a:xfrm>
                  <a:off x="12094123" y="1897495"/>
                  <a:ext cx="130279" cy="52112"/>
                  <a:chOff x="12094123" y="1897495"/>
                  <a:chExt cx="130279" cy="52112"/>
                </a:xfrm>
              </p:grpSpPr>
              <p:sp>
                <p:nvSpPr>
                  <p:cNvPr id="56" name="Freeform: Shape 356">
                    <a:extLst>
                      <a:ext uri="{FF2B5EF4-FFF2-40B4-BE49-F238E27FC236}">
                        <a16:creationId xmlns:a16="http://schemas.microsoft.com/office/drawing/2014/main" id="{867F56DD-F81B-499E-859B-B412CB0A5F3D}"/>
                      </a:ext>
                    </a:extLst>
                  </p:cNvPr>
                  <p:cNvSpPr/>
                  <p:nvPr/>
                </p:nvSpPr>
                <p:spPr>
                  <a:xfrm>
                    <a:off x="12094123" y="1897495"/>
                    <a:ext cx="130279" cy="13028"/>
                  </a:xfrm>
                  <a:custGeom>
                    <a:avLst/>
                    <a:gdLst>
                      <a:gd name="connsiteX0" fmla="*/ 131061 w 130279"/>
                      <a:gd name="connsiteY0" fmla="*/ 0 h 0"/>
                      <a:gd name="connsiteX1" fmla="*/ 0 w 130279"/>
                      <a:gd name="connsiteY1" fmla="*/ 0 h 0"/>
                    </a:gdLst>
                    <a:ahLst/>
                    <a:cxnLst>
                      <a:cxn ang="0">
                        <a:pos x="connsiteX0" y="connsiteY0"/>
                      </a:cxn>
                      <a:cxn ang="0">
                        <a:pos x="connsiteX1" y="connsiteY1"/>
                      </a:cxn>
                    </a:cxnLst>
                    <a:rect l="l" t="t" r="r" b="b"/>
                    <a:pathLst>
                      <a:path w="130279">
                        <a:moveTo>
                          <a:pt x="131061" y="0"/>
                        </a:moveTo>
                        <a:lnTo>
                          <a:pt x="0" y="0"/>
                        </a:lnTo>
                      </a:path>
                    </a:pathLst>
                  </a:custGeom>
                  <a:ln w="12700" cap="rnd">
                    <a:solidFill>
                      <a:schemeClr val="bg1"/>
                    </a:solidFill>
                    <a:prstDash val="solid"/>
                    <a:round/>
                  </a:ln>
                </p:spPr>
                <p:txBody>
                  <a:bodyPr rtlCol="0" anchor="ctr"/>
                  <a:lstStyle/>
                  <a:p>
                    <a:endParaRPr lang="en-GB" sz="1600" dirty="0"/>
                  </a:p>
                </p:txBody>
              </p:sp>
              <p:sp>
                <p:nvSpPr>
                  <p:cNvPr id="57" name="Freeform: Shape 357">
                    <a:extLst>
                      <a:ext uri="{FF2B5EF4-FFF2-40B4-BE49-F238E27FC236}">
                        <a16:creationId xmlns:a16="http://schemas.microsoft.com/office/drawing/2014/main" id="{2982CBE6-F7EE-4925-9392-620874FF045A}"/>
                      </a:ext>
                    </a:extLst>
                  </p:cNvPr>
                  <p:cNvSpPr/>
                  <p:nvPr/>
                </p:nvSpPr>
                <p:spPr>
                  <a:xfrm>
                    <a:off x="12094123" y="1950909"/>
                    <a:ext cx="130279" cy="13028"/>
                  </a:xfrm>
                  <a:custGeom>
                    <a:avLst/>
                    <a:gdLst>
                      <a:gd name="connsiteX0" fmla="*/ 131061 w 130279"/>
                      <a:gd name="connsiteY0" fmla="*/ 0 h 0"/>
                      <a:gd name="connsiteX1" fmla="*/ 0 w 130279"/>
                      <a:gd name="connsiteY1" fmla="*/ 0 h 0"/>
                    </a:gdLst>
                    <a:ahLst/>
                    <a:cxnLst>
                      <a:cxn ang="0">
                        <a:pos x="connsiteX0" y="connsiteY0"/>
                      </a:cxn>
                      <a:cxn ang="0">
                        <a:pos x="connsiteX1" y="connsiteY1"/>
                      </a:cxn>
                    </a:cxnLst>
                    <a:rect l="l" t="t" r="r" b="b"/>
                    <a:pathLst>
                      <a:path w="130279">
                        <a:moveTo>
                          <a:pt x="131061" y="0"/>
                        </a:moveTo>
                        <a:lnTo>
                          <a:pt x="0" y="0"/>
                        </a:lnTo>
                      </a:path>
                    </a:pathLst>
                  </a:custGeom>
                  <a:ln w="12700" cap="rnd">
                    <a:solidFill>
                      <a:schemeClr val="bg1"/>
                    </a:solidFill>
                    <a:prstDash val="solid"/>
                    <a:round/>
                  </a:ln>
                </p:spPr>
                <p:txBody>
                  <a:bodyPr rtlCol="0" anchor="ctr"/>
                  <a:lstStyle/>
                  <a:p>
                    <a:endParaRPr lang="en-GB" sz="1600" dirty="0"/>
                  </a:p>
                </p:txBody>
              </p:sp>
            </p:grpSp>
            <p:sp>
              <p:nvSpPr>
                <p:cNvPr id="55" name="Freeform: Shape 358">
                  <a:extLst>
                    <a:ext uri="{FF2B5EF4-FFF2-40B4-BE49-F238E27FC236}">
                      <a16:creationId xmlns:a16="http://schemas.microsoft.com/office/drawing/2014/main" id="{B8DD4AC0-5095-4AE6-B806-1ED0278EA83F}"/>
                    </a:ext>
                  </a:extLst>
                </p:cNvPr>
                <p:cNvSpPr/>
                <p:nvPr/>
              </p:nvSpPr>
              <p:spPr>
                <a:xfrm>
                  <a:off x="12040709" y="1838087"/>
                  <a:ext cx="234503" cy="195419"/>
                </a:xfrm>
                <a:custGeom>
                  <a:avLst/>
                  <a:gdLst>
                    <a:gd name="connsiteX0" fmla="*/ 237760 w 234502"/>
                    <a:gd name="connsiteY0" fmla="*/ 0 h 195419"/>
                    <a:gd name="connsiteX1" fmla="*/ 237760 w 234502"/>
                    <a:gd name="connsiteY1" fmla="*/ 167670 h 195419"/>
                    <a:gd name="connsiteX2" fmla="*/ 61753 w 234502"/>
                    <a:gd name="connsiteY2" fmla="*/ 167670 h 195419"/>
                    <a:gd name="connsiteX3" fmla="*/ 30095 w 234502"/>
                    <a:gd name="connsiteY3" fmla="*/ 203757 h 195419"/>
                    <a:gd name="connsiteX4" fmla="*/ 30095 w 234502"/>
                    <a:gd name="connsiteY4" fmla="*/ 167670 h 195419"/>
                    <a:gd name="connsiteX5" fmla="*/ 0 w 234502"/>
                    <a:gd name="connsiteY5" fmla="*/ 167670 h 195419"/>
                    <a:gd name="connsiteX6" fmla="*/ 0 w 234502"/>
                    <a:gd name="connsiteY6" fmla="*/ 0 h 195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4502" h="195419">
                      <a:moveTo>
                        <a:pt x="237760" y="0"/>
                      </a:moveTo>
                      <a:lnTo>
                        <a:pt x="237760" y="167670"/>
                      </a:lnTo>
                      <a:lnTo>
                        <a:pt x="61753" y="167670"/>
                      </a:lnTo>
                      <a:lnTo>
                        <a:pt x="30095" y="203757"/>
                      </a:lnTo>
                      <a:lnTo>
                        <a:pt x="30095" y="167670"/>
                      </a:lnTo>
                      <a:lnTo>
                        <a:pt x="0" y="167670"/>
                      </a:lnTo>
                      <a:lnTo>
                        <a:pt x="0" y="0"/>
                      </a:lnTo>
                      <a:close/>
                    </a:path>
                  </a:pathLst>
                </a:custGeom>
                <a:noFill/>
                <a:ln w="12700" cap="rnd">
                  <a:solidFill>
                    <a:schemeClr val="bg1"/>
                  </a:solidFill>
                  <a:prstDash val="solid"/>
                  <a:round/>
                </a:ln>
              </p:spPr>
              <p:txBody>
                <a:bodyPr rtlCol="0" anchor="ctr"/>
                <a:lstStyle/>
                <a:p>
                  <a:endParaRPr lang="en-GB" sz="1600" dirty="0"/>
                </a:p>
              </p:txBody>
            </p:sp>
          </p:grpSp>
          <p:grpSp>
            <p:nvGrpSpPr>
              <p:cNvPr id="51" name="Graphic 9">
                <a:extLst>
                  <a:ext uri="{FF2B5EF4-FFF2-40B4-BE49-F238E27FC236}">
                    <a16:creationId xmlns:a16="http://schemas.microsoft.com/office/drawing/2014/main" id="{CA9CB10A-17F3-4636-8962-3C245A599F96}"/>
                  </a:ext>
                </a:extLst>
              </p:cNvPr>
              <p:cNvGrpSpPr/>
              <p:nvPr/>
            </p:nvGrpSpPr>
            <p:grpSpPr>
              <a:xfrm>
                <a:off x="11621209" y="1895801"/>
                <a:ext cx="195419" cy="273587"/>
                <a:chOff x="11621209" y="1895801"/>
                <a:chExt cx="195419" cy="273587"/>
              </a:xfrm>
              <a:noFill/>
            </p:grpSpPr>
            <p:sp>
              <p:nvSpPr>
                <p:cNvPr id="52" name="Freeform: Shape 360">
                  <a:extLst>
                    <a:ext uri="{FF2B5EF4-FFF2-40B4-BE49-F238E27FC236}">
                      <a16:creationId xmlns:a16="http://schemas.microsoft.com/office/drawing/2014/main" id="{9A25B63C-B5EC-4312-9243-E2FF3A768398}"/>
                    </a:ext>
                  </a:extLst>
                </p:cNvPr>
                <p:cNvSpPr/>
                <p:nvPr/>
              </p:nvSpPr>
              <p:spPr>
                <a:xfrm>
                  <a:off x="11633586" y="1895801"/>
                  <a:ext cx="182391" cy="221475"/>
                </a:xfrm>
                <a:custGeom>
                  <a:avLst/>
                  <a:gdLst>
                    <a:gd name="connsiteX0" fmla="*/ 192032 w 182391"/>
                    <a:gd name="connsiteY0" fmla="*/ 184345 h 221474"/>
                    <a:gd name="connsiteX1" fmla="*/ 173532 w 182391"/>
                    <a:gd name="connsiteY1" fmla="*/ 174314 h 221474"/>
                    <a:gd name="connsiteX2" fmla="*/ 173532 w 182391"/>
                    <a:gd name="connsiteY2" fmla="*/ 131191 h 221474"/>
                    <a:gd name="connsiteX3" fmla="*/ 184085 w 182391"/>
                    <a:gd name="connsiteY3" fmla="*/ 107611 h 221474"/>
                    <a:gd name="connsiteX4" fmla="*/ 184085 w 182391"/>
                    <a:gd name="connsiteY4" fmla="*/ 55238 h 221474"/>
                    <a:gd name="connsiteX5" fmla="*/ 128847 w 182391"/>
                    <a:gd name="connsiteY5" fmla="*/ 0 h 221474"/>
                    <a:gd name="connsiteX6" fmla="*/ 117642 w 182391"/>
                    <a:gd name="connsiteY6" fmla="*/ 0 h 221474"/>
                    <a:gd name="connsiteX7" fmla="*/ 62404 w 182391"/>
                    <a:gd name="connsiteY7" fmla="*/ 55238 h 221474"/>
                    <a:gd name="connsiteX8" fmla="*/ 62404 w 182391"/>
                    <a:gd name="connsiteY8" fmla="*/ 107611 h 221474"/>
                    <a:gd name="connsiteX9" fmla="*/ 72957 w 182391"/>
                    <a:gd name="connsiteY9" fmla="*/ 131191 h 221474"/>
                    <a:gd name="connsiteX10" fmla="*/ 72957 w 182391"/>
                    <a:gd name="connsiteY10" fmla="*/ 174314 h 221474"/>
                    <a:gd name="connsiteX11" fmla="*/ 0 w 182391"/>
                    <a:gd name="connsiteY11" fmla="*/ 221736 h 221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2391" h="221474">
                      <a:moveTo>
                        <a:pt x="192032" y="184345"/>
                      </a:moveTo>
                      <a:cubicBezTo>
                        <a:pt x="183954" y="179655"/>
                        <a:pt x="177440" y="176268"/>
                        <a:pt x="173532" y="174314"/>
                      </a:cubicBezTo>
                      <a:lnTo>
                        <a:pt x="173532" y="131191"/>
                      </a:lnTo>
                      <a:cubicBezTo>
                        <a:pt x="180177" y="125198"/>
                        <a:pt x="184085" y="116730"/>
                        <a:pt x="184085" y="107611"/>
                      </a:cubicBezTo>
                      <a:lnTo>
                        <a:pt x="184085" y="55238"/>
                      </a:lnTo>
                      <a:cubicBezTo>
                        <a:pt x="184085" y="24753"/>
                        <a:pt x="159332" y="0"/>
                        <a:pt x="128847" y="0"/>
                      </a:cubicBezTo>
                      <a:lnTo>
                        <a:pt x="117642" y="0"/>
                      </a:lnTo>
                      <a:cubicBezTo>
                        <a:pt x="87157" y="0"/>
                        <a:pt x="62404" y="24753"/>
                        <a:pt x="62404" y="55238"/>
                      </a:cubicBezTo>
                      <a:lnTo>
                        <a:pt x="62404" y="107611"/>
                      </a:lnTo>
                      <a:cubicBezTo>
                        <a:pt x="62404" y="116730"/>
                        <a:pt x="66312" y="125198"/>
                        <a:pt x="72957" y="131191"/>
                      </a:cubicBezTo>
                      <a:lnTo>
                        <a:pt x="72957" y="174314"/>
                      </a:lnTo>
                      <a:cubicBezTo>
                        <a:pt x="61492" y="180176"/>
                        <a:pt x="29704" y="197373"/>
                        <a:pt x="0" y="221736"/>
                      </a:cubicBezTo>
                    </a:path>
                  </a:pathLst>
                </a:custGeom>
                <a:noFill/>
                <a:ln w="12700" cap="flat">
                  <a:solidFill>
                    <a:schemeClr val="bg1"/>
                  </a:solidFill>
                  <a:prstDash val="solid"/>
                  <a:round/>
                </a:ln>
              </p:spPr>
              <p:txBody>
                <a:bodyPr rtlCol="0" anchor="ctr"/>
                <a:lstStyle/>
                <a:p>
                  <a:endParaRPr lang="en-GB" sz="1600" dirty="0"/>
                </a:p>
              </p:txBody>
            </p:sp>
            <p:sp>
              <p:nvSpPr>
                <p:cNvPr id="53" name="Freeform: Shape 361">
                  <a:extLst>
                    <a:ext uri="{FF2B5EF4-FFF2-40B4-BE49-F238E27FC236}">
                      <a16:creationId xmlns:a16="http://schemas.microsoft.com/office/drawing/2014/main" id="{86FBF627-159F-415F-8EF1-0D9E704E4E69}"/>
                    </a:ext>
                  </a:extLst>
                </p:cNvPr>
                <p:cNvSpPr/>
                <p:nvPr/>
              </p:nvSpPr>
              <p:spPr>
                <a:xfrm>
                  <a:off x="11621209" y="2117406"/>
                  <a:ext cx="13028" cy="52112"/>
                </a:xfrm>
                <a:custGeom>
                  <a:avLst/>
                  <a:gdLst>
                    <a:gd name="connsiteX0" fmla="*/ 12116 w 0"/>
                    <a:gd name="connsiteY0" fmla="*/ 0 h 52111"/>
                    <a:gd name="connsiteX1" fmla="*/ 0 w 0"/>
                    <a:gd name="connsiteY1" fmla="*/ 25795 h 52111"/>
                    <a:gd name="connsiteX2" fmla="*/ 0 w 0"/>
                    <a:gd name="connsiteY2" fmla="*/ 61622 h 52111"/>
                  </a:gdLst>
                  <a:ahLst/>
                  <a:cxnLst>
                    <a:cxn ang="0">
                      <a:pos x="connsiteX0" y="connsiteY0"/>
                    </a:cxn>
                    <a:cxn ang="0">
                      <a:pos x="connsiteX1" y="connsiteY1"/>
                    </a:cxn>
                    <a:cxn ang="0">
                      <a:pos x="connsiteX2" y="connsiteY2"/>
                    </a:cxn>
                  </a:cxnLst>
                  <a:rect l="l" t="t" r="r" b="b"/>
                  <a:pathLst>
                    <a:path h="52111">
                      <a:moveTo>
                        <a:pt x="12116" y="0"/>
                      </a:moveTo>
                      <a:cubicBezTo>
                        <a:pt x="4429" y="6253"/>
                        <a:pt x="0" y="15764"/>
                        <a:pt x="0" y="25795"/>
                      </a:cubicBezTo>
                      <a:lnTo>
                        <a:pt x="0" y="61622"/>
                      </a:lnTo>
                    </a:path>
                  </a:pathLst>
                </a:custGeom>
                <a:noFill/>
                <a:ln w="12700" cap="flat">
                  <a:solidFill>
                    <a:schemeClr val="bg1"/>
                  </a:solidFill>
                  <a:prstDash val="solid"/>
                  <a:round/>
                </a:ln>
              </p:spPr>
              <p:txBody>
                <a:bodyPr rtlCol="0" anchor="ctr"/>
                <a:lstStyle/>
                <a:p>
                  <a:endParaRPr lang="en-GB" sz="1600" dirty="0"/>
                </a:p>
              </p:txBody>
            </p:sp>
          </p:grpSp>
        </p:grpSp>
      </p:grpSp>
      <p:grpSp>
        <p:nvGrpSpPr>
          <p:cNvPr id="63" name="Group 62">
            <a:extLst>
              <a:ext uri="{FF2B5EF4-FFF2-40B4-BE49-F238E27FC236}">
                <a16:creationId xmlns:a16="http://schemas.microsoft.com/office/drawing/2014/main" id="{CEC74F8E-C767-4CE5-A14B-70A4ABB5FC2D}"/>
              </a:ext>
              <a:ext uri="{C183D7F6-B498-43B3-948B-1728B52AA6E4}">
                <adec:decorative xmlns:adec="http://schemas.microsoft.com/office/drawing/2017/decorative" val="1"/>
              </a:ext>
            </a:extLst>
          </p:cNvPr>
          <p:cNvGrpSpPr/>
          <p:nvPr userDrawn="1"/>
        </p:nvGrpSpPr>
        <p:grpSpPr>
          <a:xfrm>
            <a:off x="9766229" y="4495759"/>
            <a:ext cx="404358" cy="392805"/>
            <a:chOff x="9871351" y="2517379"/>
            <a:chExt cx="463688" cy="450440"/>
          </a:xfrm>
        </p:grpSpPr>
        <p:sp>
          <p:nvSpPr>
            <p:cNvPr id="64" name="Freeform: Shape 190">
              <a:extLst>
                <a:ext uri="{FF2B5EF4-FFF2-40B4-BE49-F238E27FC236}">
                  <a16:creationId xmlns:a16="http://schemas.microsoft.com/office/drawing/2014/main" id="{865A4F67-306B-49F7-96EE-2F9E99E1521B}"/>
                </a:ext>
              </a:extLst>
            </p:cNvPr>
            <p:cNvSpPr/>
            <p:nvPr/>
          </p:nvSpPr>
          <p:spPr>
            <a:xfrm>
              <a:off x="10108097" y="2675961"/>
              <a:ext cx="13248" cy="158979"/>
            </a:xfrm>
            <a:custGeom>
              <a:avLst/>
              <a:gdLst>
                <a:gd name="connsiteX0" fmla="*/ 0 w 0"/>
                <a:gd name="connsiteY0" fmla="*/ 0 h 158978"/>
                <a:gd name="connsiteX1" fmla="*/ 0 w 0"/>
                <a:gd name="connsiteY1" fmla="*/ 163351 h 158978"/>
              </a:gdLst>
              <a:ahLst/>
              <a:cxnLst>
                <a:cxn ang="0">
                  <a:pos x="connsiteX0" y="connsiteY0"/>
                </a:cxn>
                <a:cxn ang="0">
                  <a:pos x="connsiteX1" y="connsiteY1"/>
                </a:cxn>
              </a:cxnLst>
              <a:rect l="l" t="t" r="r" b="b"/>
              <a:pathLst>
                <a:path h="158978">
                  <a:moveTo>
                    <a:pt x="0" y="0"/>
                  </a:moveTo>
                  <a:lnTo>
                    <a:pt x="0" y="163351"/>
                  </a:lnTo>
                </a:path>
              </a:pathLst>
            </a:custGeom>
            <a:ln w="12700" cap="rnd">
              <a:solidFill>
                <a:schemeClr val="bg1"/>
              </a:solidFill>
              <a:prstDash val="solid"/>
              <a:round/>
            </a:ln>
          </p:spPr>
          <p:txBody>
            <a:bodyPr rtlCol="0" anchor="ctr"/>
            <a:lstStyle/>
            <a:p>
              <a:endParaRPr lang="en-GB" sz="1600" dirty="0"/>
            </a:p>
          </p:txBody>
        </p:sp>
        <p:sp>
          <p:nvSpPr>
            <p:cNvPr id="65" name="Freeform: Shape 191">
              <a:extLst>
                <a:ext uri="{FF2B5EF4-FFF2-40B4-BE49-F238E27FC236}">
                  <a16:creationId xmlns:a16="http://schemas.microsoft.com/office/drawing/2014/main" id="{00FA54F4-F0AC-4B0F-B034-096EC6108F13}"/>
                </a:ext>
              </a:extLst>
            </p:cNvPr>
            <p:cNvSpPr/>
            <p:nvPr/>
          </p:nvSpPr>
          <p:spPr>
            <a:xfrm>
              <a:off x="10101605" y="2875214"/>
              <a:ext cx="13248" cy="13248"/>
            </a:xfrm>
            <a:custGeom>
              <a:avLst/>
              <a:gdLst>
                <a:gd name="connsiteX0" fmla="*/ 12984 w 0"/>
                <a:gd name="connsiteY0" fmla="*/ 6492 h 0"/>
                <a:gd name="connsiteX1" fmla="*/ 6492 w 0"/>
                <a:gd name="connsiteY1" fmla="*/ 12983 h 0"/>
                <a:gd name="connsiteX2" fmla="*/ 0 w 0"/>
                <a:gd name="connsiteY2" fmla="*/ 6492 h 0"/>
                <a:gd name="connsiteX3" fmla="*/ 6492 w 0"/>
                <a:gd name="connsiteY3" fmla="*/ 0 h 0"/>
                <a:gd name="connsiteX4" fmla="*/ 12984 w 0"/>
                <a:gd name="connsiteY4" fmla="*/ 6492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a:moveTo>
                    <a:pt x="12984" y="6492"/>
                  </a:moveTo>
                  <a:cubicBezTo>
                    <a:pt x="12984" y="10077"/>
                    <a:pt x="10077" y="12983"/>
                    <a:pt x="6492" y="12983"/>
                  </a:cubicBezTo>
                  <a:cubicBezTo>
                    <a:pt x="2907" y="12983"/>
                    <a:pt x="0" y="10077"/>
                    <a:pt x="0" y="6492"/>
                  </a:cubicBezTo>
                  <a:cubicBezTo>
                    <a:pt x="0" y="2906"/>
                    <a:pt x="2907" y="0"/>
                    <a:pt x="6492" y="0"/>
                  </a:cubicBezTo>
                  <a:cubicBezTo>
                    <a:pt x="10077" y="0"/>
                    <a:pt x="12984" y="2906"/>
                    <a:pt x="12984" y="6492"/>
                  </a:cubicBezTo>
                  <a:close/>
                </a:path>
              </a:pathLst>
            </a:custGeom>
            <a:noFill/>
            <a:ln w="12700" cap="rnd">
              <a:solidFill>
                <a:schemeClr val="bg1"/>
              </a:solidFill>
              <a:prstDash val="solid"/>
              <a:round/>
            </a:ln>
          </p:spPr>
          <p:txBody>
            <a:bodyPr rtlCol="0" anchor="ctr"/>
            <a:lstStyle/>
            <a:p>
              <a:endParaRPr lang="en-GB" sz="1600" dirty="0"/>
            </a:p>
          </p:txBody>
        </p:sp>
        <p:sp>
          <p:nvSpPr>
            <p:cNvPr id="66" name="Freeform: Shape 192">
              <a:extLst>
                <a:ext uri="{FF2B5EF4-FFF2-40B4-BE49-F238E27FC236}">
                  <a16:creationId xmlns:a16="http://schemas.microsoft.com/office/drawing/2014/main" id="{0CBBADB4-8575-441D-AB29-A6FF8E5F2654}"/>
                </a:ext>
              </a:extLst>
            </p:cNvPr>
            <p:cNvSpPr/>
            <p:nvPr/>
          </p:nvSpPr>
          <p:spPr>
            <a:xfrm>
              <a:off x="9871351" y="2517379"/>
              <a:ext cx="463688" cy="450440"/>
            </a:xfrm>
            <a:custGeom>
              <a:avLst/>
              <a:gdLst>
                <a:gd name="connsiteX0" fmla="*/ 0 w 463688"/>
                <a:gd name="connsiteY0" fmla="*/ 451235 h 450440"/>
                <a:gd name="connsiteX1" fmla="*/ 236747 w 463688"/>
                <a:gd name="connsiteY1" fmla="*/ 0 h 450440"/>
                <a:gd name="connsiteX2" fmla="*/ 473493 w 463688"/>
                <a:gd name="connsiteY2" fmla="*/ 451235 h 450440"/>
              </a:gdLst>
              <a:ahLst/>
              <a:cxnLst>
                <a:cxn ang="0">
                  <a:pos x="connsiteX0" y="connsiteY0"/>
                </a:cxn>
                <a:cxn ang="0">
                  <a:pos x="connsiteX1" y="connsiteY1"/>
                </a:cxn>
                <a:cxn ang="0">
                  <a:pos x="connsiteX2" y="connsiteY2"/>
                </a:cxn>
              </a:cxnLst>
              <a:rect l="l" t="t" r="r" b="b"/>
              <a:pathLst>
                <a:path w="463688" h="450440">
                  <a:moveTo>
                    <a:pt x="0" y="451235"/>
                  </a:moveTo>
                  <a:lnTo>
                    <a:pt x="236747" y="0"/>
                  </a:lnTo>
                  <a:lnTo>
                    <a:pt x="473493" y="451235"/>
                  </a:lnTo>
                  <a:close/>
                </a:path>
              </a:pathLst>
            </a:custGeom>
            <a:noFill/>
            <a:ln w="12700" cap="rnd">
              <a:solidFill>
                <a:schemeClr val="bg1"/>
              </a:solidFill>
              <a:prstDash val="solid"/>
              <a:round/>
            </a:ln>
          </p:spPr>
          <p:txBody>
            <a:bodyPr rtlCol="0" anchor="ctr"/>
            <a:lstStyle/>
            <a:p>
              <a:endParaRPr lang="en-GB" sz="1600" dirty="0"/>
            </a:p>
          </p:txBody>
        </p:sp>
      </p:grpSp>
      <p:grpSp>
        <p:nvGrpSpPr>
          <p:cNvPr id="19" name="Group 18">
            <a:extLst>
              <a:ext uri="{FF2B5EF4-FFF2-40B4-BE49-F238E27FC236}">
                <a16:creationId xmlns:a16="http://schemas.microsoft.com/office/drawing/2014/main" id="{29D57B36-C1E1-4988-AD5B-629CBB8F3F28}"/>
              </a:ext>
              <a:ext uri="{C183D7F6-B498-43B3-948B-1728B52AA6E4}">
                <adec:decorative xmlns:adec="http://schemas.microsoft.com/office/drawing/2017/decorative" val="1"/>
              </a:ext>
            </a:extLst>
          </p:cNvPr>
          <p:cNvGrpSpPr/>
          <p:nvPr userDrawn="1"/>
        </p:nvGrpSpPr>
        <p:grpSpPr>
          <a:xfrm>
            <a:off x="5288197" y="4479341"/>
            <a:ext cx="463705" cy="425641"/>
            <a:chOff x="5717324" y="3934620"/>
            <a:chExt cx="526593" cy="483367"/>
          </a:xfrm>
        </p:grpSpPr>
        <p:grpSp>
          <p:nvGrpSpPr>
            <p:cNvPr id="70" name="Graphic 8">
              <a:extLst>
                <a:ext uri="{FF2B5EF4-FFF2-40B4-BE49-F238E27FC236}">
                  <a16:creationId xmlns:a16="http://schemas.microsoft.com/office/drawing/2014/main" id="{4D780316-88C2-4B95-AC45-7C10FB62B68A}"/>
                </a:ext>
              </a:extLst>
            </p:cNvPr>
            <p:cNvGrpSpPr/>
            <p:nvPr/>
          </p:nvGrpSpPr>
          <p:grpSpPr>
            <a:xfrm>
              <a:off x="5717324" y="3934620"/>
              <a:ext cx="372882" cy="483367"/>
              <a:chOff x="670127" y="4633494"/>
              <a:chExt cx="427594" cy="554289"/>
            </a:xfrm>
            <a:noFill/>
          </p:grpSpPr>
          <p:sp>
            <p:nvSpPr>
              <p:cNvPr id="72" name="Freeform: Shape 541">
                <a:extLst>
                  <a:ext uri="{FF2B5EF4-FFF2-40B4-BE49-F238E27FC236}">
                    <a16:creationId xmlns:a16="http://schemas.microsoft.com/office/drawing/2014/main" id="{568CA89A-A01F-413A-96F8-4BBAFDA20A58}"/>
                  </a:ext>
                </a:extLst>
              </p:cNvPr>
              <p:cNvSpPr/>
              <p:nvPr/>
            </p:nvSpPr>
            <p:spPr>
              <a:xfrm>
                <a:off x="784311" y="4747677"/>
                <a:ext cx="269226" cy="332573"/>
              </a:xfrm>
              <a:custGeom>
                <a:avLst/>
                <a:gdLst>
                  <a:gd name="connsiteX0" fmla="*/ 278094 w 269225"/>
                  <a:gd name="connsiteY0" fmla="*/ 302325 h 332573"/>
                  <a:gd name="connsiteX1" fmla="*/ 170404 w 269225"/>
                  <a:gd name="connsiteY1" fmla="*/ 340650 h 332573"/>
                  <a:gd name="connsiteX2" fmla="*/ 0 w 269225"/>
                  <a:gd name="connsiteY2" fmla="*/ 170404 h 332573"/>
                  <a:gd name="connsiteX3" fmla="*/ 170404 w 269225"/>
                  <a:gd name="connsiteY3" fmla="*/ 0 h 332573"/>
                  <a:gd name="connsiteX4" fmla="*/ 265742 w 269225"/>
                  <a:gd name="connsiteY4" fmla="*/ 29140 h 332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225" h="332573">
                    <a:moveTo>
                      <a:pt x="278094" y="302325"/>
                    </a:moveTo>
                    <a:cubicBezTo>
                      <a:pt x="248796" y="326238"/>
                      <a:pt x="211263" y="340650"/>
                      <a:pt x="170404" y="340650"/>
                    </a:cubicBezTo>
                    <a:cubicBezTo>
                      <a:pt x="76333" y="340650"/>
                      <a:pt x="0" y="264316"/>
                      <a:pt x="0" y="170404"/>
                    </a:cubicBezTo>
                    <a:cubicBezTo>
                      <a:pt x="0" y="76175"/>
                      <a:pt x="76333" y="0"/>
                      <a:pt x="170404" y="0"/>
                    </a:cubicBezTo>
                    <a:cubicBezTo>
                      <a:pt x="205720" y="0"/>
                      <a:pt x="238502" y="10769"/>
                      <a:pt x="265742" y="29140"/>
                    </a:cubicBezTo>
                  </a:path>
                </a:pathLst>
              </a:custGeom>
              <a:noFill/>
              <a:ln w="12700" cap="rnd">
                <a:solidFill>
                  <a:schemeClr val="bg1"/>
                </a:solidFill>
                <a:prstDash val="solid"/>
                <a:round/>
              </a:ln>
            </p:spPr>
            <p:txBody>
              <a:bodyPr rtlCol="0" anchor="ctr"/>
              <a:lstStyle/>
              <a:p>
                <a:endParaRPr lang="en-GB" sz="1600" dirty="0"/>
              </a:p>
            </p:txBody>
          </p:sp>
          <p:sp>
            <p:nvSpPr>
              <p:cNvPr id="73" name="Freeform: Shape 542">
                <a:extLst>
                  <a:ext uri="{FF2B5EF4-FFF2-40B4-BE49-F238E27FC236}">
                    <a16:creationId xmlns:a16="http://schemas.microsoft.com/office/drawing/2014/main" id="{8B04CCEC-90AB-471F-A0CD-A2787E6D5277}"/>
                  </a:ext>
                </a:extLst>
              </p:cNvPr>
              <p:cNvSpPr/>
              <p:nvPr/>
            </p:nvSpPr>
            <p:spPr>
              <a:xfrm>
                <a:off x="670127" y="4633494"/>
                <a:ext cx="427594" cy="554289"/>
              </a:xfrm>
              <a:custGeom>
                <a:avLst/>
                <a:gdLst>
                  <a:gd name="connsiteX0" fmla="*/ 422526 w 427593"/>
                  <a:gd name="connsiteY0" fmla="*/ 87102 h 554288"/>
                  <a:gd name="connsiteX1" fmla="*/ 327980 w 427593"/>
                  <a:gd name="connsiteY1" fmla="*/ 47510 h 554288"/>
                  <a:gd name="connsiteX2" fmla="*/ 327980 w 427593"/>
                  <a:gd name="connsiteY2" fmla="*/ 22647 h 554288"/>
                  <a:gd name="connsiteX3" fmla="*/ 305334 w 427593"/>
                  <a:gd name="connsiteY3" fmla="*/ 0 h 554288"/>
                  <a:gd name="connsiteX4" fmla="*/ 263525 w 427593"/>
                  <a:gd name="connsiteY4" fmla="*/ 0 h 554288"/>
                  <a:gd name="connsiteX5" fmla="*/ 240878 w 427593"/>
                  <a:gd name="connsiteY5" fmla="*/ 22647 h 554288"/>
                  <a:gd name="connsiteX6" fmla="*/ 240878 w 427593"/>
                  <a:gd name="connsiteY6" fmla="*/ 47510 h 554288"/>
                  <a:gd name="connsiteX7" fmla="*/ 157418 w 427593"/>
                  <a:gd name="connsiteY7" fmla="*/ 79659 h 554288"/>
                  <a:gd name="connsiteX8" fmla="*/ 139206 w 427593"/>
                  <a:gd name="connsiteY8" fmla="*/ 61447 h 554288"/>
                  <a:gd name="connsiteX9" fmla="*/ 107215 w 427593"/>
                  <a:gd name="connsiteY9" fmla="*/ 61447 h 554288"/>
                  <a:gd name="connsiteX10" fmla="*/ 77600 w 427593"/>
                  <a:gd name="connsiteY10" fmla="*/ 90903 h 554288"/>
                  <a:gd name="connsiteX11" fmla="*/ 77600 w 427593"/>
                  <a:gd name="connsiteY11" fmla="*/ 123052 h 554288"/>
                  <a:gd name="connsiteX12" fmla="*/ 92804 w 427593"/>
                  <a:gd name="connsiteY12" fmla="*/ 138256 h 554288"/>
                  <a:gd name="connsiteX13" fmla="*/ 47194 w 427593"/>
                  <a:gd name="connsiteY13" fmla="*/ 240878 h 554288"/>
                  <a:gd name="connsiteX14" fmla="*/ 22805 w 427593"/>
                  <a:gd name="connsiteY14" fmla="*/ 240878 h 554288"/>
                  <a:gd name="connsiteX15" fmla="*/ 0 w 427593"/>
                  <a:gd name="connsiteY15" fmla="*/ 263683 h 554288"/>
                  <a:gd name="connsiteX16" fmla="*/ 0 w 427593"/>
                  <a:gd name="connsiteY16" fmla="*/ 305334 h 554288"/>
                  <a:gd name="connsiteX17" fmla="*/ 22805 w 427593"/>
                  <a:gd name="connsiteY17" fmla="*/ 328139 h 554288"/>
                  <a:gd name="connsiteX18" fmla="*/ 47510 w 427593"/>
                  <a:gd name="connsiteY18" fmla="*/ 328139 h 554288"/>
                  <a:gd name="connsiteX19" fmla="*/ 87102 w 427593"/>
                  <a:gd name="connsiteY19" fmla="*/ 422685 h 554288"/>
                  <a:gd name="connsiteX20" fmla="*/ 70791 w 427593"/>
                  <a:gd name="connsiteY20" fmla="*/ 438838 h 554288"/>
                  <a:gd name="connsiteX21" fmla="*/ 70791 w 427593"/>
                  <a:gd name="connsiteY21" fmla="*/ 470987 h 554288"/>
                  <a:gd name="connsiteX22" fmla="*/ 100405 w 427593"/>
                  <a:gd name="connsiteY22" fmla="*/ 500602 h 554288"/>
                  <a:gd name="connsiteX23" fmla="*/ 132396 w 427593"/>
                  <a:gd name="connsiteY23" fmla="*/ 500602 h 554288"/>
                  <a:gd name="connsiteX24" fmla="*/ 149183 w 427593"/>
                  <a:gd name="connsiteY24" fmla="*/ 483815 h 554288"/>
                  <a:gd name="connsiteX25" fmla="*/ 241036 w 427593"/>
                  <a:gd name="connsiteY25" fmla="*/ 521506 h 554288"/>
                  <a:gd name="connsiteX26" fmla="*/ 241036 w 427593"/>
                  <a:gd name="connsiteY26" fmla="*/ 546370 h 554288"/>
                  <a:gd name="connsiteX27" fmla="*/ 263683 w 427593"/>
                  <a:gd name="connsiteY27" fmla="*/ 569017 h 554288"/>
                  <a:gd name="connsiteX28" fmla="*/ 305492 w 427593"/>
                  <a:gd name="connsiteY28" fmla="*/ 569017 h 554288"/>
                  <a:gd name="connsiteX29" fmla="*/ 328139 w 427593"/>
                  <a:gd name="connsiteY29" fmla="*/ 546370 h 554288"/>
                  <a:gd name="connsiteX30" fmla="*/ 328139 w 427593"/>
                  <a:gd name="connsiteY30" fmla="*/ 521506 h 554288"/>
                  <a:gd name="connsiteX31" fmla="*/ 430920 w 427593"/>
                  <a:gd name="connsiteY31" fmla="*/ 475896 h 554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27593" h="554288">
                    <a:moveTo>
                      <a:pt x="422526" y="87102"/>
                    </a:moveTo>
                    <a:cubicBezTo>
                      <a:pt x="394812" y="67623"/>
                      <a:pt x="362663" y="53845"/>
                      <a:pt x="327980" y="47510"/>
                    </a:cubicBezTo>
                    <a:lnTo>
                      <a:pt x="327980" y="22647"/>
                    </a:lnTo>
                    <a:cubicBezTo>
                      <a:pt x="327980" y="10136"/>
                      <a:pt x="317845" y="0"/>
                      <a:pt x="305334" y="0"/>
                    </a:cubicBezTo>
                    <a:lnTo>
                      <a:pt x="263525" y="0"/>
                    </a:lnTo>
                    <a:cubicBezTo>
                      <a:pt x="251013" y="0"/>
                      <a:pt x="240878" y="10136"/>
                      <a:pt x="240878" y="22647"/>
                    </a:cubicBezTo>
                    <a:lnTo>
                      <a:pt x="240878" y="47510"/>
                    </a:lnTo>
                    <a:cubicBezTo>
                      <a:pt x="210788" y="52895"/>
                      <a:pt x="182598" y="64139"/>
                      <a:pt x="157418" y="79659"/>
                    </a:cubicBezTo>
                    <a:lnTo>
                      <a:pt x="139206" y="61447"/>
                    </a:lnTo>
                    <a:cubicBezTo>
                      <a:pt x="130337" y="52420"/>
                      <a:pt x="116084" y="52420"/>
                      <a:pt x="107215" y="61447"/>
                    </a:cubicBezTo>
                    <a:lnTo>
                      <a:pt x="77600" y="90903"/>
                    </a:lnTo>
                    <a:cubicBezTo>
                      <a:pt x="68732" y="99930"/>
                      <a:pt x="68732" y="114184"/>
                      <a:pt x="77600" y="123052"/>
                    </a:cubicBezTo>
                    <a:lnTo>
                      <a:pt x="92804" y="138256"/>
                    </a:lnTo>
                    <a:cubicBezTo>
                      <a:pt x="70157" y="167870"/>
                      <a:pt x="54320" y="202711"/>
                      <a:pt x="47194" y="240878"/>
                    </a:cubicBezTo>
                    <a:lnTo>
                      <a:pt x="22805" y="240878"/>
                    </a:lnTo>
                    <a:cubicBezTo>
                      <a:pt x="10294" y="240878"/>
                      <a:pt x="0" y="251172"/>
                      <a:pt x="0" y="263683"/>
                    </a:cubicBezTo>
                    <a:lnTo>
                      <a:pt x="0" y="305334"/>
                    </a:lnTo>
                    <a:cubicBezTo>
                      <a:pt x="0" y="317845"/>
                      <a:pt x="10294" y="328139"/>
                      <a:pt x="22805" y="328139"/>
                    </a:cubicBezTo>
                    <a:lnTo>
                      <a:pt x="47510" y="328139"/>
                    </a:lnTo>
                    <a:cubicBezTo>
                      <a:pt x="53845" y="362821"/>
                      <a:pt x="67623" y="394812"/>
                      <a:pt x="87102" y="422685"/>
                    </a:cubicBezTo>
                    <a:lnTo>
                      <a:pt x="70791" y="438838"/>
                    </a:lnTo>
                    <a:cubicBezTo>
                      <a:pt x="61922" y="447865"/>
                      <a:pt x="61922" y="462118"/>
                      <a:pt x="70791" y="470987"/>
                    </a:cubicBezTo>
                    <a:lnTo>
                      <a:pt x="100405" y="500602"/>
                    </a:lnTo>
                    <a:cubicBezTo>
                      <a:pt x="109274" y="509470"/>
                      <a:pt x="123527" y="509470"/>
                      <a:pt x="132396" y="500602"/>
                    </a:cubicBezTo>
                    <a:lnTo>
                      <a:pt x="149183" y="483815"/>
                    </a:lnTo>
                    <a:cubicBezTo>
                      <a:pt x="176422" y="502502"/>
                      <a:pt x="207462" y="515330"/>
                      <a:pt x="241036" y="521506"/>
                    </a:cubicBezTo>
                    <a:lnTo>
                      <a:pt x="241036" y="546370"/>
                    </a:lnTo>
                    <a:cubicBezTo>
                      <a:pt x="241036" y="558881"/>
                      <a:pt x="251172" y="569017"/>
                      <a:pt x="263683" y="569017"/>
                    </a:cubicBezTo>
                    <a:lnTo>
                      <a:pt x="305492" y="569017"/>
                    </a:lnTo>
                    <a:cubicBezTo>
                      <a:pt x="318003" y="569017"/>
                      <a:pt x="328139" y="558881"/>
                      <a:pt x="328139" y="546370"/>
                    </a:cubicBezTo>
                    <a:lnTo>
                      <a:pt x="328139" y="521506"/>
                    </a:lnTo>
                    <a:cubicBezTo>
                      <a:pt x="366306" y="514696"/>
                      <a:pt x="401305" y="498701"/>
                      <a:pt x="430920" y="475896"/>
                    </a:cubicBezTo>
                  </a:path>
                </a:pathLst>
              </a:custGeom>
              <a:noFill/>
              <a:ln w="12700" cap="rnd">
                <a:solidFill>
                  <a:schemeClr val="bg1"/>
                </a:solidFill>
                <a:prstDash val="solid"/>
                <a:round/>
              </a:ln>
            </p:spPr>
            <p:txBody>
              <a:bodyPr rtlCol="0" anchor="ctr"/>
              <a:lstStyle/>
              <a:p>
                <a:endParaRPr lang="en-GB" sz="1600" dirty="0"/>
              </a:p>
            </p:txBody>
          </p:sp>
        </p:grpSp>
        <p:sp>
          <p:nvSpPr>
            <p:cNvPr id="71" name="Freeform: Shape 543">
              <a:extLst>
                <a:ext uri="{FF2B5EF4-FFF2-40B4-BE49-F238E27FC236}">
                  <a16:creationId xmlns:a16="http://schemas.microsoft.com/office/drawing/2014/main" id="{0DB9AC87-C17A-4175-AA08-D0C8F2752640}"/>
                </a:ext>
              </a:extLst>
            </p:cNvPr>
            <p:cNvSpPr/>
            <p:nvPr/>
          </p:nvSpPr>
          <p:spPr>
            <a:xfrm>
              <a:off x="5967708" y="4088745"/>
              <a:ext cx="276209" cy="179537"/>
            </a:xfrm>
            <a:custGeom>
              <a:avLst/>
              <a:gdLst>
                <a:gd name="connsiteX0" fmla="*/ 0 w 316736"/>
                <a:gd name="connsiteY0" fmla="*/ 52262 h 205878"/>
                <a:gd name="connsiteX1" fmla="*/ 168504 w 316736"/>
                <a:gd name="connsiteY1" fmla="*/ 52262 h 205878"/>
                <a:gd name="connsiteX2" fmla="*/ 168504 w 316736"/>
                <a:gd name="connsiteY2" fmla="*/ 0 h 205878"/>
                <a:gd name="connsiteX3" fmla="*/ 248480 w 316736"/>
                <a:gd name="connsiteY3" fmla="*/ 53845 h 205878"/>
                <a:gd name="connsiteX4" fmla="*/ 328456 w 316736"/>
                <a:gd name="connsiteY4" fmla="*/ 107690 h 205878"/>
                <a:gd name="connsiteX5" fmla="*/ 248480 w 316736"/>
                <a:gd name="connsiteY5" fmla="*/ 161535 h 205878"/>
                <a:gd name="connsiteX6" fmla="*/ 168504 w 316736"/>
                <a:gd name="connsiteY6" fmla="*/ 215381 h 205878"/>
                <a:gd name="connsiteX7" fmla="*/ 168504 w 316736"/>
                <a:gd name="connsiteY7" fmla="*/ 163278 h 205878"/>
                <a:gd name="connsiteX8" fmla="*/ 0 w 316736"/>
                <a:gd name="connsiteY8" fmla="*/ 163278 h 205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6736" h="205878">
                  <a:moveTo>
                    <a:pt x="0" y="52262"/>
                  </a:moveTo>
                  <a:lnTo>
                    <a:pt x="168504" y="52262"/>
                  </a:lnTo>
                  <a:lnTo>
                    <a:pt x="168504" y="0"/>
                  </a:lnTo>
                  <a:lnTo>
                    <a:pt x="248480" y="53845"/>
                  </a:lnTo>
                  <a:lnTo>
                    <a:pt x="328456" y="107690"/>
                  </a:lnTo>
                  <a:lnTo>
                    <a:pt x="248480" y="161535"/>
                  </a:lnTo>
                  <a:lnTo>
                    <a:pt x="168504" y="215381"/>
                  </a:lnTo>
                  <a:lnTo>
                    <a:pt x="168504" y="163278"/>
                  </a:lnTo>
                  <a:lnTo>
                    <a:pt x="0" y="163278"/>
                  </a:lnTo>
                </a:path>
              </a:pathLst>
            </a:custGeom>
            <a:noFill/>
            <a:ln w="12700" cap="rnd">
              <a:solidFill>
                <a:schemeClr val="bg1"/>
              </a:solidFill>
              <a:prstDash val="solid"/>
              <a:round/>
            </a:ln>
          </p:spPr>
          <p:txBody>
            <a:bodyPr rtlCol="0" anchor="ctr"/>
            <a:lstStyle/>
            <a:p>
              <a:endParaRPr lang="en-GB" sz="1600" dirty="0"/>
            </a:p>
          </p:txBody>
        </p:sp>
      </p:grpSp>
      <p:grpSp>
        <p:nvGrpSpPr>
          <p:cNvPr id="76" name="Group 75">
            <a:extLst>
              <a:ext uri="{FF2B5EF4-FFF2-40B4-BE49-F238E27FC236}">
                <a16:creationId xmlns:a16="http://schemas.microsoft.com/office/drawing/2014/main" id="{60DC20EC-45A6-46E4-ADA1-BF35C0D0924F}"/>
              </a:ext>
              <a:ext uri="{C183D7F6-B498-43B3-948B-1728B52AA6E4}">
                <adec:decorative xmlns:adec="http://schemas.microsoft.com/office/drawing/2017/decorative" val="1"/>
              </a:ext>
            </a:extLst>
          </p:cNvPr>
          <p:cNvGrpSpPr/>
          <p:nvPr userDrawn="1"/>
        </p:nvGrpSpPr>
        <p:grpSpPr>
          <a:xfrm>
            <a:off x="7830716" y="4500118"/>
            <a:ext cx="488282" cy="384088"/>
            <a:chOff x="4963904" y="2379608"/>
            <a:chExt cx="635863" cy="500177"/>
          </a:xfrm>
        </p:grpSpPr>
        <p:sp>
          <p:nvSpPr>
            <p:cNvPr id="77" name="Freeform: Shape 128">
              <a:extLst>
                <a:ext uri="{FF2B5EF4-FFF2-40B4-BE49-F238E27FC236}">
                  <a16:creationId xmlns:a16="http://schemas.microsoft.com/office/drawing/2014/main" id="{DF1CE429-69DA-47C0-921D-E8F77B12F4FD}"/>
                </a:ext>
              </a:extLst>
            </p:cNvPr>
            <p:cNvSpPr/>
            <p:nvPr/>
          </p:nvSpPr>
          <p:spPr>
            <a:xfrm>
              <a:off x="4963904" y="2379608"/>
              <a:ext cx="404842" cy="261189"/>
            </a:xfrm>
            <a:custGeom>
              <a:avLst/>
              <a:gdLst>
                <a:gd name="connsiteX0" fmla="*/ 0 w 295275"/>
                <a:gd name="connsiteY0" fmla="*/ 98108 h 190500"/>
                <a:gd name="connsiteX1" fmla="*/ 72771 w 295275"/>
                <a:gd name="connsiteY1" fmla="*/ 49054 h 190500"/>
                <a:gd name="connsiteX2" fmla="*/ 145542 w 295275"/>
                <a:gd name="connsiteY2" fmla="*/ 0 h 190500"/>
                <a:gd name="connsiteX3" fmla="*/ 145542 w 295275"/>
                <a:gd name="connsiteY3" fmla="*/ 47530 h 190500"/>
                <a:gd name="connsiteX4" fmla="*/ 298990 w 295275"/>
                <a:gd name="connsiteY4" fmla="*/ 47530 h 190500"/>
                <a:gd name="connsiteX5" fmla="*/ 298990 w 295275"/>
                <a:gd name="connsiteY5" fmla="*/ 148590 h 190500"/>
                <a:gd name="connsiteX6" fmla="*/ 145542 w 295275"/>
                <a:gd name="connsiteY6" fmla="*/ 148590 h 190500"/>
                <a:gd name="connsiteX7" fmla="*/ 145542 w 295275"/>
                <a:gd name="connsiteY7" fmla="*/ 196120 h 190500"/>
                <a:gd name="connsiteX8" fmla="*/ 72771 w 295275"/>
                <a:gd name="connsiteY8" fmla="*/ 147161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5275" h="190500">
                  <a:moveTo>
                    <a:pt x="0" y="98108"/>
                  </a:moveTo>
                  <a:lnTo>
                    <a:pt x="72771" y="49054"/>
                  </a:lnTo>
                  <a:lnTo>
                    <a:pt x="145542" y="0"/>
                  </a:lnTo>
                  <a:lnTo>
                    <a:pt x="145542" y="47530"/>
                  </a:lnTo>
                  <a:lnTo>
                    <a:pt x="298990" y="47530"/>
                  </a:lnTo>
                  <a:lnTo>
                    <a:pt x="298990" y="148590"/>
                  </a:lnTo>
                  <a:lnTo>
                    <a:pt x="145542" y="148590"/>
                  </a:lnTo>
                  <a:lnTo>
                    <a:pt x="145542" y="196120"/>
                  </a:lnTo>
                  <a:lnTo>
                    <a:pt x="72771" y="147161"/>
                  </a:lnTo>
                  <a:close/>
                </a:path>
              </a:pathLst>
            </a:custGeom>
            <a:noFill/>
            <a:ln w="12700" cap="rnd">
              <a:solidFill>
                <a:schemeClr val="bg1"/>
              </a:solidFill>
              <a:prstDash val="solid"/>
              <a:round/>
            </a:ln>
          </p:spPr>
          <p:txBody>
            <a:bodyPr rtlCol="0" anchor="ctr"/>
            <a:lstStyle/>
            <a:p>
              <a:endParaRPr lang="en-GB" sz="1600" dirty="0"/>
            </a:p>
          </p:txBody>
        </p:sp>
        <p:sp>
          <p:nvSpPr>
            <p:cNvPr id="78" name="Freeform: Shape 129">
              <a:extLst>
                <a:ext uri="{FF2B5EF4-FFF2-40B4-BE49-F238E27FC236}">
                  <a16:creationId xmlns:a16="http://schemas.microsoft.com/office/drawing/2014/main" id="{5646303B-1E81-4C39-A788-0AA8B6EFFB84}"/>
                </a:ext>
              </a:extLst>
            </p:cNvPr>
            <p:cNvSpPr/>
            <p:nvPr/>
          </p:nvSpPr>
          <p:spPr>
            <a:xfrm>
              <a:off x="5194925" y="2618596"/>
              <a:ext cx="404842" cy="261189"/>
            </a:xfrm>
            <a:custGeom>
              <a:avLst/>
              <a:gdLst>
                <a:gd name="connsiteX0" fmla="*/ 299085 w 295275"/>
                <a:gd name="connsiteY0" fmla="*/ 98108 h 190500"/>
                <a:gd name="connsiteX1" fmla="*/ 226314 w 295275"/>
                <a:gd name="connsiteY1" fmla="*/ 147161 h 190500"/>
                <a:gd name="connsiteX2" fmla="*/ 153543 w 295275"/>
                <a:gd name="connsiteY2" fmla="*/ 196215 h 190500"/>
                <a:gd name="connsiteX3" fmla="*/ 153543 w 295275"/>
                <a:gd name="connsiteY3" fmla="*/ 148590 h 190500"/>
                <a:gd name="connsiteX4" fmla="*/ 0 w 295275"/>
                <a:gd name="connsiteY4" fmla="*/ 148590 h 190500"/>
                <a:gd name="connsiteX5" fmla="*/ 0 w 295275"/>
                <a:gd name="connsiteY5" fmla="*/ 47625 h 190500"/>
                <a:gd name="connsiteX6" fmla="*/ 153543 w 295275"/>
                <a:gd name="connsiteY6" fmla="*/ 47625 h 190500"/>
                <a:gd name="connsiteX7" fmla="*/ 153543 w 295275"/>
                <a:gd name="connsiteY7" fmla="*/ 0 h 190500"/>
                <a:gd name="connsiteX8" fmla="*/ 226314 w 295275"/>
                <a:gd name="connsiteY8" fmla="*/ 49054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5275" h="190500">
                  <a:moveTo>
                    <a:pt x="299085" y="98108"/>
                  </a:moveTo>
                  <a:lnTo>
                    <a:pt x="226314" y="147161"/>
                  </a:lnTo>
                  <a:lnTo>
                    <a:pt x="153543" y="196215"/>
                  </a:lnTo>
                  <a:lnTo>
                    <a:pt x="153543" y="148590"/>
                  </a:lnTo>
                  <a:lnTo>
                    <a:pt x="0" y="148590"/>
                  </a:lnTo>
                  <a:lnTo>
                    <a:pt x="0" y="47625"/>
                  </a:lnTo>
                  <a:lnTo>
                    <a:pt x="153543" y="47625"/>
                  </a:lnTo>
                  <a:lnTo>
                    <a:pt x="153543" y="0"/>
                  </a:lnTo>
                  <a:lnTo>
                    <a:pt x="226314" y="49054"/>
                  </a:lnTo>
                  <a:close/>
                </a:path>
              </a:pathLst>
            </a:custGeom>
            <a:noFill/>
            <a:ln w="12700" cap="rnd">
              <a:solidFill>
                <a:schemeClr val="bg1"/>
              </a:solidFill>
              <a:prstDash val="solid"/>
              <a:round/>
            </a:ln>
          </p:spPr>
          <p:txBody>
            <a:bodyPr rtlCol="0" anchor="ctr"/>
            <a:lstStyle/>
            <a:p>
              <a:endParaRPr lang="en-GB" sz="1600" dirty="0"/>
            </a:p>
          </p:txBody>
        </p:sp>
      </p:grpSp>
      <p:grpSp>
        <p:nvGrpSpPr>
          <p:cNvPr id="79" name="Group 78">
            <a:extLst>
              <a:ext uri="{FF2B5EF4-FFF2-40B4-BE49-F238E27FC236}">
                <a16:creationId xmlns:a16="http://schemas.microsoft.com/office/drawing/2014/main" id="{EEB2E5C4-742E-4640-BFE0-2CB4843C4915}"/>
              </a:ext>
              <a:ext uri="{C183D7F6-B498-43B3-948B-1728B52AA6E4}">
                <adec:decorative xmlns:adec="http://schemas.microsoft.com/office/drawing/2017/decorative" val="1"/>
              </a:ext>
            </a:extLst>
          </p:cNvPr>
          <p:cNvGrpSpPr/>
          <p:nvPr userDrawn="1"/>
        </p:nvGrpSpPr>
        <p:grpSpPr>
          <a:xfrm>
            <a:off x="3360987" y="4447730"/>
            <a:ext cx="476774" cy="488864"/>
            <a:chOff x="8647438" y="5393592"/>
            <a:chExt cx="681361" cy="698639"/>
          </a:xfrm>
        </p:grpSpPr>
        <p:sp>
          <p:nvSpPr>
            <p:cNvPr id="80" name="Freeform: Shape 525">
              <a:extLst>
                <a:ext uri="{FF2B5EF4-FFF2-40B4-BE49-F238E27FC236}">
                  <a16:creationId xmlns:a16="http://schemas.microsoft.com/office/drawing/2014/main" id="{4F6674D8-DCB4-455B-A890-0917C892573A}"/>
                </a:ext>
              </a:extLst>
            </p:cNvPr>
            <p:cNvSpPr/>
            <p:nvPr/>
          </p:nvSpPr>
          <p:spPr>
            <a:xfrm>
              <a:off x="8852158" y="5393592"/>
              <a:ext cx="338726" cy="338726"/>
            </a:xfrm>
            <a:custGeom>
              <a:avLst/>
              <a:gdLst>
                <a:gd name="connsiteX0" fmla="*/ 55759 w 338726"/>
                <a:gd name="connsiteY0" fmla="*/ 226947 h 338726"/>
                <a:gd name="connsiteX1" fmla="*/ 65009 w 338726"/>
                <a:gd name="connsiteY1" fmla="*/ 229292 h 338726"/>
                <a:gd name="connsiteX2" fmla="*/ 71914 w 338726"/>
                <a:gd name="connsiteY2" fmla="*/ 222387 h 338726"/>
                <a:gd name="connsiteX3" fmla="*/ 81815 w 338726"/>
                <a:gd name="connsiteY3" fmla="*/ 204929 h 338726"/>
                <a:gd name="connsiteX4" fmla="*/ 136663 w 338726"/>
                <a:gd name="connsiteY4" fmla="*/ 204929 h 338726"/>
                <a:gd name="connsiteX5" fmla="*/ 137054 w 338726"/>
                <a:gd name="connsiteY5" fmla="*/ 260038 h 338726"/>
                <a:gd name="connsiteX6" fmla="*/ 119597 w 338726"/>
                <a:gd name="connsiteY6" fmla="*/ 269939 h 338726"/>
                <a:gd name="connsiteX7" fmla="*/ 112692 w 338726"/>
                <a:gd name="connsiteY7" fmla="*/ 276844 h 338726"/>
                <a:gd name="connsiteX8" fmla="*/ 115037 w 338726"/>
                <a:gd name="connsiteY8" fmla="*/ 286093 h 338726"/>
                <a:gd name="connsiteX9" fmla="*/ 171187 w 338726"/>
                <a:gd name="connsiteY9" fmla="*/ 342244 h 338726"/>
                <a:gd name="connsiteX10" fmla="*/ 227728 w 338726"/>
                <a:gd name="connsiteY10" fmla="*/ 285703 h 338726"/>
                <a:gd name="connsiteX11" fmla="*/ 236978 w 338726"/>
                <a:gd name="connsiteY11" fmla="*/ 283358 h 338726"/>
                <a:gd name="connsiteX12" fmla="*/ 243883 w 338726"/>
                <a:gd name="connsiteY12" fmla="*/ 290262 h 338726"/>
                <a:gd name="connsiteX13" fmla="*/ 253784 w 338726"/>
                <a:gd name="connsiteY13" fmla="*/ 307720 h 338726"/>
                <a:gd name="connsiteX14" fmla="*/ 308632 w 338726"/>
                <a:gd name="connsiteY14" fmla="*/ 307720 h 338726"/>
                <a:gd name="connsiteX15" fmla="*/ 308632 w 338726"/>
                <a:gd name="connsiteY15" fmla="*/ 252872 h 338726"/>
                <a:gd name="connsiteX16" fmla="*/ 291174 w 338726"/>
                <a:gd name="connsiteY16" fmla="*/ 242971 h 338726"/>
                <a:gd name="connsiteX17" fmla="*/ 284270 w 338726"/>
                <a:gd name="connsiteY17" fmla="*/ 236066 h 338726"/>
                <a:gd name="connsiteX18" fmla="*/ 286614 w 338726"/>
                <a:gd name="connsiteY18" fmla="*/ 226816 h 338726"/>
                <a:gd name="connsiteX19" fmla="*/ 342374 w 338726"/>
                <a:gd name="connsiteY19" fmla="*/ 171057 h 338726"/>
                <a:gd name="connsiteX20" fmla="*/ 286224 w 338726"/>
                <a:gd name="connsiteY20" fmla="*/ 114906 h 338726"/>
                <a:gd name="connsiteX21" fmla="*/ 283879 w 338726"/>
                <a:gd name="connsiteY21" fmla="*/ 105657 h 338726"/>
                <a:gd name="connsiteX22" fmla="*/ 290783 w 338726"/>
                <a:gd name="connsiteY22" fmla="*/ 98752 h 338726"/>
                <a:gd name="connsiteX23" fmla="*/ 308241 w 338726"/>
                <a:gd name="connsiteY23" fmla="*/ 88850 h 338726"/>
                <a:gd name="connsiteX24" fmla="*/ 307850 w 338726"/>
                <a:gd name="connsiteY24" fmla="*/ 33742 h 338726"/>
                <a:gd name="connsiteX25" fmla="*/ 253003 w 338726"/>
                <a:gd name="connsiteY25" fmla="*/ 33742 h 338726"/>
                <a:gd name="connsiteX26" fmla="*/ 243101 w 338726"/>
                <a:gd name="connsiteY26" fmla="*/ 51200 h 338726"/>
                <a:gd name="connsiteX27" fmla="*/ 236196 w 338726"/>
                <a:gd name="connsiteY27" fmla="*/ 58104 h 338726"/>
                <a:gd name="connsiteX28" fmla="*/ 226947 w 338726"/>
                <a:gd name="connsiteY28" fmla="*/ 55760 h 338726"/>
                <a:gd name="connsiteX29" fmla="*/ 171187 w 338726"/>
                <a:gd name="connsiteY29" fmla="*/ 0 h 338726"/>
                <a:gd name="connsiteX30" fmla="*/ 114646 w 338726"/>
                <a:gd name="connsiteY30" fmla="*/ 56541 h 338726"/>
                <a:gd name="connsiteX31" fmla="*/ 105396 w 338726"/>
                <a:gd name="connsiteY31" fmla="*/ 58886 h 338726"/>
                <a:gd name="connsiteX32" fmla="*/ 98491 w 338726"/>
                <a:gd name="connsiteY32" fmla="*/ 51981 h 338726"/>
                <a:gd name="connsiteX33" fmla="*/ 88590 w 338726"/>
                <a:gd name="connsiteY33" fmla="*/ 34524 h 338726"/>
                <a:gd name="connsiteX34" fmla="*/ 33743 w 338726"/>
                <a:gd name="connsiteY34" fmla="*/ 34524 h 338726"/>
                <a:gd name="connsiteX35" fmla="*/ 33743 w 338726"/>
                <a:gd name="connsiteY35" fmla="*/ 89372 h 338726"/>
                <a:gd name="connsiteX36" fmla="*/ 51200 w 338726"/>
                <a:gd name="connsiteY36" fmla="*/ 99273 h 338726"/>
                <a:gd name="connsiteX37" fmla="*/ 58105 w 338726"/>
                <a:gd name="connsiteY37" fmla="*/ 106178 h 338726"/>
                <a:gd name="connsiteX38" fmla="*/ 55759 w 338726"/>
                <a:gd name="connsiteY38" fmla="*/ 115428 h 338726"/>
                <a:gd name="connsiteX39" fmla="*/ 0 w 338726"/>
                <a:gd name="connsiteY39" fmla="*/ 171187 h 338726"/>
                <a:gd name="connsiteX40" fmla="*/ 55759 w 338726"/>
                <a:gd name="connsiteY40" fmla="*/ 226947 h 338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38726" h="338726">
                  <a:moveTo>
                    <a:pt x="55759" y="226947"/>
                  </a:moveTo>
                  <a:cubicBezTo>
                    <a:pt x="58105" y="229292"/>
                    <a:pt x="61883" y="230334"/>
                    <a:pt x="65009" y="229292"/>
                  </a:cubicBezTo>
                  <a:cubicBezTo>
                    <a:pt x="68396" y="228640"/>
                    <a:pt x="71133" y="225904"/>
                    <a:pt x="71914" y="222387"/>
                  </a:cubicBezTo>
                  <a:cubicBezTo>
                    <a:pt x="73608" y="215873"/>
                    <a:pt x="76995" y="209750"/>
                    <a:pt x="81815" y="204929"/>
                  </a:cubicBezTo>
                  <a:cubicBezTo>
                    <a:pt x="96928" y="189817"/>
                    <a:pt x="121551" y="189817"/>
                    <a:pt x="136663" y="204929"/>
                  </a:cubicBezTo>
                  <a:cubicBezTo>
                    <a:pt x="151776" y="220042"/>
                    <a:pt x="152036" y="245056"/>
                    <a:pt x="137054" y="260038"/>
                  </a:cubicBezTo>
                  <a:cubicBezTo>
                    <a:pt x="132234" y="264858"/>
                    <a:pt x="126111" y="268245"/>
                    <a:pt x="119597" y="269939"/>
                  </a:cubicBezTo>
                  <a:cubicBezTo>
                    <a:pt x="116209" y="270590"/>
                    <a:pt x="113473" y="273326"/>
                    <a:pt x="112692" y="276844"/>
                  </a:cubicBezTo>
                  <a:cubicBezTo>
                    <a:pt x="112040" y="280231"/>
                    <a:pt x="112692" y="283749"/>
                    <a:pt x="115037" y="286093"/>
                  </a:cubicBezTo>
                  <a:lnTo>
                    <a:pt x="171187" y="342244"/>
                  </a:lnTo>
                  <a:lnTo>
                    <a:pt x="227728" y="285703"/>
                  </a:lnTo>
                  <a:cubicBezTo>
                    <a:pt x="230073" y="283358"/>
                    <a:pt x="233591" y="282576"/>
                    <a:pt x="236978" y="283358"/>
                  </a:cubicBezTo>
                  <a:cubicBezTo>
                    <a:pt x="240365" y="284009"/>
                    <a:pt x="243101" y="286745"/>
                    <a:pt x="243883" y="290262"/>
                  </a:cubicBezTo>
                  <a:cubicBezTo>
                    <a:pt x="245577" y="296776"/>
                    <a:pt x="248964" y="302900"/>
                    <a:pt x="253784" y="307720"/>
                  </a:cubicBezTo>
                  <a:cubicBezTo>
                    <a:pt x="268897" y="322832"/>
                    <a:pt x="293519" y="322832"/>
                    <a:pt x="308632" y="307720"/>
                  </a:cubicBezTo>
                  <a:cubicBezTo>
                    <a:pt x="323744" y="292607"/>
                    <a:pt x="323744" y="267985"/>
                    <a:pt x="308632" y="252872"/>
                  </a:cubicBezTo>
                  <a:cubicBezTo>
                    <a:pt x="303811" y="248052"/>
                    <a:pt x="297688" y="244665"/>
                    <a:pt x="291174" y="242971"/>
                  </a:cubicBezTo>
                  <a:cubicBezTo>
                    <a:pt x="287787" y="242320"/>
                    <a:pt x="285051" y="239584"/>
                    <a:pt x="284270" y="236066"/>
                  </a:cubicBezTo>
                  <a:cubicBezTo>
                    <a:pt x="283227" y="232940"/>
                    <a:pt x="284270" y="229161"/>
                    <a:pt x="286614" y="226816"/>
                  </a:cubicBezTo>
                  <a:lnTo>
                    <a:pt x="342374" y="171057"/>
                  </a:lnTo>
                  <a:lnTo>
                    <a:pt x="286224" y="114906"/>
                  </a:lnTo>
                  <a:cubicBezTo>
                    <a:pt x="283879" y="112561"/>
                    <a:pt x="283097" y="109044"/>
                    <a:pt x="283879" y="105657"/>
                  </a:cubicBezTo>
                  <a:cubicBezTo>
                    <a:pt x="284530" y="102269"/>
                    <a:pt x="287266" y="99533"/>
                    <a:pt x="290783" y="98752"/>
                  </a:cubicBezTo>
                  <a:cubicBezTo>
                    <a:pt x="297297" y="97058"/>
                    <a:pt x="303421" y="93671"/>
                    <a:pt x="308241" y="88850"/>
                  </a:cubicBezTo>
                  <a:cubicBezTo>
                    <a:pt x="323353" y="73738"/>
                    <a:pt x="322963" y="48724"/>
                    <a:pt x="307850" y="33742"/>
                  </a:cubicBezTo>
                  <a:cubicBezTo>
                    <a:pt x="292738" y="18630"/>
                    <a:pt x="268115" y="18630"/>
                    <a:pt x="253003" y="33742"/>
                  </a:cubicBezTo>
                  <a:cubicBezTo>
                    <a:pt x="248182" y="38563"/>
                    <a:pt x="244795" y="44686"/>
                    <a:pt x="243101" y="51200"/>
                  </a:cubicBezTo>
                  <a:cubicBezTo>
                    <a:pt x="242450" y="54587"/>
                    <a:pt x="239714" y="57323"/>
                    <a:pt x="236196" y="58104"/>
                  </a:cubicBezTo>
                  <a:cubicBezTo>
                    <a:pt x="233070" y="59147"/>
                    <a:pt x="229292" y="58104"/>
                    <a:pt x="226947" y="55760"/>
                  </a:cubicBezTo>
                  <a:lnTo>
                    <a:pt x="171187" y="0"/>
                  </a:lnTo>
                  <a:lnTo>
                    <a:pt x="114646" y="56541"/>
                  </a:lnTo>
                  <a:cubicBezTo>
                    <a:pt x="112301" y="58886"/>
                    <a:pt x="108783" y="59668"/>
                    <a:pt x="105396" y="58886"/>
                  </a:cubicBezTo>
                  <a:cubicBezTo>
                    <a:pt x="102009" y="58104"/>
                    <a:pt x="99273" y="55499"/>
                    <a:pt x="98491" y="51981"/>
                  </a:cubicBezTo>
                  <a:cubicBezTo>
                    <a:pt x="96798" y="45467"/>
                    <a:pt x="93410" y="39344"/>
                    <a:pt x="88590" y="34524"/>
                  </a:cubicBezTo>
                  <a:cubicBezTo>
                    <a:pt x="73478" y="19412"/>
                    <a:pt x="48855" y="19412"/>
                    <a:pt x="33743" y="34524"/>
                  </a:cubicBezTo>
                  <a:cubicBezTo>
                    <a:pt x="18630" y="49636"/>
                    <a:pt x="18630" y="74259"/>
                    <a:pt x="33743" y="89372"/>
                  </a:cubicBezTo>
                  <a:cubicBezTo>
                    <a:pt x="38563" y="94192"/>
                    <a:pt x="44686" y="97579"/>
                    <a:pt x="51200" y="99273"/>
                  </a:cubicBezTo>
                  <a:cubicBezTo>
                    <a:pt x="54587" y="99924"/>
                    <a:pt x="57323" y="102660"/>
                    <a:pt x="58105" y="106178"/>
                  </a:cubicBezTo>
                  <a:cubicBezTo>
                    <a:pt x="59147" y="109304"/>
                    <a:pt x="58105" y="113082"/>
                    <a:pt x="55759" y="115428"/>
                  </a:cubicBezTo>
                  <a:lnTo>
                    <a:pt x="0" y="171187"/>
                  </a:lnTo>
                  <a:lnTo>
                    <a:pt x="55759" y="226947"/>
                  </a:lnTo>
                  <a:close/>
                </a:path>
              </a:pathLst>
            </a:custGeom>
            <a:noFill/>
            <a:ln w="12700" cap="flat">
              <a:solidFill>
                <a:schemeClr val="bg1"/>
              </a:solidFill>
              <a:prstDash val="solid"/>
              <a:miter/>
            </a:ln>
          </p:spPr>
          <p:txBody>
            <a:bodyPr rtlCol="0" anchor="ctr"/>
            <a:lstStyle/>
            <a:p>
              <a:endParaRPr lang="en-GB" sz="1600" dirty="0"/>
            </a:p>
          </p:txBody>
        </p:sp>
        <p:grpSp>
          <p:nvGrpSpPr>
            <p:cNvPr id="81" name="Group 80">
              <a:extLst>
                <a:ext uri="{FF2B5EF4-FFF2-40B4-BE49-F238E27FC236}">
                  <a16:creationId xmlns:a16="http://schemas.microsoft.com/office/drawing/2014/main" id="{B0E8E2C1-A8B3-4B12-BF6D-EABDC25F2B9E}"/>
                </a:ext>
              </a:extLst>
            </p:cNvPr>
            <p:cNvGrpSpPr/>
            <p:nvPr/>
          </p:nvGrpSpPr>
          <p:grpSpPr>
            <a:xfrm>
              <a:off x="8647438" y="5753505"/>
              <a:ext cx="681361" cy="338726"/>
              <a:chOff x="8647438" y="5753505"/>
              <a:chExt cx="681361" cy="338726"/>
            </a:xfrm>
          </p:grpSpPr>
          <p:sp>
            <p:nvSpPr>
              <p:cNvPr id="82" name="Freeform: Shape 527">
                <a:extLst>
                  <a:ext uri="{FF2B5EF4-FFF2-40B4-BE49-F238E27FC236}">
                    <a16:creationId xmlns:a16="http://schemas.microsoft.com/office/drawing/2014/main" id="{F7370911-1631-4107-8A75-E579F8AC1912}"/>
                  </a:ext>
                </a:extLst>
              </p:cNvPr>
              <p:cNvSpPr/>
              <p:nvPr/>
            </p:nvSpPr>
            <p:spPr>
              <a:xfrm>
                <a:off x="8647438" y="5753505"/>
                <a:ext cx="338726" cy="338726"/>
              </a:xfrm>
              <a:custGeom>
                <a:avLst/>
                <a:gdLst>
                  <a:gd name="connsiteX0" fmla="*/ 55760 w 338726"/>
                  <a:gd name="connsiteY0" fmla="*/ 226947 h 338726"/>
                  <a:gd name="connsiteX1" fmla="*/ 65009 w 338726"/>
                  <a:gd name="connsiteY1" fmla="*/ 229292 h 338726"/>
                  <a:gd name="connsiteX2" fmla="*/ 71914 w 338726"/>
                  <a:gd name="connsiteY2" fmla="*/ 222387 h 338726"/>
                  <a:gd name="connsiteX3" fmla="*/ 81815 w 338726"/>
                  <a:gd name="connsiteY3" fmla="*/ 204929 h 338726"/>
                  <a:gd name="connsiteX4" fmla="*/ 136663 w 338726"/>
                  <a:gd name="connsiteY4" fmla="*/ 204929 h 338726"/>
                  <a:gd name="connsiteX5" fmla="*/ 137054 w 338726"/>
                  <a:gd name="connsiteY5" fmla="*/ 260038 h 338726"/>
                  <a:gd name="connsiteX6" fmla="*/ 119597 w 338726"/>
                  <a:gd name="connsiteY6" fmla="*/ 269939 h 338726"/>
                  <a:gd name="connsiteX7" fmla="*/ 112692 w 338726"/>
                  <a:gd name="connsiteY7" fmla="*/ 276844 h 338726"/>
                  <a:gd name="connsiteX8" fmla="*/ 115037 w 338726"/>
                  <a:gd name="connsiteY8" fmla="*/ 286094 h 338726"/>
                  <a:gd name="connsiteX9" fmla="*/ 171187 w 338726"/>
                  <a:gd name="connsiteY9" fmla="*/ 342244 h 338726"/>
                  <a:gd name="connsiteX10" fmla="*/ 227728 w 338726"/>
                  <a:gd name="connsiteY10" fmla="*/ 285703 h 338726"/>
                  <a:gd name="connsiteX11" fmla="*/ 236978 w 338726"/>
                  <a:gd name="connsiteY11" fmla="*/ 283358 h 338726"/>
                  <a:gd name="connsiteX12" fmla="*/ 243883 w 338726"/>
                  <a:gd name="connsiteY12" fmla="*/ 290262 h 338726"/>
                  <a:gd name="connsiteX13" fmla="*/ 253784 w 338726"/>
                  <a:gd name="connsiteY13" fmla="*/ 307720 h 338726"/>
                  <a:gd name="connsiteX14" fmla="*/ 308632 w 338726"/>
                  <a:gd name="connsiteY14" fmla="*/ 307720 h 338726"/>
                  <a:gd name="connsiteX15" fmla="*/ 308632 w 338726"/>
                  <a:gd name="connsiteY15" fmla="*/ 252872 h 338726"/>
                  <a:gd name="connsiteX16" fmla="*/ 291174 w 338726"/>
                  <a:gd name="connsiteY16" fmla="*/ 242971 h 338726"/>
                  <a:gd name="connsiteX17" fmla="*/ 284270 w 338726"/>
                  <a:gd name="connsiteY17" fmla="*/ 236066 h 338726"/>
                  <a:gd name="connsiteX18" fmla="*/ 286615 w 338726"/>
                  <a:gd name="connsiteY18" fmla="*/ 226816 h 338726"/>
                  <a:gd name="connsiteX19" fmla="*/ 342374 w 338726"/>
                  <a:gd name="connsiteY19" fmla="*/ 171057 h 338726"/>
                  <a:gd name="connsiteX20" fmla="*/ 286224 w 338726"/>
                  <a:gd name="connsiteY20" fmla="*/ 114907 h 338726"/>
                  <a:gd name="connsiteX21" fmla="*/ 283879 w 338726"/>
                  <a:gd name="connsiteY21" fmla="*/ 105657 h 338726"/>
                  <a:gd name="connsiteX22" fmla="*/ 290783 w 338726"/>
                  <a:gd name="connsiteY22" fmla="*/ 98752 h 338726"/>
                  <a:gd name="connsiteX23" fmla="*/ 308241 w 338726"/>
                  <a:gd name="connsiteY23" fmla="*/ 88851 h 338726"/>
                  <a:gd name="connsiteX24" fmla="*/ 307850 w 338726"/>
                  <a:gd name="connsiteY24" fmla="*/ 33742 h 338726"/>
                  <a:gd name="connsiteX25" fmla="*/ 253003 w 338726"/>
                  <a:gd name="connsiteY25" fmla="*/ 33742 h 338726"/>
                  <a:gd name="connsiteX26" fmla="*/ 243101 w 338726"/>
                  <a:gd name="connsiteY26" fmla="*/ 51200 h 338726"/>
                  <a:gd name="connsiteX27" fmla="*/ 236196 w 338726"/>
                  <a:gd name="connsiteY27" fmla="*/ 58105 h 338726"/>
                  <a:gd name="connsiteX28" fmla="*/ 226947 w 338726"/>
                  <a:gd name="connsiteY28" fmla="*/ 55760 h 338726"/>
                  <a:gd name="connsiteX29" fmla="*/ 171187 w 338726"/>
                  <a:gd name="connsiteY29" fmla="*/ 0 h 338726"/>
                  <a:gd name="connsiteX30" fmla="*/ 114646 w 338726"/>
                  <a:gd name="connsiteY30" fmla="*/ 56541 h 338726"/>
                  <a:gd name="connsiteX31" fmla="*/ 105396 w 338726"/>
                  <a:gd name="connsiteY31" fmla="*/ 58886 h 338726"/>
                  <a:gd name="connsiteX32" fmla="*/ 98491 w 338726"/>
                  <a:gd name="connsiteY32" fmla="*/ 51982 h 338726"/>
                  <a:gd name="connsiteX33" fmla="*/ 88590 w 338726"/>
                  <a:gd name="connsiteY33" fmla="*/ 34524 h 338726"/>
                  <a:gd name="connsiteX34" fmla="*/ 33742 w 338726"/>
                  <a:gd name="connsiteY34" fmla="*/ 34524 h 338726"/>
                  <a:gd name="connsiteX35" fmla="*/ 33742 w 338726"/>
                  <a:gd name="connsiteY35" fmla="*/ 89372 h 338726"/>
                  <a:gd name="connsiteX36" fmla="*/ 51200 w 338726"/>
                  <a:gd name="connsiteY36" fmla="*/ 99273 h 338726"/>
                  <a:gd name="connsiteX37" fmla="*/ 58105 w 338726"/>
                  <a:gd name="connsiteY37" fmla="*/ 106178 h 338726"/>
                  <a:gd name="connsiteX38" fmla="*/ 55760 w 338726"/>
                  <a:gd name="connsiteY38" fmla="*/ 115428 h 338726"/>
                  <a:gd name="connsiteX39" fmla="*/ 0 w 338726"/>
                  <a:gd name="connsiteY39" fmla="*/ 171187 h 338726"/>
                  <a:gd name="connsiteX40" fmla="*/ 55760 w 338726"/>
                  <a:gd name="connsiteY40" fmla="*/ 226947 h 338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38726" h="338726">
                    <a:moveTo>
                      <a:pt x="55760" y="226947"/>
                    </a:moveTo>
                    <a:cubicBezTo>
                      <a:pt x="58105" y="229292"/>
                      <a:pt x="61883" y="230334"/>
                      <a:pt x="65009" y="229292"/>
                    </a:cubicBezTo>
                    <a:cubicBezTo>
                      <a:pt x="68397" y="228640"/>
                      <a:pt x="71133" y="225904"/>
                      <a:pt x="71914" y="222387"/>
                    </a:cubicBezTo>
                    <a:cubicBezTo>
                      <a:pt x="73608" y="215873"/>
                      <a:pt x="76995" y="209750"/>
                      <a:pt x="81815" y="204929"/>
                    </a:cubicBezTo>
                    <a:cubicBezTo>
                      <a:pt x="96928" y="189817"/>
                      <a:pt x="121551" y="189817"/>
                      <a:pt x="136663" y="204929"/>
                    </a:cubicBezTo>
                    <a:cubicBezTo>
                      <a:pt x="151775" y="220042"/>
                      <a:pt x="152036" y="245056"/>
                      <a:pt x="137054" y="260038"/>
                    </a:cubicBezTo>
                    <a:cubicBezTo>
                      <a:pt x="132233" y="264858"/>
                      <a:pt x="126111" y="268245"/>
                      <a:pt x="119597" y="269939"/>
                    </a:cubicBezTo>
                    <a:cubicBezTo>
                      <a:pt x="116209" y="270590"/>
                      <a:pt x="113473" y="273326"/>
                      <a:pt x="112692" y="276844"/>
                    </a:cubicBezTo>
                    <a:cubicBezTo>
                      <a:pt x="112040" y="280231"/>
                      <a:pt x="112692" y="283749"/>
                      <a:pt x="115037" y="286094"/>
                    </a:cubicBezTo>
                    <a:lnTo>
                      <a:pt x="171187" y="342244"/>
                    </a:lnTo>
                    <a:lnTo>
                      <a:pt x="227728" y="285703"/>
                    </a:lnTo>
                    <a:cubicBezTo>
                      <a:pt x="230073" y="283358"/>
                      <a:pt x="233591" y="282576"/>
                      <a:pt x="236978" y="283358"/>
                    </a:cubicBezTo>
                    <a:cubicBezTo>
                      <a:pt x="240365" y="284009"/>
                      <a:pt x="243101" y="286745"/>
                      <a:pt x="243883" y="290262"/>
                    </a:cubicBezTo>
                    <a:cubicBezTo>
                      <a:pt x="245577" y="296776"/>
                      <a:pt x="248964" y="302900"/>
                      <a:pt x="253784" y="307720"/>
                    </a:cubicBezTo>
                    <a:cubicBezTo>
                      <a:pt x="268897" y="322832"/>
                      <a:pt x="293520" y="322832"/>
                      <a:pt x="308632" y="307720"/>
                    </a:cubicBezTo>
                    <a:cubicBezTo>
                      <a:pt x="323744" y="292608"/>
                      <a:pt x="323744" y="267985"/>
                      <a:pt x="308632" y="252872"/>
                    </a:cubicBezTo>
                    <a:cubicBezTo>
                      <a:pt x="303811" y="248052"/>
                      <a:pt x="297688" y="244665"/>
                      <a:pt x="291174" y="242971"/>
                    </a:cubicBezTo>
                    <a:cubicBezTo>
                      <a:pt x="287787" y="242320"/>
                      <a:pt x="285051" y="239584"/>
                      <a:pt x="284270" y="236066"/>
                    </a:cubicBezTo>
                    <a:cubicBezTo>
                      <a:pt x="283227" y="232940"/>
                      <a:pt x="284270" y="229161"/>
                      <a:pt x="286615" y="226816"/>
                    </a:cubicBezTo>
                    <a:lnTo>
                      <a:pt x="342374" y="171057"/>
                    </a:lnTo>
                    <a:lnTo>
                      <a:pt x="286224" y="114907"/>
                    </a:lnTo>
                    <a:cubicBezTo>
                      <a:pt x="283879" y="112561"/>
                      <a:pt x="283097" y="109044"/>
                      <a:pt x="283879" y="105657"/>
                    </a:cubicBezTo>
                    <a:cubicBezTo>
                      <a:pt x="284530" y="102269"/>
                      <a:pt x="287266" y="99533"/>
                      <a:pt x="290783" y="98752"/>
                    </a:cubicBezTo>
                    <a:cubicBezTo>
                      <a:pt x="297297" y="97058"/>
                      <a:pt x="303421" y="93671"/>
                      <a:pt x="308241" y="88851"/>
                    </a:cubicBezTo>
                    <a:cubicBezTo>
                      <a:pt x="323353" y="73738"/>
                      <a:pt x="322963" y="48725"/>
                      <a:pt x="307850" y="33742"/>
                    </a:cubicBezTo>
                    <a:cubicBezTo>
                      <a:pt x="292738" y="18630"/>
                      <a:pt x="268115" y="18630"/>
                      <a:pt x="253003" y="33742"/>
                    </a:cubicBezTo>
                    <a:cubicBezTo>
                      <a:pt x="248182" y="38563"/>
                      <a:pt x="244795" y="44686"/>
                      <a:pt x="243101" y="51200"/>
                    </a:cubicBezTo>
                    <a:cubicBezTo>
                      <a:pt x="242450" y="54587"/>
                      <a:pt x="239714" y="57323"/>
                      <a:pt x="236196" y="58105"/>
                    </a:cubicBezTo>
                    <a:cubicBezTo>
                      <a:pt x="233070" y="59147"/>
                      <a:pt x="229292" y="58105"/>
                      <a:pt x="226947" y="55760"/>
                    </a:cubicBezTo>
                    <a:lnTo>
                      <a:pt x="171187" y="0"/>
                    </a:lnTo>
                    <a:lnTo>
                      <a:pt x="114646" y="56541"/>
                    </a:lnTo>
                    <a:cubicBezTo>
                      <a:pt x="112301" y="58886"/>
                      <a:pt x="108783" y="59668"/>
                      <a:pt x="105396" y="58886"/>
                    </a:cubicBezTo>
                    <a:cubicBezTo>
                      <a:pt x="102009" y="58235"/>
                      <a:pt x="99273" y="55499"/>
                      <a:pt x="98491" y="51982"/>
                    </a:cubicBezTo>
                    <a:cubicBezTo>
                      <a:pt x="96798" y="45468"/>
                      <a:pt x="93410" y="39344"/>
                      <a:pt x="88590" y="34524"/>
                    </a:cubicBezTo>
                    <a:cubicBezTo>
                      <a:pt x="73478" y="19412"/>
                      <a:pt x="48855" y="19412"/>
                      <a:pt x="33742" y="34524"/>
                    </a:cubicBezTo>
                    <a:cubicBezTo>
                      <a:pt x="18630" y="49636"/>
                      <a:pt x="18630" y="74259"/>
                      <a:pt x="33742" y="89372"/>
                    </a:cubicBezTo>
                    <a:cubicBezTo>
                      <a:pt x="38563" y="94192"/>
                      <a:pt x="44686" y="97579"/>
                      <a:pt x="51200" y="99273"/>
                    </a:cubicBezTo>
                    <a:cubicBezTo>
                      <a:pt x="54587" y="99924"/>
                      <a:pt x="57323" y="102660"/>
                      <a:pt x="58105" y="106178"/>
                    </a:cubicBezTo>
                    <a:cubicBezTo>
                      <a:pt x="59147" y="109304"/>
                      <a:pt x="58105" y="113083"/>
                      <a:pt x="55760" y="115428"/>
                    </a:cubicBezTo>
                    <a:lnTo>
                      <a:pt x="0" y="171187"/>
                    </a:lnTo>
                    <a:lnTo>
                      <a:pt x="55760" y="226947"/>
                    </a:lnTo>
                    <a:close/>
                  </a:path>
                </a:pathLst>
              </a:custGeom>
              <a:noFill/>
              <a:ln w="12700" cap="flat">
                <a:solidFill>
                  <a:schemeClr val="bg1"/>
                </a:solidFill>
                <a:prstDash val="solid"/>
                <a:miter/>
              </a:ln>
            </p:spPr>
            <p:txBody>
              <a:bodyPr rtlCol="0" anchor="ctr"/>
              <a:lstStyle/>
              <a:p>
                <a:endParaRPr lang="en-GB" sz="1600" dirty="0"/>
              </a:p>
            </p:txBody>
          </p:sp>
          <p:sp>
            <p:nvSpPr>
              <p:cNvPr id="83" name="Freeform: Shape 528">
                <a:extLst>
                  <a:ext uri="{FF2B5EF4-FFF2-40B4-BE49-F238E27FC236}">
                    <a16:creationId xmlns:a16="http://schemas.microsoft.com/office/drawing/2014/main" id="{462AC366-F4EA-4BFC-8AC2-2F954C00B58A}"/>
                  </a:ext>
                </a:extLst>
              </p:cNvPr>
              <p:cNvSpPr/>
              <p:nvPr/>
            </p:nvSpPr>
            <p:spPr>
              <a:xfrm>
                <a:off x="8990073" y="5753505"/>
                <a:ext cx="338726" cy="338726"/>
              </a:xfrm>
              <a:custGeom>
                <a:avLst/>
                <a:gdLst>
                  <a:gd name="connsiteX0" fmla="*/ 115297 w 338726"/>
                  <a:gd name="connsiteY0" fmla="*/ 55760 h 338726"/>
                  <a:gd name="connsiteX1" fmla="*/ 112952 w 338726"/>
                  <a:gd name="connsiteY1" fmla="*/ 65009 h 338726"/>
                  <a:gd name="connsiteX2" fmla="*/ 119857 w 338726"/>
                  <a:gd name="connsiteY2" fmla="*/ 71914 h 338726"/>
                  <a:gd name="connsiteX3" fmla="*/ 137315 w 338726"/>
                  <a:gd name="connsiteY3" fmla="*/ 81815 h 338726"/>
                  <a:gd name="connsiteX4" fmla="*/ 137315 w 338726"/>
                  <a:gd name="connsiteY4" fmla="*/ 136663 h 338726"/>
                  <a:gd name="connsiteX5" fmla="*/ 82206 w 338726"/>
                  <a:gd name="connsiteY5" fmla="*/ 137054 h 338726"/>
                  <a:gd name="connsiteX6" fmla="*/ 72305 w 338726"/>
                  <a:gd name="connsiteY6" fmla="*/ 119597 h 338726"/>
                  <a:gd name="connsiteX7" fmla="*/ 65400 w 338726"/>
                  <a:gd name="connsiteY7" fmla="*/ 112692 h 338726"/>
                  <a:gd name="connsiteX8" fmla="*/ 56150 w 338726"/>
                  <a:gd name="connsiteY8" fmla="*/ 115037 h 338726"/>
                  <a:gd name="connsiteX9" fmla="*/ 0 w 338726"/>
                  <a:gd name="connsiteY9" fmla="*/ 171187 h 338726"/>
                  <a:gd name="connsiteX10" fmla="*/ 56541 w 338726"/>
                  <a:gd name="connsiteY10" fmla="*/ 227728 h 338726"/>
                  <a:gd name="connsiteX11" fmla="*/ 58886 w 338726"/>
                  <a:gd name="connsiteY11" fmla="*/ 236978 h 338726"/>
                  <a:gd name="connsiteX12" fmla="*/ 51981 w 338726"/>
                  <a:gd name="connsiteY12" fmla="*/ 243883 h 338726"/>
                  <a:gd name="connsiteX13" fmla="*/ 34524 w 338726"/>
                  <a:gd name="connsiteY13" fmla="*/ 253784 h 338726"/>
                  <a:gd name="connsiteX14" fmla="*/ 34524 w 338726"/>
                  <a:gd name="connsiteY14" fmla="*/ 308632 h 338726"/>
                  <a:gd name="connsiteX15" fmla="*/ 89371 w 338726"/>
                  <a:gd name="connsiteY15" fmla="*/ 308632 h 338726"/>
                  <a:gd name="connsiteX16" fmla="*/ 99273 w 338726"/>
                  <a:gd name="connsiteY16" fmla="*/ 291175 h 338726"/>
                  <a:gd name="connsiteX17" fmla="*/ 106178 w 338726"/>
                  <a:gd name="connsiteY17" fmla="*/ 284270 h 338726"/>
                  <a:gd name="connsiteX18" fmla="*/ 115427 w 338726"/>
                  <a:gd name="connsiteY18" fmla="*/ 286615 h 338726"/>
                  <a:gd name="connsiteX19" fmla="*/ 171187 w 338726"/>
                  <a:gd name="connsiteY19" fmla="*/ 342374 h 338726"/>
                  <a:gd name="connsiteX20" fmla="*/ 227338 w 338726"/>
                  <a:gd name="connsiteY20" fmla="*/ 286224 h 338726"/>
                  <a:gd name="connsiteX21" fmla="*/ 236587 w 338726"/>
                  <a:gd name="connsiteY21" fmla="*/ 283879 h 338726"/>
                  <a:gd name="connsiteX22" fmla="*/ 243492 w 338726"/>
                  <a:gd name="connsiteY22" fmla="*/ 290784 h 338726"/>
                  <a:gd name="connsiteX23" fmla="*/ 253394 w 338726"/>
                  <a:gd name="connsiteY23" fmla="*/ 308241 h 338726"/>
                  <a:gd name="connsiteX24" fmla="*/ 308501 w 338726"/>
                  <a:gd name="connsiteY24" fmla="*/ 307850 h 338726"/>
                  <a:gd name="connsiteX25" fmla="*/ 308501 w 338726"/>
                  <a:gd name="connsiteY25" fmla="*/ 253003 h 338726"/>
                  <a:gd name="connsiteX26" fmla="*/ 291044 w 338726"/>
                  <a:gd name="connsiteY26" fmla="*/ 243101 h 338726"/>
                  <a:gd name="connsiteX27" fmla="*/ 284139 w 338726"/>
                  <a:gd name="connsiteY27" fmla="*/ 236197 h 338726"/>
                  <a:gd name="connsiteX28" fmla="*/ 286484 w 338726"/>
                  <a:gd name="connsiteY28" fmla="*/ 226947 h 338726"/>
                  <a:gd name="connsiteX29" fmla="*/ 342244 w 338726"/>
                  <a:gd name="connsiteY29" fmla="*/ 171187 h 338726"/>
                  <a:gd name="connsiteX30" fmla="*/ 285703 w 338726"/>
                  <a:gd name="connsiteY30" fmla="*/ 114646 h 338726"/>
                  <a:gd name="connsiteX31" fmla="*/ 283358 w 338726"/>
                  <a:gd name="connsiteY31" fmla="*/ 105396 h 338726"/>
                  <a:gd name="connsiteX32" fmla="*/ 290262 w 338726"/>
                  <a:gd name="connsiteY32" fmla="*/ 98491 h 338726"/>
                  <a:gd name="connsiteX33" fmla="*/ 307720 w 338726"/>
                  <a:gd name="connsiteY33" fmla="*/ 88590 h 338726"/>
                  <a:gd name="connsiteX34" fmla="*/ 307720 w 338726"/>
                  <a:gd name="connsiteY34" fmla="*/ 33742 h 338726"/>
                  <a:gd name="connsiteX35" fmla="*/ 252872 w 338726"/>
                  <a:gd name="connsiteY35" fmla="*/ 33742 h 338726"/>
                  <a:gd name="connsiteX36" fmla="*/ 242971 w 338726"/>
                  <a:gd name="connsiteY36" fmla="*/ 51200 h 338726"/>
                  <a:gd name="connsiteX37" fmla="*/ 236066 w 338726"/>
                  <a:gd name="connsiteY37" fmla="*/ 58105 h 338726"/>
                  <a:gd name="connsiteX38" fmla="*/ 226816 w 338726"/>
                  <a:gd name="connsiteY38" fmla="*/ 55760 h 338726"/>
                  <a:gd name="connsiteX39" fmla="*/ 171057 w 338726"/>
                  <a:gd name="connsiteY39" fmla="*/ 0 h 338726"/>
                  <a:gd name="connsiteX40" fmla="*/ 115297 w 338726"/>
                  <a:gd name="connsiteY40" fmla="*/ 55760 h 338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38726" h="338726">
                    <a:moveTo>
                      <a:pt x="115297" y="55760"/>
                    </a:moveTo>
                    <a:cubicBezTo>
                      <a:pt x="112952" y="58105"/>
                      <a:pt x="111910" y="61883"/>
                      <a:pt x="112952" y="65009"/>
                    </a:cubicBezTo>
                    <a:cubicBezTo>
                      <a:pt x="113604" y="68397"/>
                      <a:pt x="116339" y="71133"/>
                      <a:pt x="119857" y="71914"/>
                    </a:cubicBezTo>
                    <a:cubicBezTo>
                      <a:pt x="126371" y="73608"/>
                      <a:pt x="132494" y="76995"/>
                      <a:pt x="137315" y="81815"/>
                    </a:cubicBezTo>
                    <a:cubicBezTo>
                      <a:pt x="152427" y="96928"/>
                      <a:pt x="152427" y="121551"/>
                      <a:pt x="137315" y="136663"/>
                    </a:cubicBezTo>
                    <a:cubicBezTo>
                      <a:pt x="122202" y="151775"/>
                      <a:pt x="97188" y="152036"/>
                      <a:pt x="82206" y="137054"/>
                    </a:cubicBezTo>
                    <a:cubicBezTo>
                      <a:pt x="77386" y="132234"/>
                      <a:pt x="73999" y="126111"/>
                      <a:pt x="72305" y="119597"/>
                    </a:cubicBezTo>
                    <a:cubicBezTo>
                      <a:pt x="71654" y="116209"/>
                      <a:pt x="68918" y="113473"/>
                      <a:pt x="65400" y="112692"/>
                    </a:cubicBezTo>
                    <a:cubicBezTo>
                      <a:pt x="62013" y="112040"/>
                      <a:pt x="58495" y="112692"/>
                      <a:pt x="56150" y="115037"/>
                    </a:cubicBezTo>
                    <a:lnTo>
                      <a:pt x="0" y="171187"/>
                    </a:lnTo>
                    <a:lnTo>
                      <a:pt x="56541" y="227728"/>
                    </a:lnTo>
                    <a:cubicBezTo>
                      <a:pt x="58886" y="230073"/>
                      <a:pt x="59668" y="233591"/>
                      <a:pt x="58886" y="236978"/>
                    </a:cubicBezTo>
                    <a:cubicBezTo>
                      <a:pt x="58235" y="240365"/>
                      <a:pt x="55499" y="243101"/>
                      <a:pt x="51981" y="243883"/>
                    </a:cubicBezTo>
                    <a:cubicBezTo>
                      <a:pt x="45467" y="245577"/>
                      <a:pt x="39344" y="248964"/>
                      <a:pt x="34524" y="253784"/>
                    </a:cubicBezTo>
                    <a:cubicBezTo>
                      <a:pt x="19412" y="268897"/>
                      <a:pt x="19412" y="293519"/>
                      <a:pt x="34524" y="308632"/>
                    </a:cubicBezTo>
                    <a:cubicBezTo>
                      <a:pt x="49636" y="323744"/>
                      <a:pt x="74259" y="323744"/>
                      <a:pt x="89371" y="308632"/>
                    </a:cubicBezTo>
                    <a:cubicBezTo>
                      <a:pt x="94192" y="303812"/>
                      <a:pt x="97579" y="297688"/>
                      <a:pt x="99273" y="291175"/>
                    </a:cubicBezTo>
                    <a:cubicBezTo>
                      <a:pt x="99924" y="287787"/>
                      <a:pt x="102660" y="285051"/>
                      <a:pt x="106178" y="284270"/>
                    </a:cubicBezTo>
                    <a:cubicBezTo>
                      <a:pt x="109304" y="283227"/>
                      <a:pt x="113082" y="284270"/>
                      <a:pt x="115427" y="286615"/>
                    </a:cubicBezTo>
                    <a:lnTo>
                      <a:pt x="171187" y="342374"/>
                    </a:lnTo>
                    <a:lnTo>
                      <a:pt x="227338" y="286224"/>
                    </a:lnTo>
                    <a:cubicBezTo>
                      <a:pt x="229683" y="283879"/>
                      <a:pt x="233200" y="283097"/>
                      <a:pt x="236587" y="283879"/>
                    </a:cubicBezTo>
                    <a:cubicBezTo>
                      <a:pt x="239974" y="284530"/>
                      <a:pt x="242711" y="287266"/>
                      <a:pt x="243492" y="290784"/>
                    </a:cubicBezTo>
                    <a:cubicBezTo>
                      <a:pt x="245186" y="297298"/>
                      <a:pt x="248573" y="303421"/>
                      <a:pt x="253394" y="308241"/>
                    </a:cubicBezTo>
                    <a:cubicBezTo>
                      <a:pt x="268506" y="323354"/>
                      <a:pt x="293519" y="322963"/>
                      <a:pt x="308501" y="307850"/>
                    </a:cubicBezTo>
                    <a:cubicBezTo>
                      <a:pt x="323614" y="292738"/>
                      <a:pt x="323614" y="268115"/>
                      <a:pt x="308501" y="253003"/>
                    </a:cubicBezTo>
                    <a:cubicBezTo>
                      <a:pt x="303681" y="248182"/>
                      <a:pt x="297558" y="244795"/>
                      <a:pt x="291044" y="243101"/>
                    </a:cubicBezTo>
                    <a:cubicBezTo>
                      <a:pt x="287657" y="242450"/>
                      <a:pt x="284921" y="239714"/>
                      <a:pt x="284139" y="236197"/>
                    </a:cubicBezTo>
                    <a:cubicBezTo>
                      <a:pt x="283097" y="233070"/>
                      <a:pt x="284139" y="229292"/>
                      <a:pt x="286484" y="226947"/>
                    </a:cubicBezTo>
                    <a:lnTo>
                      <a:pt x="342244" y="171187"/>
                    </a:lnTo>
                    <a:lnTo>
                      <a:pt x="285703" y="114646"/>
                    </a:lnTo>
                    <a:cubicBezTo>
                      <a:pt x="283358" y="112301"/>
                      <a:pt x="282576" y="108783"/>
                      <a:pt x="283358" y="105396"/>
                    </a:cubicBezTo>
                    <a:cubicBezTo>
                      <a:pt x="284009" y="102009"/>
                      <a:pt x="286745" y="99273"/>
                      <a:pt x="290262" y="98491"/>
                    </a:cubicBezTo>
                    <a:cubicBezTo>
                      <a:pt x="296776" y="96798"/>
                      <a:pt x="302900" y="93410"/>
                      <a:pt x="307720" y="88590"/>
                    </a:cubicBezTo>
                    <a:cubicBezTo>
                      <a:pt x="322832" y="73478"/>
                      <a:pt x="322832" y="48855"/>
                      <a:pt x="307720" y="33742"/>
                    </a:cubicBezTo>
                    <a:cubicBezTo>
                      <a:pt x="292607" y="18630"/>
                      <a:pt x="267985" y="18630"/>
                      <a:pt x="252872" y="33742"/>
                    </a:cubicBezTo>
                    <a:cubicBezTo>
                      <a:pt x="248052" y="38563"/>
                      <a:pt x="244665" y="44686"/>
                      <a:pt x="242971" y="51200"/>
                    </a:cubicBezTo>
                    <a:cubicBezTo>
                      <a:pt x="242320" y="54587"/>
                      <a:pt x="239584" y="57323"/>
                      <a:pt x="236066" y="58105"/>
                    </a:cubicBezTo>
                    <a:cubicBezTo>
                      <a:pt x="232940" y="59147"/>
                      <a:pt x="229161" y="58105"/>
                      <a:pt x="226816" y="55760"/>
                    </a:cubicBezTo>
                    <a:lnTo>
                      <a:pt x="171057" y="0"/>
                    </a:lnTo>
                    <a:lnTo>
                      <a:pt x="115297" y="55760"/>
                    </a:lnTo>
                    <a:close/>
                  </a:path>
                </a:pathLst>
              </a:custGeom>
              <a:noFill/>
              <a:ln w="12700" cap="flat">
                <a:solidFill>
                  <a:schemeClr val="bg1"/>
                </a:solidFill>
                <a:prstDash val="solid"/>
                <a:miter/>
              </a:ln>
            </p:spPr>
            <p:txBody>
              <a:bodyPr rtlCol="0" anchor="ctr"/>
              <a:lstStyle/>
              <a:p>
                <a:endParaRPr lang="en-GB" sz="1600" dirty="0"/>
              </a:p>
            </p:txBody>
          </p:sp>
        </p:grpSp>
      </p:grpSp>
      <p:grpSp>
        <p:nvGrpSpPr>
          <p:cNvPr id="90" name="Group 89">
            <a:extLst>
              <a:ext uri="{FF2B5EF4-FFF2-40B4-BE49-F238E27FC236}">
                <a16:creationId xmlns:a16="http://schemas.microsoft.com/office/drawing/2014/main" id="{2C68720C-05C5-43C4-8892-0A3053003D80}"/>
              </a:ext>
              <a:ext uri="{C183D7F6-B498-43B3-948B-1728B52AA6E4}">
                <adec:decorative xmlns:adec="http://schemas.microsoft.com/office/drawing/2017/decorative" val="1"/>
              </a:ext>
            </a:extLst>
          </p:cNvPr>
          <p:cNvGrpSpPr/>
          <p:nvPr userDrawn="1"/>
        </p:nvGrpSpPr>
        <p:grpSpPr>
          <a:xfrm>
            <a:off x="4193487" y="5504688"/>
            <a:ext cx="444337" cy="436705"/>
            <a:chOff x="4105453" y="1314571"/>
            <a:chExt cx="578417" cy="568482"/>
          </a:xfrm>
          <a:noFill/>
        </p:grpSpPr>
        <p:sp>
          <p:nvSpPr>
            <p:cNvPr id="91" name="Freeform: Shape 66">
              <a:extLst>
                <a:ext uri="{FF2B5EF4-FFF2-40B4-BE49-F238E27FC236}">
                  <a16:creationId xmlns:a16="http://schemas.microsoft.com/office/drawing/2014/main" id="{D325AD86-7C6E-4A7A-8468-8DF0485099C4}"/>
                </a:ext>
              </a:extLst>
            </p:cNvPr>
            <p:cNvSpPr/>
            <p:nvPr/>
          </p:nvSpPr>
          <p:spPr>
            <a:xfrm>
              <a:off x="4178980" y="1396313"/>
              <a:ext cx="172227" cy="13248"/>
            </a:xfrm>
            <a:custGeom>
              <a:avLst/>
              <a:gdLst>
                <a:gd name="connsiteX0" fmla="*/ 0 w 172227"/>
                <a:gd name="connsiteY0" fmla="*/ 0 h 0"/>
                <a:gd name="connsiteX1" fmla="*/ 180573 w 172227"/>
                <a:gd name="connsiteY1" fmla="*/ 0 h 0"/>
              </a:gdLst>
              <a:ahLst/>
              <a:cxnLst>
                <a:cxn ang="0">
                  <a:pos x="connsiteX0" y="connsiteY0"/>
                </a:cxn>
                <a:cxn ang="0">
                  <a:pos x="connsiteX1" y="connsiteY1"/>
                </a:cxn>
              </a:cxnLst>
              <a:rect l="l" t="t" r="r" b="b"/>
              <a:pathLst>
                <a:path w="172227">
                  <a:moveTo>
                    <a:pt x="0" y="0"/>
                  </a:moveTo>
                  <a:lnTo>
                    <a:pt x="180573" y="0"/>
                  </a:lnTo>
                </a:path>
              </a:pathLst>
            </a:custGeom>
            <a:grpFill/>
            <a:ln w="12700" cap="rnd">
              <a:solidFill>
                <a:schemeClr val="bg1"/>
              </a:solidFill>
              <a:prstDash val="solid"/>
              <a:round/>
            </a:ln>
          </p:spPr>
          <p:txBody>
            <a:bodyPr rtlCol="0" anchor="ctr"/>
            <a:lstStyle/>
            <a:p>
              <a:endParaRPr lang="en-GB" sz="1600" dirty="0"/>
            </a:p>
          </p:txBody>
        </p:sp>
        <p:sp>
          <p:nvSpPr>
            <p:cNvPr id="92" name="Freeform: Shape 67">
              <a:extLst>
                <a:ext uri="{FF2B5EF4-FFF2-40B4-BE49-F238E27FC236}">
                  <a16:creationId xmlns:a16="http://schemas.microsoft.com/office/drawing/2014/main" id="{E4CA42B9-284D-4D05-8A49-DD901D7EB214}"/>
                </a:ext>
              </a:extLst>
            </p:cNvPr>
            <p:cNvSpPr/>
            <p:nvPr/>
          </p:nvSpPr>
          <p:spPr>
            <a:xfrm>
              <a:off x="4178980" y="1469973"/>
              <a:ext cx="172227" cy="13248"/>
            </a:xfrm>
            <a:custGeom>
              <a:avLst/>
              <a:gdLst>
                <a:gd name="connsiteX0" fmla="*/ 0 w 172227"/>
                <a:gd name="connsiteY0" fmla="*/ 0 h 0"/>
                <a:gd name="connsiteX1" fmla="*/ 180706 w 172227"/>
                <a:gd name="connsiteY1" fmla="*/ 0 h 0"/>
              </a:gdLst>
              <a:ahLst/>
              <a:cxnLst>
                <a:cxn ang="0">
                  <a:pos x="connsiteX0" y="connsiteY0"/>
                </a:cxn>
                <a:cxn ang="0">
                  <a:pos x="connsiteX1" y="connsiteY1"/>
                </a:cxn>
              </a:cxnLst>
              <a:rect l="l" t="t" r="r" b="b"/>
              <a:pathLst>
                <a:path w="172227">
                  <a:moveTo>
                    <a:pt x="0" y="0"/>
                  </a:moveTo>
                  <a:lnTo>
                    <a:pt x="180706" y="0"/>
                  </a:lnTo>
                </a:path>
              </a:pathLst>
            </a:custGeom>
            <a:grpFill/>
            <a:ln w="12700" cap="rnd">
              <a:solidFill>
                <a:schemeClr val="bg1"/>
              </a:solidFill>
              <a:prstDash val="solid"/>
              <a:round/>
            </a:ln>
          </p:spPr>
          <p:txBody>
            <a:bodyPr rtlCol="0" anchor="ctr"/>
            <a:lstStyle/>
            <a:p>
              <a:endParaRPr lang="en-GB" sz="1600" dirty="0"/>
            </a:p>
          </p:txBody>
        </p:sp>
        <p:sp>
          <p:nvSpPr>
            <p:cNvPr id="93" name="Freeform: Shape 68">
              <a:extLst>
                <a:ext uri="{FF2B5EF4-FFF2-40B4-BE49-F238E27FC236}">
                  <a16:creationId xmlns:a16="http://schemas.microsoft.com/office/drawing/2014/main" id="{04A8A26B-D854-4BFD-BDC3-4748EF2BBD7F}"/>
                </a:ext>
              </a:extLst>
            </p:cNvPr>
            <p:cNvSpPr/>
            <p:nvPr/>
          </p:nvSpPr>
          <p:spPr>
            <a:xfrm>
              <a:off x="4105453" y="1314571"/>
              <a:ext cx="317958" cy="278213"/>
            </a:xfrm>
            <a:custGeom>
              <a:avLst/>
              <a:gdLst>
                <a:gd name="connsiteX0" fmla="*/ 0 w 317957"/>
                <a:gd name="connsiteY0" fmla="*/ 0 h 278213"/>
                <a:gd name="connsiteX1" fmla="*/ 0 w 317957"/>
                <a:gd name="connsiteY1" fmla="*/ 231049 h 278213"/>
                <a:gd name="connsiteX2" fmla="*/ 242708 w 317957"/>
                <a:gd name="connsiteY2" fmla="*/ 231049 h 278213"/>
                <a:gd name="connsiteX3" fmla="*/ 286162 w 317957"/>
                <a:gd name="connsiteY3" fmla="*/ 280730 h 278213"/>
                <a:gd name="connsiteX4" fmla="*/ 286162 w 317957"/>
                <a:gd name="connsiteY4" fmla="*/ 231049 h 278213"/>
                <a:gd name="connsiteX5" fmla="*/ 327629 w 317957"/>
                <a:gd name="connsiteY5" fmla="*/ 231049 h 278213"/>
                <a:gd name="connsiteX6" fmla="*/ 327629 w 317957"/>
                <a:gd name="connsiteY6" fmla="*/ 0 h 278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7957" h="278213">
                  <a:moveTo>
                    <a:pt x="0" y="0"/>
                  </a:moveTo>
                  <a:lnTo>
                    <a:pt x="0" y="231049"/>
                  </a:lnTo>
                  <a:lnTo>
                    <a:pt x="242708" y="231049"/>
                  </a:lnTo>
                  <a:lnTo>
                    <a:pt x="286162" y="280730"/>
                  </a:lnTo>
                  <a:lnTo>
                    <a:pt x="286162" y="231049"/>
                  </a:lnTo>
                  <a:lnTo>
                    <a:pt x="327629" y="231049"/>
                  </a:lnTo>
                  <a:lnTo>
                    <a:pt x="327629" y="0"/>
                  </a:lnTo>
                  <a:close/>
                </a:path>
              </a:pathLst>
            </a:custGeom>
            <a:grpFill/>
            <a:ln w="12700" cap="rnd">
              <a:solidFill>
                <a:schemeClr val="bg1"/>
              </a:solidFill>
              <a:prstDash val="solid"/>
              <a:round/>
            </a:ln>
          </p:spPr>
          <p:txBody>
            <a:bodyPr rtlCol="0" anchor="ctr"/>
            <a:lstStyle/>
            <a:p>
              <a:endParaRPr lang="en-GB" sz="1600" dirty="0"/>
            </a:p>
          </p:txBody>
        </p:sp>
        <p:sp>
          <p:nvSpPr>
            <p:cNvPr id="94" name="Freeform: Shape 69">
              <a:extLst>
                <a:ext uri="{FF2B5EF4-FFF2-40B4-BE49-F238E27FC236}">
                  <a16:creationId xmlns:a16="http://schemas.microsoft.com/office/drawing/2014/main" id="{C64EF969-877D-4B7F-8182-A7B11DDDDBC8}"/>
                </a:ext>
              </a:extLst>
            </p:cNvPr>
            <p:cNvSpPr/>
            <p:nvPr/>
          </p:nvSpPr>
          <p:spPr>
            <a:xfrm>
              <a:off x="4326168" y="1657833"/>
              <a:ext cx="357702" cy="225220"/>
            </a:xfrm>
            <a:custGeom>
              <a:avLst/>
              <a:gdLst>
                <a:gd name="connsiteX0" fmla="*/ 0 w 357702"/>
                <a:gd name="connsiteY0" fmla="*/ 0 h 225220"/>
                <a:gd name="connsiteX1" fmla="*/ 359425 w 357702"/>
                <a:gd name="connsiteY1" fmla="*/ 0 h 225220"/>
                <a:gd name="connsiteX2" fmla="*/ 359425 w 357702"/>
                <a:gd name="connsiteY2" fmla="*/ 231712 h 225220"/>
                <a:gd name="connsiteX3" fmla="*/ 0 w 357702"/>
                <a:gd name="connsiteY3" fmla="*/ 231712 h 225220"/>
              </a:gdLst>
              <a:ahLst/>
              <a:cxnLst>
                <a:cxn ang="0">
                  <a:pos x="connsiteX0" y="connsiteY0"/>
                </a:cxn>
                <a:cxn ang="0">
                  <a:pos x="connsiteX1" y="connsiteY1"/>
                </a:cxn>
                <a:cxn ang="0">
                  <a:pos x="connsiteX2" y="connsiteY2"/>
                </a:cxn>
                <a:cxn ang="0">
                  <a:pos x="connsiteX3" y="connsiteY3"/>
                </a:cxn>
              </a:cxnLst>
              <a:rect l="l" t="t" r="r" b="b"/>
              <a:pathLst>
                <a:path w="357702" h="225220">
                  <a:moveTo>
                    <a:pt x="0" y="0"/>
                  </a:moveTo>
                  <a:lnTo>
                    <a:pt x="359425" y="0"/>
                  </a:lnTo>
                  <a:lnTo>
                    <a:pt x="359425" y="231712"/>
                  </a:lnTo>
                  <a:lnTo>
                    <a:pt x="0" y="231712"/>
                  </a:lnTo>
                  <a:close/>
                </a:path>
              </a:pathLst>
            </a:custGeom>
            <a:grpFill/>
            <a:ln w="12700" cap="rnd">
              <a:solidFill>
                <a:schemeClr val="bg1"/>
              </a:solidFill>
              <a:prstDash val="solid"/>
              <a:round/>
            </a:ln>
          </p:spPr>
          <p:txBody>
            <a:bodyPr rtlCol="0" anchor="ctr"/>
            <a:lstStyle/>
            <a:p>
              <a:endParaRPr lang="en-GB" sz="1600" dirty="0"/>
            </a:p>
          </p:txBody>
        </p:sp>
        <p:sp>
          <p:nvSpPr>
            <p:cNvPr id="95" name="Freeform: Shape 70">
              <a:extLst>
                <a:ext uri="{FF2B5EF4-FFF2-40B4-BE49-F238E27FC236}">
                  <a16:creationId xmlns:a16="http://schemas.microsoft.com/office/drawing/2014/main" id="{B5551980-9060-4CF5-9EDD-032F6FCC9FB5}"/>
                </a:ext>
              </a:extLst>
            </p:cNvPr>
            <p:cNvSpPr/>
            <p:nvPr/>
          </p:nvSpPr>
          <p:spPr>
            <a:xfrm>
              <a:off x="4394794" y="1804359"/>
              <a:ext cx="211972" cy="26496"/>
            </a:xfrm>
            <a:custGeom>
              <a:avLst/>
              <a:gdLst>
                <a:gd name="connsiteX0" fmla="*/ 0 w 211971"/>
                <a:gd name="connsiteY0" fmla="*/ 0 h 26496"/>
                <a:gd name="connsiteX1" fmla="*/ 222173 w 211971"/>
                <a:gd name="connsiteY1" fmla="*/ 0 h 26496"/>
                <a:gd name="connsiteX2" fmla="*/ 222173 w 211971"/>
                <a:gd name="connsiteY2" fmla="*/ 33121 h 26496"/>
                <a:gd name="connsiteX3" fmla="*/ 0 w 211971"/>
                <a:gd name="connsiteY3" fmla="*/ 33121 h 26496"/>
              </a:gdLst>
              <a:ahLst/>
              <a:cxnLst>
                <a:cxn ang="0">
                  <a:pos x="connsiteX0" y="connsiteY0"/>
                </a:cxn>
                <a:cxn ang="0">
                  <a:pos x="connsiteX1" y="connsiteY1"/>
                </a:cxn>
                <a:cxn ang="0">
                  <a:pos x="connsiteX2" y="connsiteY2"/>
                </a:cxn>
                <a:cxn ang="0">
                  <a:pos x="connsiteX3" y="connsiteY3"/>
                </a:cxn>
              </a:cxnLst>
              <a:rect l="l" t="t" r="r" b="b"/>
              <a:pathLst>
                <a:path w="211971" h="26496">
                  <a:moveTo>
                    <a:pt x="0" y="0"/>
                  </a:moveTo>
                  <a:lnTo>
                    <a:pt x="222173" y="0"/>
                  </a:lnTo>
                  <a:lnTo>
                    <a:pt x="222173" y="33121"/>
                  </a:lnTo>
                  <a:lnTo>
                    <a:pt x="0" y="33121"/>
                  </a:lnTo>
                  <a:close/>
                </a:path>
              </a:pathLst>
            </a:custGeom>
            <a:grpFill/>
            <a:ln w="12700" cap="rnd">
              <a:solidFill>
                <a:schemeClr val="bg1"/>
              </a:solidFill>
              <a:prstDash val="solid"/>
              <a:round/>
            </a:ln>
          </p:spPr>
          <p:txBody>
            <a:bodyPr rtlCol="0" anchor="ctr"/>
            <a:lstStyle/>
            <a:p>
              <a:endParaRPr lang="en-GB" sz="1600" dirty="0"/>
            </a:p>
          </p:txBody>
        </p:sp>
        <p:sp>
          <p:nvSpPr>
            <p:cNvPr id="96" name="Freeform: Shape 71">
              <a:extLst>
                <a:ext uri="{FF2B5EF4-FFF2-40B4-BE49-F238E27FC236}">
                  <a16:creationId xmlns:a16="http://schemas.microsoft.com/office/drawing/2014/main" id="{98D51D37-CBFF-4EBE-A225-7A289A5AEB45}"/>
                </a:ext>
              </a:extLst>
            </p:cNvPr>
            <p:cNvSpPr/>
            <p:nvPr/>
          </p:nvSpPr>
          <p:spPr>
            <a:xfrm>
              <a:off x="4417184" y="1710959"/>
              <a:ext cx="26496" cy="26496"/>
            </a:xfrm>
            <a:custGeom>
              <a:avLst/>
              <a:gdLst>
                <a:gd name="connsiteX0" fmla="*/ 0 w 26496"/>
                <a:gd name="connsiteY0" fmla="*/ 0 h 26496"/>
                <a:gd name="connsiteX1" fmla="*/ 33253 w 26496"/>
                <a:gd name="connsiteY1" fmla="*/ 33253 h 26496"/>
              </a:gdLst>
              <a:ahLst/>
              <a:cxnLst>
                <a:cxn ang="0">
                  <a:pos x="connsiteX0" y="connsiteY0"/>
                </a:cxn>
                <a:cxn ang="0">
                  <a:pos x="connsiteX1" y="connsiteY1"/>
                </a:cxn>
              </a:cxnLst>
              <a:rect l="l" t="t" r="r" b="b"/>
              <a:pathLst>
                <a:path w="26496" h="26496">
                  <a:moveTo>
                    <a:pt x="0" y="0"/>
                  </a:moveTo>
                  <a:lnTo>
                    <a:pt x="33253" y="33253"/>
                  </a:lnTo>
                </a:path>
              </a:pathLst>
            </a:custGeom>
            <a:grpFill/>
            <a:ln w="12700" cap="rnd">
              <a:solidFill>
                <a:schemeClr val="bg1"/>
              </a:solidFill>
              <a:prstDash val="solid"/>
              <a:round/>
            </a:ln>
          </p:spPr>
          <p:txBody>
            <a:bodyPr rtlCol="0" anchor="ctr"/>
            <a:lstStyle/>
            <a:p>
              <a:endParaRPr lang="en-GB" sz="1600" dirty="0"/>
            </a:p>
          </p:txBody>
        </p:sp>
        <p:sp>
          <p:nvSpPr>
            <p:cNvPr id="97" name="Freeform: Shape 72">
              <a:extLst>
                <a:ext uri="{FF2B5EF4-FFF2-40B4-BE49-F238E27FC236}">
                  <a16:creationId xmlns:a16="http://schemas.microsoft.com/office/drawing/2014/main" id="{B2286925-4604-44D2-BF09-0E6D9F24317D}"/>
                </a:ext>
              </a:extLst>
            </p:cNvPr>
            <p:cNvSpPr/>
            <p:nvPr/>
          </p:nvSpPr>
          <p:spPr>
            <a:xfrm>
              <a:off x="4417184" y="1710959"/>
              <a:ext cx="26496" cy="26496"/>
            </a:xfrm>
            <a:custGeom>
              <a:avLst/>
              <a:gdLst>
                <a:gd name="connsiteX0" fmla="*/ 33253 w 26496"/>
                <a:gd name="connsiteY0" fmla="*/ 0 h 26496"/>
                <a:gd name="connsiteX1" fmla="*/ 0 w 26496"/>
                <a:gd name="connsiteY1" fmla="*/ 33253 h 26496"/>
              </a:gdLst>
              <a:ahLst/>
              <a:cxnLst>
                <a:cxn ang="0">
                  <a:pos x="connsiteX0" y="connsiteY0"/>
                </a:cxn>
                <a:cxn ang="0">
                  <a:pos x="connsiteX1" y="connsiteY1"/>
                </a:cxn>
              </a:cxnLst>
              <a:rect l="l" t="t" r="r" b="b"/>
              <a:pathLst>
                <a:path w="26496" h="26496">
                  <a:moveTo>
                    <a:pt x="33253" y="0"/>
                  </a:moveTo>
                  <a:lnTo>
                    <a:pt x="0" y="33253"/>
                  </a:lnTo>
                </a:path>
              </a:pathLst>
            </a:custGeom>
            <a:grpFill/>
            <a:ln w="12700" cap="rnd">
              <a:solidFill>
                <a:schemeClr val="bg1"/>
              </a:solidFill>
              <a:prstDash val="solid"/>
              <a:round/>
            </a:ln>
          </p:spPr>
          <p:txBody>
            <a:bodyPr rtlCol="0" anchor="ctr"/>
            <a:lstStyle/>
            <a:p>
              <a:endParaRPr lang="en-GB" sz="1600" dirty="0"/>
            </a:p>
          </p:txBody>
        </p:sp>
        <p:sp>
          <p:nvSpPr>
            <p:cNvPr id="98" name="Freeform: Shape 73">
              <a:extLst>
                <a:ext uri="{FF2B5EF4-FFF2-40B4-BE49-F238E27FC236}">
                  <a16:creationId xmlns:a16="http://schemas.microsoft.com/office/drawing/2014/main" id="{DE755887-1E43-410D-94BE-E91E77D4BF7B}"/>
                </a:ext>
              </a:extLst>
            </p:cNvPr>
            <p:cNvSpPr/>
            <p:nvPr/>
          </p:nvSpPr>
          <p:spPr>
            <a:xfrm>
              <a:off x="4561457" y="1710959"/>
              <a:ext cx="26496" cy="26496"/>
            </a:xfrm>
            <a:custGeom>
              <a:avLst/>
              <a:gdLst>
                <a:gd name="connsiteX0" fmla="*/ 0 w 26496"/>
                <a:gd name="connsiteY0" fmla="*/ 0 h 26496"/>
                <a:gd name="connsiteX1" fmla="*/ 33121 w 26496"/>
                <a:gd name="connsiteY1" fmla="*/ 33253 h 26496"/>
              </a:gdLst>
              <a:ahLst/>
              <a:cxnLst>
                <a:cxn ang="0">
                  <a:pos x="connsiteX0" y="connsiteY0"/>
                </a:cxn>
                <a:cxn ang="0">
                  <a:pos x="connsiteX1" y="connsiteY1"/>
                </a:cxn>
              </a:cxnLst>
              <a:rect l="l" t="t" r="r" b="b"/>
              <a:pathLst>
                <a:path w="26496" h="26496">
                  <a:moveTo>
                    <a:pt x="0" y="0"/>
                  </a:moveTo>
                  <a:lnTo>
                    <a:pt x="33121" y="33253"/>
                  </a:lnTo>
                </a:path>
              </a:pathLst>
            </a:custGeom>
            <a:grpFill/>
            <a:ln w="12700" cap="rnd">
              <a:solidFill>
                <a:schemeClr val="bg1"/>
              </a:solidFill>
              <a:prstDash val="solid"/>
              <a:round/>
            </a:ln>
          </p:spPr>
          <p:txBody>
            <a:bodyPr rtlCol="0" anchor="ctr"/>
            <a:lstStyle/>
            <a:p>
              <a:endParaRPr lang="en-GB" sz="1600" dirty="0"/>
            </a:p>
          </p:txBody>
        </p:sp>
        <p:sp>
          <p:nvSpPr>
            <p:cNvPr id="99" name="Freeform: Shape 74">
              <a:extLst>
                <a:ext uri="{FF2B5EF4-FFF2-40B4-BE49-F238E27FC236}">
                  <a16:creationId xmlns:a16="http://schemas.microsoft.com/office/drawing/2014/main" id="{EBDB654C-F56E-41C2-934A-B4DC59284AA5}"/>
                </a:ext>
              </a:extLst>
            </p:cNvPr>
            <p:cNvSpPr/>
            <p:nvPr/>
          </p:nvSpPr>
          <p:spPr>
            <a:xfrm>
              <a:off x="4561457" y="1710959"/>
              <a:ext cx="26496" cy="26496"/>
            </a:xfrm>
            <a:custGeom>
              <a:avLst/>
              <a:gdLst>
                <a:gd name="connsiteX0" fmla="*/ 33121 w 26496"/>
                <a:gd name="connsiteY0" fmla="*/ 0 h 26496"/>
                <a:gd name="connsiteX1" fmla="*/ 0 w 26496"/>
                <a:gd name="connsiteY1" fmla="*/ 33253 h 26496"/>
              </a:gdLst>
              <a:ahLst/>
              <a:cxnLst>
                <a:cxn ang="0">
                  <a:pos x="connsiteX0" y="connsiteY0"/>
                </a:cxn>
                <a:cxn ang="0">
                  <a:pos x="connsiteX1" y="connsiteY1"/>
                </a:cxn>
              </a:cxnLst>
              <a:rect l="l" t="t" r="r" b="b"/>
              <a:pathLst>
                <a:path w="26496" h="26496">
                  <a:moveTo>
                    <a:pt x="33121" y="0"/>
                  </a:moveTo>
                  <a:lnTo>
                    <a:pt x="0" y="33253"/>
                  </a:lnTo>
                </a:path>
              </a:pathLst>
            </a:custGeom>
            <a:grpFill/>
            <a:ln w="12700" cap="rnd">
              <a:solidFill>
                <a:schemeClr val="bg1"/>
              </a:solidFill>
              <a:prstDash val="solid"/>
              <a:round/>
            </a:ln>
          </p:spPr>
          <p:txBody>
            <a:bodyPr rtlCol="0" anchor="ctr"/>
            <a:lstStyle/>
            <a:p>
              <a:endParaRPr lang="en-GB" sz="1600" dirty="0"/>
            </a:p>
          </p:txBody>
        </p:sp>
        <p:sp>
          <p:nvSpPr>
            <p:cNvPr id="100" name="Freeform: Shape 75">
              <a:extLst>
                <a:ext uri="{FF2B5EF4-FFF2-40B4-BE49-F238E27FC236}">
                  <a16:creationId xmlns:a16="http://schemas.microsoft.com/office/drawing/2014/main" id="{54844F01-ADD8-461D-A054-983E97A6A2E0}"/>
                </a:ext>
              </a:extLst>
            </p:cNvPr>
            <p:cNvSpPr/>
            <p:nvPr/>
          </p:nvSpPr>
          <p:spPr>
            <a:xfrm>
              <a:off x="4505947" y="1608152"/>
              <a:ext cx="13248" cy="39745"/>
            </a:xfrm>
            <a:custGeom>
              <a:avLst/>
              <a:gdLst>
                <a:gd name="connsiteX0" fmla="*/ 0 w 0"/>
                <a:gd name="connsiteY0" fmla="*/ 44912 h 39744"/>
                <a:gd name="connsiteX1" fmla="*/ 0 w 0"/>
                <a:gd name="connsiteY1" fmla="*/ 0 h 39744"/>
              </a:gdLst>
              <a:ahLst/>
              <a:cxnLst>
                <a:cxn ang="0">
                  <a:pos x="connsiteX0" y="connsiteY0"/>
                </a:cxn>
                <a:cxn ang="0">
                  <a:pos x="connsiteX1" y="connsiteY1"/>
                </a:cxn>
              </a:cxnLst>
              <a:rect l="l" t="t" r="r" b="b"/>
              <a:pathLst>
                <a:path h="39744">
                  <a:moveTo>
                    <a:pt x="0" y="44912"/>
                  </a:moveTo>
                  <a:lnTo>
                    <a:pt x="0" y="0"/>
                  </a:lnTo>
                </a:path>
              </a:pathLst>
            </a:custGeom>
            <a:grpFill/>
            <a:ln w="12700" cap="rnd">
              <a:solidFill>
                <a:schemeClr val="bg1"/>
              </a:solidFill>
              <a:prstDash val="solid"/>
              <a:round/>
            </a:ln>
          </p:spPr>
          <p:txBody>
            <a:bodyPr rtlCol="0" anchor="ctr"/>
            <a:lstStyle/>
            <a:p>
              <a:endParaRPr lang="en-GB" sz="1600" dirty="0"/>
            </a:p>
          </p:txBody>
        </p:sp>
        <p:sp>
          <p:nvSpPr>
            <p:cNvPr id="101" name="Freeform: Shape 76">
              <a:extLst>
                <a:ext uri="{FF2B5EF4-FFF2-40B4-BE49-F238E27FC236}">
                  <a16:creationId xmlns:a16="http://schemas.microsoft.com/office/drawing/2014/main" id="{19962AA1-BC64-4B41-A48C-BD87041BB1A1}"/>
                </a:ext>
              </a:extLst>
            </p:cNvPr>
            <p:cNvSpPr/>
            <p:nvPr/>
          </p:nvSpPr>
          <p:spPr>
            <a:xfrm>
              <a:off x="4488062" y="1568010"/>
              <a:ext cx="26496" cy="26496"/>
            </a:xfrm>
            <a:custGeom>
              <a:avLst/>
              <a:gdLst>
                <a:gd name="connsiteX0" fmla="*/ 35770 w 26496"/>
                <a:gd name="connsiteY0" fmla="*/ 17885 h 26496"/>
                <a:gd name="connsiteX1" fmla="*/ 17885 w 26496"/>
                <a:gd name="connsiteY1" fmla="*/ 35770 h 26496"/>
                <a:gd name="connsiteX2" fmla="*/ 0 w 26496"/>
                <a:gd name="connsiteY2" fmla="*/ 17885 h 26496"/>
                <a:gd name="connsiteX3" fmla="*/ 17885 w 26496"/>
                <a:gd name="connsiteY3" fmla="*/ 0 h 26496"/>
                <a:gd name="connsiteX4" fmla="*/ 35770 w 26496"/>
                <a:gd name="connsiteY4" fmla="*/ 17885 h 264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96" h="26496">
                  <a:moveTo>
                    <a:pt x="35770" y="17885"/>
                  </a:moveTo>
                  <a:cubicBezTo>
                    <a:pt x="35770" y="27763"/>
                    <a:pt x="27763" y="35770"/>
                    <a:pt x="17885" y="35770"/>
                  </a:cubicBezTo>
                  <a:cubicBezTo>
                    <a:pt x="8007" y="35770"/>
                    <a:pt x="0" y="27763"/>
                    <a:pt x="0" y="17885"/>
                  </a:cubicBezTo>
                  <a:cubicBezTo>
                    <a:pt x="0" y="8007"/>
                    <a:pt x="8007" y="0"/>
                    <a:pt x="17885" y="0"/>
                  </a:cubicBezTo>
                  <a:cubicBezTo>
                    <a:pt x="27763" y="0"/>
                    <a:pt x="35770" y="8007"/>
                    <a:pt x="35770" y="17885"/>
                  </a:cubicBezTo>
                  <a:close/>
                </a:path>
              </a:pathLst>
            </a:custGeom>
            <a:grpFill/>
            <a:ln w="12700" cap="rnd">
              <a:solidFill>
                <a:schemeClr val="bg1"/>
              </a:solidFill>
              <a:prstDash val="solid"/>
              <a:round/>
            </a:ln>
          </p:spPr>
          <p:txBody>
            <a:bodyPr rtlCol="0" anchor="ctr"/>
            <a:lstStyle/>
            <a:p>
              <a:endParaRPr lang="en-GB" sz="1600" dirty="0"/>
            </a:p>
          </p:txBody>
        </p:sp>
      </p:grpSp>
      <p:grpSp>
        <p:nvGrpSpPr>
          <p:cNvPr id="104" name="Group 103">
            <a:extLst>
              <a:ext uri="{FF2B5EF4-FFF2-40B4-BE49-F238E27FC236}">
                <a16:creationId xmlns:a16="http://schemas.microsoft.com/office/drawing/2014/main" id="{E34C5742-C35C-4F63-80BC-E6FE362A2AC9}"/>
              </a:ext>
              <a:ext uri="{C183D7F6-B498-43B3-948B-1728B52AA6E4}">
                <adec:decorative xmlns:adec="http://schemas.microsoft.com/office/drawing/2017/decorative" val="1"/>
              </a:ext>
            </a:extLst>
          </p:cNvPr>
          <p:cNvGrpSpPr/>
          <p:nvPr userDrawn="1"/>
        </p:nvGrpSpPr>
        <p:grpSpPr>
          <a:xfrm>
            <a:off x="6559527" y="5590082"/>
            <a:ext cx="438168" cy="265916"/>
            <a:chOff x="4139310" y="2382327"/>
            <a:chExt cx="561027" cy="340478"/>
          </a:xfrm>
          <a:noFill/>
        </p:grpSpPr>
        <p:sp>
          <p:nvSpPr>
            <p:cNvPr id="105" name="Freeform: Shape 91">
              <a:extLst>
                <a:ext uri="{FF2B5EF4-FFF2-40B4-BE49-F238E27FC236}">
                  <a16:creationId xmlns:a16="http://schemas.microsoft.com/office/drawing/2014/main" id="{ABFBA63E-06FB-41CC-BB02-EF98AEE91FBA}"/>
                </a:ext>
              </a:extLst>
            </p:cNvPr>
            <p:cNvSpPr/>
            <p:nvPr/>
          </p:nvSpPr>
          <p:spPr>
            <a:xfrm>
              <a:off x="4139310" y="2382327"/>
              <a:ext cx="340478" cy="340478"/>
            </a:xfrm>
            <a:custGeom>
              <a:avLst/>
              <a:gdLst>
                <a:gd name="connsiteX0" fmla="*/ 336148 w 340477"/>
                <a:gd name="connsiteY0" fmla="*/ 118636 h 340477"/>
                <a:gd name="connsiteX1" fmla="*/ 335494 w 340477"/>
                <a:gd name="connsiteY1" fmla="*/ 227981 h 340477"/>
                <a:gd name="connsiteX2" fmla="*/ 116802 w 340477"/>
                <a:gd name="connsiteY2" fmla="*/ 335494 h 340477"/>
                <a:gd name="connsiteX3" fmla="*/ 9290 w 340477"/>
                <a:gd name="connsiteY3" fmla="*/ 116802 h 340477"/>
                <a:gd name="connsiteX4" fmla="*/ 227981 w 340477"/>
                <a:gd name="connsiteY4" fmla="*/ 9290 h 340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477" h="340477">
                  <a:moveTo>
                    <a:pt x="336148" y="118636"/>
                  </a:moveTo>
                  <a:cubicBezTo>
                    <a:pt x="347410" y="152945"/>
                    <a:pt x="348065" y="191183"/>
                    <a:pt x="335494" y="227981"/>
                  </a:cubicBezTo>
                  <a:cubicBezTo>
                    <a:pt x="304851" y="318077"/>
                    <a:pt x="206898" y="366267"/>
                    <a:pt x="116802" y="335494"/>
                  </a:cubicBezTo>
                  <a:cubicBezTo>
                    <a:pt x="26707" y="304851"/>
                    <a:pt x="-21484" y="206898"/>
                    <a:pt x="9290" y="116802"/>
                  </a:cubicBezTo>
                  <a:cubicBezTo>
                    <a:pt x="40064" y="26707"/>
                    <a:pt x="137886" y="-21484"/>
                    <a:pt x="227981" y="9290"/>
                  </a:cubicBezTo>
                </a:path>
              </a:pathLst>
            </a:custGeom>
            <a:grpFill/>
            <a:ln w="12700" cap="flat">
              <a:solidFill>
                <a:schemeClr val="bg1"/>
              </a:solidFill>
              <a:prstDash val="solid"/>
              <a:round/>
            </a:ln>
          </p:spPr>
          <p:txBody>
            <a:bodyPr rtlCol="0" anchor="ctr"/>
            <a:lstStyle/>
            <a:p>
              <a:endParaRPr lang="en-GB" sz="1600" dirty="0"/>
            </a:p>
          </p:txBody>
        </p:sp>
        <p:sp>
          <p:nvSpPr>
            <p:cNvPr id="106" name="Freeform: Shape 92">
              <a:extLst>
                <a:ext uri="{FF2B5EF4-FFF2-40B4-BE49-F238E27FC236}">
                  <a16:creationId xmlns:a16="http://schemas.microsoft.com/office/drawing/2014/main" id="{C5DBD175-C25C-40B3-A5BB-B3FAA22C3F70}"/>
                </a:ext>
              </a:extLst>
            </p:cNvPr>
            <p:cNvSpPr/>
            <p:nvPr/>
          </p:nvSpPr>
          <p:spPr>
            <a:xfrm>
              <a:off x="4359859" y="2382327"/>
              <a:ext cx="340478" cy="340478"/>
            </a:xfrm>
            <a:custGeom>
              <a:avLst/>
              <a:gdLst>
                <a:gd name="connsiteX0" fmla="*/ 8610 w 340477"/>
                <a:gd name="connsiteY0" fmla="*/ 226148 h 340477"/>
                <a:gd name="connsiteX1" fmla="*/ 9265 w 340477"/>
                <a:gd name="connsiteY1" fmla="*/ 116802 h 340477"/>
                <a:gd name="connsiteX2" fmla="*/ 227956 w 340477"/>
                <a:gd name="connsiteY2" fmla="*/ 9290 h 340477"/>
                <a:gd name="connsiteX3" fmla="*/ 335469 w 340477"/>
                <a:gd name="connsiteY3" fmla="*/ 227981 h 340477"/>
                <a:gd name="connsiteX4" fmla="*/ 116777 w 340477"/>
                <a:gd name="connsiteY4" fmla="*/ 335494 h 340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477" h="340477">
                  <a:moveTo>
                    <a:pt x="8610" y="226148"/>
                  </a:moveTo>
                  <a:cubicBezTo>
                    <a:pt x="-2652" y="191838"/>
                    <a:pt x="-3307" y="153600"/>
                    <a:pt x="9265" y="116802"/>
                  </a:cubicBezTo>
                  <a:cubicBezTo>
                    <a:pt x="39908" y="26707"/>
                    <a:pt x="137861" y="-21484"/>
                    <a:pt x="227956" y="9290"/>
                  </a:cubicBezTo>
                  <a:cubicBezTo>
                    <a:pt x="318052" y="39933"/>
                    <a:pt x="366243" y="137886"/>
                    <a:pt x="335469" y="227981"/>
                  </a:cubicBezTo>
                  <a:cubicBezTo>
                    <a:pt x="304826" y="318077"/>
                    <a:pt x="206873" y="366267"/>
                    <a:pt x="116777" y="335494"/>
                  </a:cubicBezTo>
                </a:path>
              </a:pathLst>
            </a:custGeom>
            <a:grpFill/>
            <a:ln w="12700" cap="flat">
              <a:solidFill>
                <a:schemeClr val="bg1"/>
              </a:solidFill>
              <a:prstDash val="solid"/>
              <a:round/>
            </a:ln>
          </p:spPr>
          <p:txBody>
            <a:bodyPr rtlCol="0" anchor="ctr"/>
            <a:lstStyle/>
            <a:p>
              <a:endParaRPr lang="en-GB" sz="1600" dirty="0"/>
            </a:p>
          </p:txBody>
        </p:sp>
      </p:grpSp>
      <p:sp>
        <p:nvSpPr>
          <p:cNvPr id="107" name="Freeform: Shape 171">
            <a:extLst>
              <a:ext uri="{FF2B5EF4-FFF2-40B4-BE49-F238E27FC236}">
                <a16:creationId xmlns:a16="http://schemas.microsoft.com/office/drawing/2014/main" id="{C90BA74C-6168-4000-8F6D-9B4B963479E7}"/>
              </a:ext>
              <a:ext uri="{C183D7F6-B498-43B3-948B-1728B52AA6E4}">
                <adec:decorative xmlns:adec="http://schemas.microsoft.com/office/drawing/2017/decorative" val="1"/>
              </a:ext>
            </a:extLst>
          </p:cNvPr>
          <p:cNvSpPr/>
          <p:nvPr userDrawn="1"/>
        </p:nvSpPr>
        <p:spPr>
          <a:xfrm>
            <a:off x="8928119" y="5511775"/>
            <a:ext cx="262654" cy="422530"/>
          </a:xfrm>
          <a:custGeom>
            <a:avLst/>
            <a:gdLst>
              <a:gd name="connsiteX0" fmla="*/ 311668 w 301191"/>
              <a:gd name="connsiteY0" fmla="*/ 89179 h 484525"/>
              <a:gd name="connsiteX1" fmla="*/ 311668 w 301191"/>
              <a:gd name="connsiteY1" fmla="*/ 323977 h 484525"/>
              <a:gd name="connsiteX2" fmla="*/ 155834 w 301191"/>
              <a:gd name="connsiteY2" fmla="*/ 490550 h 484525"/>
              <a:gd name="connsiteX3" fmla="*/ 0 w 301191"/>
              <a:gd name="connsiteY3" fmla="*/ 325156 h 484525"/>
              <a:gd name="connsiteX4" fmla="*/ 0 w 301191"/>
              <a:gd name="connsiteY4" fmla="*/ 90489 h 484525"/>
              <a:gd name="connsiteX5" fmla="*/ 155834 w 301191"/>
              <a:gd name="connsiteY5" fmla="*/ 0 h 484525"/>
              <a:gd name="connsiteX6" fmla="*/ 311668 w 301191"/>
              <a:gd name="connsiteY6" fmla="*/ 89179 h 48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1191" h="484525">
                <a:moveTo>
                  <a:pt x="311668" y="89179"/>
                </a:moveTo>
                <a:lnTo>
                  <a:pt x="311668" y="323977"/>
                </a:lnTo>
                <a:cubicBezTo>
                  <a:pt x="311668" y="399930"/>
                  <a:pt x="155834" y="490550"/>
                  <a:pt x="155834" y="490550"/>
                </a:cubicBezTo>
                <a:cubicBezTo>
                  <a:pt x="155834" y="490550"/>
                  <a:pt x="0" y="400061"/>
                  <a:pt x="0" y="325156"/>
                </a:cubicBezTo>
                <a:lnTo>
                  <a:pt x="0" y="90489"/>
                </a:lnTo>
                <a:cubicBezTo>
                  <a:pt x="0" y="90489"/>
                  <a:pt x="155834" y="71500"/>
                  <a:pt x="155834" y="0"/>
                </a:cubicBezTo>
                <a:cubicBezTo>
                  <a:pt x="155834" y="71238"/>
                  <a:pt x="311668" y="89179"/>
                  <a:pt x="311668" y="89179"/>
                </a:cubicBezTo>
                <a:close/>
              </a:path>
            </a:pathLst>
          </a:custGeom>
          <a:noFill/>
          <a:ln w="12700" cap="flat">
            <a:solidFill>
              <a:schemeClr val="bg1"/>
            </a:solidFill>
            <a:prstDash val="solid"/>
            <a:round/>
          </a:ln>
        </p:spPr>
        <p:txBody>
          <a:bodyPr rtlCol="0" anchor="ctr"/>
          <a:lstStyle/>
          <a:p>
            <a:endParaRPr lang="en-GB" sz="1600" dirty="0"/>
          </a:p>
        </p:txBody>
      </p:sp>
      <p:grpSp>
        <p:nvGrpSpPr>
          <p:cNvPr id="32" name="Group 31">
            <a:extLst>
              <a:ext uri="{FF2B5EF4-FFF2-40B4-BE49-F238E27FC236}">
                <a16:creationId xmlns:a16="http://schemas.microsoft.com/office/drawing/2014/main" id="{579AE630-55EA-4A6E-B615-7DED25526FA5}"/>
              </a:ext>
              <a:ext uri="{C183D7F6-B498-43B3-948B-1728B52AA6E4}">
                <adec:decorative xmlns:adec="http://schemas.microsoft.com/office/drawing/2017/decorative" val="1"/>
              </a:ext>
            </a:extLst>
          </p:cNvPr>
          <p:cNvGrpSpPr/>
          <p:nvPr userDrawn="1"/>
        </p:nvGrpSpPr>
        <p:grpSpPr>
          <a:xfrm>
            <a:off x="670282" y="5327041"/>
            <a:ext cx="792000" cy="792000"/>
            <a:chOff x="616942" y="5297414"/>
            <a:chExt cx="792000" cy="792000"/>
          </a:xfrm>
        </p:grpSpPr>
        <p:sp>
          <p:nvSpPr>
            <p:cNvPr id="87" name="Oval 86">
              <a:extLst>
                <a:ext uri="{FF2B5EF4-FFF2-40B4-BE49-F238E27FC236}">
                  <a16:creationId xmlns:a16="http://schemas.microsoft.com/office/drawing/2014/main" id="{DBC711A4-BD21-41CC-A637-54D30B788857}"/>
                </a:ext>
              </a:extLst>
            </p:cNvPr>
            <p:cNvSpPr/>
            <p:nvPr userDrawn="1"/>
          </p:nvSpPr>
          <p:spPr>
            <a:xfrm>
              <a:off x="616942" y="5297414"/>
              <a:ext cx="792000" cy="79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08" name="Group 107">
              <a:extLst>
                <a:ext uri="{FF2B5EF4-FFF2-40B4-BE49-F238E27FC236}">
                  <a16:creationId xmlns:a16="http://schemas.microsoft.com/office/drawing/2014/main" id="{B500FD5C-4CA6-4EF2-AAC3-2966FC8BADFE}"/>
                </a:ext>
              </a:extLst>
            </p:cNvPr>
            <p:cNvGrpSpPr/>
            <p:nvPr userDrawn="1"/>
          </p:nvGrpSpPr>
          <p:grpSpPr>
            <a:xfrm>
              <a:off x="784573" y="5468065"/>
              <a:ext cx="456737" cy="450699"/>
              <a:chOff x="8707777" y="3799709"/>
              <a:chExt cx="463408" cy="457281"/>
            </a:xfrm>
          </p:grpSpPr>
          <p:sp>
            <p:nvSpPr>
              <p:cNvPr id="109" name="Freeform: Shape 386">
                <a:extLst>
                  <a:ext uri="{FF2B5EF4-FFF2-40B4-BE49-F238E27FC236}">
                    <a16:creationId xmlns:a16="http://schemas.microsoft.com/office/drawing/2014/main" id="{7AA85A08-9CBC-4474-8231-4DA9A2594C66}"/>
                  </a:ext>
                </a:extLst>
              </p:cNvPr>
              <p:cNvSpPr/>
              <p:nvPr/>
            </p:nvSpPr>
            <p:spPr>
              <a:xfrm>
                <a:off x="8707777" y="3799709"/>
                <a:ext cx="260559" cy="351754"/>
              </a:xfrm>
              <a:custGeom>
                <a:avLst/>
                <a:gdLst>
                  <a:gd name="connsiteX0" fmla="*/ 262513 w 260558"/>
                  <a:gd name="connsiteY0" fmla="*/ 131192 h 351754"/>
                  <a:gd name="connsiteX1" fmla="*/ 257302 w 260558"/>
                  <a:gd name="connsiteY1" fmla="*/ 167800 h 351754"/>
                  <a:gd name="connsiteX2" fmla="*/ 256520 w 260558"/>
                  <a:gd name="connsiteY2" fmla="*/ 170275 h 351754"/>
                  <a:gd name="connsiteX3" fmla="*/ 246228 w 260558"/>
                  <a:gd name="connsiteY3" fmla="*/ 194507 h 351754"/>
                  <a:gd name="connsiteX4" fmla="*/ 197894 w 260558"/>
                  <a:gd name="connsiteY4" fmla="*/ 358008 h 351754"/>
                  <a:gd name="connsiteX5" fmla="*/ 64749 w 260558"/>
                  <a:gd name="connsiteY5" fmla="*/ 358008 h 351754"/>
                  <a:gd name="connsiteX6" fmla="*/ 16676 w 260558"/>
                  <a:gd name="connsiteY6" fmla="*/ 195289 h 351754"/>
                  <a:gd name="connsiteX7" fmla="*/ 5732 w 260558"/>
                  <a:gd name="connsiteY7" fmla="*/ 169363 h 351754"/>
                  <a:gd name="connsiteX8" fmla="*/ 5211 w 260558"/>
                  <a:gd name="connsiteY8" fmla="*/ 167930 h 351754"/>
                  <a:gd name="connsiteX9" fmla="*/ 0 w 260558"/>
                  <a:gd name="connsiteY9" fmla="*/ 131322 h 351754"/>
                  <a:gd name="connsiteX10" fmla="*/ 131322 w 260558"/>
                  <a:gd name="connsiteY10" fmla="*/ 0 h 351754"/>
                  <a:gd name="connsiteX11" fmla="*/ 262513 w 260558"/>
                  <a:gd name="connsiteY11" fmla="*/ 131192 h 35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0558" h="351754">
                    <a:moveTo>
                      <a:pt x="262513" y="131192"/>
                    </a:moveTo>
                    <a:cubicBezTo>
                      <a:pt x="262513" y="143959"/>
                      <a:pt x="260689" y="156205"/>
                      <a:pt x="257302" y="167800"/>
                    </a:cubicBezTo>
                    <a:cubicBezTo>
                      <a:pt x="257041" y="168712"/>
                      <a:pt x="256781" y="169494"/>
                      <a:pt x="256520" y="170275"/>
                    </a:cubicBezTo>
                    <a:cubicBezTo>
                      <a:pt x="256520" y="170275"/>
                      <a:pt x="249485" y="186039"/>
                      <a:pt x="246228" y="194507"/>
                    </a:cubicBezTo>
                    <a:cubicBezTo>
                      <a:pt x="218348" y="265119"/>
                      <a:pt x="197894" y="358008"/>
                      <a:pt x="197894" y="358008"/>
                    </a:cubicBezTo>
                    <a:lnTo>
                      <a:pt x="64749" y="358008"/>
                    </a:lnTo>
                    <a:cubicBezTo>
                      <a:pt x="64749" y="358008"/>
                      <a:pt x="44425" y="265770"/>
                      <a:pt x="16676" y="195289"/>
                    </a:cubicBezTo>
                    <a:cubicBezTo>
                      <a:pt x="13028" y="186169"/>
                      <a:pt x="9380" y="177441"/>
                      <a:pt x="5732" y="169363"/>
                    </a:cubicBezTo>
                    <a:cubicBezTo>
                      <a:pt x="5472" y="168973"/>
                      <a:pt x="5342" y="168451"/>
                      <a:pt x="5211" y="167930"/>
                    </a:cubicBezTo>
                    <a:cubicBezTo>
                      <a:pt x="1824" y="156335"/>
                      <a:pt x="0" y="144089"/>
                      <a:pt x="0" y="131322"/>
                    </a:cubicBezTo>
                    <a:cubicBezTo>
                      <a:pt x="0" y="58756"/>
                      <a:pt x="58886" y="0"/>
                      <a:pt x="131322" y="0"/>
                    </a:cubicBezTo>
                    <a:cubicBezTo>
                      <a:pt x="203757" y="-130"/>
                      <a:pt x="262513" y="58626"/>
                      <a:pt x="262513" y="131192"/>
                    </a:cubicBezTo>
                    <a:close/>
                  </a:path>
                </a:pathLst>
              </a:custGeom>
              <a:noFill/>
              <a:ln w="12700" cap="flat">
                <a:solidFill>
                  <a:schemeClr val="bg1"/>
                </a:solidFill>
                <a:prstDash val="solid"/>
                <a:round/>
              </a:ln>
            </p:spPr>
            <p:txBody>
              <a:bodyPr rtlCol="0" anchor="ctr"/>
              <a:lstStyle/>
              <a:p>
                <a:endParaRPr lang="en-GB" sz="1600" dirty="0"/>
              </a:p>
            </p:txBody>
          </p:sp>
          <p:sp>
            <p:nvSpPr>
              <p:cNvPr id="110" name="Freeform: Shape 387">
                <a:extLst>
                  <a:ext uri="{FF2B5EF4-FFF2-40B4-BE49-F238E27FC236}">
                    <a16:creationId xmlns:a16="http://schemas.microsoft.com/office/drawing/2014/main" id="{B7369E5B-6603-420B-A5CC-57D303030A32}"/>
                  </a:ext>
                </a:extLst>
              </p:cNvPr>
              <p:cNvSpPr/>
              <p:nvPr/>
            </p:nvSpPr>
            <p:spPr>
              <a:xfrm>
                <a:off x="8772396" y="4191850"/>
                <a:ext cx="130279" cy="65140"/>
              </a:xfrm>
              <a:custGeom>
                <a:avLst/>
                <a:gdLst>
                  <a:gd name="connsiteX0" fmla="*/ 37130 w 130279"/>
                  <a:gd name="connsiteY0" fmla="*/ 76344 h 65139"/>
                  <a:gd name="connsiteX1" fmla="*/ 95886 w 130279"/>
                  <a:gd name="connsiteY1" fmla="*/ 76344 h 65139"/>
                  <a:gd name="connsiteX2" fmla="*/ 0 w 130279"/>
                  <a:gd name="connsiteY2" fmla="*/ 38172 h 65139"/>
                  <a:gd name="connsiteX3" fmla="*/ 133276 w 130279"/>
                  <a:gd name="connsiteY3" fmla="*/ 38172 h 65139"/>
                  <a:gd name="connsiteX4" fmla="*/ 0 w 130279"/>
                  <a:gd name="connsiteY4" fmla="*/ 0 h 65139"/>
                  <a:gd name="connsiteX5" fmla="*/ 133276 w 130279"/>
                  <a:gd name="connsiteY5" fmla="*/ 0 h 65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279" h="65139">
                    <a:moveTo>
                      <a:pt x="37130" y="76344"/>
                    </a:moveTo>
                    <a:lnTo>
                      <a:pt x="95886" y="76344"/>
                    </a:lnTo>
                    <a:moveTo>
                      <a:pt x="0" y="38172"/>
                    </a:moveTo>
                    <a:lnTo>
                      <a:pt x="133276" y="38172"/>
                    </a:lnTo>
                    <a:moveTo>
                      <a:pt x="0" y="0"/>
                    </a:moveTo>
                    <a:lnTo>
                      <a:pt x="133276" y="0"/>
                    </a:lnTo>
                  </a:path>
                </a:pathLst>
              </a:custGeom>
              <a:noFill/>
              <a:ln w="12700" cap="rnd">
                <a:solidFill>
                  <a:schemeClr val="bg1"/>
                </a:solidFill>
                <a:prstDash val="solid"/>
                <a:round/>
              </a:ln>
            </p:spPr>
            <p:txBody>
              <a:bodyPr rtlCol="0" anchor="ctr"/>
              <a:lstStyle/>
              <a:p>
                <a:endParaRPr lang="en-GB" sz="1600" dirty="0"/>
              </a:p>
            </p:txBody>
          </p:sp>
          <p:sp>
            <p:nvSpPr>
              <p:cNvPr id="111" name="Freeform: Shape 388">
                <a:extLst>
                  <a:ext uri="{FF2B5EF4-FFF2-40B4-BE49-F238E27FC236}">
                    <a16:creationId xmlns:a16="http://schemas.microsoft.com/office/drawing/2014/main" id="{EED8B283-AE2A-4420-A55D-CE08F273936F}"/>
                  </a:ext>
                </a:extLst>
              </p:cNvPr>
              <p:cNvSpPr/>
              <p:nvPr/>
            </p:nvSpPr>
            <p:spPr>
              <a:xfrm>
                <a:off x="8949710" y="3891299"/>
                <a:ext cx="221475" cy="325698"/>
              </a:xfrm>
              <a:custGeom>
                <a:avLst/>
                <a:gdLst>
                  <a:gd name="connsiteX0" fmla="*/ 3123 w 221474"/>
                  <a:gd name="connsiteY0" fmla="*/ 303027 h 325698"/>
                  <a:gd name="connsiteX1" fmla="*/ 257 w 221474"/>
                  <a:gd name="connsiteY1" fmla="*/ 317488 h 325698"/>
                  <a:gd name="connsiteX2" fmla="*/ 10940 w 221474"/>
                  <a:gd name="connsiteY2" fmla="*/ 333512 h 325698"/>
                  <a:gd name="connsiteX3" fmla="*/ 35302 w 221474"/>
                  <a:gd name="connsiteY3" fmla="*/ 338463 h 325698"/>
                  <a:gd name="connsiteX4" fmla="*/ 51327 w 221474"/>
                  <a:gd name="connsiteY4" fmla="*/ 327780 h 325698"/>
                  <a:gd name="connsiteX5" fmla="*/ 54193 w 221474"/>
                  <a:gd name="connsiteY5" fmla="*/ 313319 h 325698"/>
                  <a:gd name="connsiteX6" fmla="*/ 114121 w 221474"/>
                  <a:gd name="connsiteY6" fmla="*/ 301333 h 325698"/>
                  <a:gd name="connsiteX7" fmla="*/ 121678 w 221474"/>
                  <a:gd name="connsiteY7" fmla="*/ 312797 h 325698"/>
                  <a:gd name="connsiteX8" fmla="*/ 140438 w 221474"/>
                  <a:gd name="connsiteY8" fmla="*/ 316576 h 325698"/>
                  <a:gd name="connsiteX9" fmla="*/ 161283 w 221474"/>
                  <a:gd name="connsiteY9" fmla="*/ 302766 h 325698"/>
                  <a:gd name="connsiteX10" fmla="*/ 165061 w 221474"/>
                  <a:gd name="connsiteY10" fmla="*/ 284006 h 325698"/>
                  <a:gd name="connsiteX11" fmla="*/ 157244 w 221474"/>
                  <a:gd name="connsiteY11" fmla="*/ 272150 h 325698"/>
                  <a:gd name="connsiteX12" fmla="*/ 190205 w 221474"/>
                  <a:gd name="connsiteY12" fmla="*/ 222774 h 325698"/>
                  <a:gd name="connsiteX13" fmla="*/ 204796 w 221474"/>
                  <a:gd name="connsiteY13" fmla="*/ 225771 h 325698"/>
                  <a:gd name="connsiteX14" fmla="*/ 220690 w 221474"/>
                  <a:gd name="connsiteY14" fmla="*/ 215218 h 325698"/>
                  <a:gd name="connsiteX15" fmla="*/ 225641 w 221474"/>
                  <a:gd name="connsiteY15" fmla="*/ 190726 h 325698"/>
                  <a:gd name="connsiteX16" fmla="*/ 215088 w 221474"/>
                  <a:gd name="connsiteY16" fmla="*/ 174832 h 325698"/>
                  <a:gd name="connsiteX17" fmla="*/ 200497 w 221474"/>
                  <a:gd name="connsiteY17" fmla="*/ 171835 h 325698"/>
                  <a:gd name="connsiteX18" fmla="*/ 186036 w 221474"/>
                  <a:gd name="connsiteY18" fmla="*/ 106305 h 325698"/>
                  <a:gd name="connsiteX19" fmla="*/ 198282 w 221474"/>
                  <a:gd name="connsiteY19" fmla="*/ 98227 h 325698"/>
                  <a:gd name="connsiteX20" fmla="*/ 202060 w 221474"/>
                  <a:gd name="connsiteY20" fmla="*/ 79467 h 325698"/>
                  <a:gd name="connsiteX21" fmla="*/ 188381 w 221474"/>
                  <a:gd name="connsiteY21" fmla="*/ 58622 h 325698"/>
                  <a:gd name="connsiteX22" fmla="*/ 169620 w 221474"/>
                  <a:gd name="connsiteY22" fmla="*/ 54844 h 325698"/>
                  <a:gd name="connsiteX23" fmla="*/ 155420 w 221474"/>
                  <a:gd name="connsiteY23" fmla="*/ 64355 h 325698"/>
                  <a:gd name="connsiteX24" fmla="*/ 110474 w 221474"/>
                  <a:gd name="connsiteY24" fmla="*/ 35693 h 325698"/>
                  <a:gd name="connsiteX25" fmla="*/ 113340 w 221474"/>
                  <a:gd name="connsiteY25" fmla="*/ 21232 h 325698"/>
                  <a:gd name="connsiteX26" fmla="*/ 102657 w 221474"/>
                  <a:gd name="connsiteY26" fmla="*/ 5208 h 325698"/>
                  <a:gd name="connsiteX27" fmla="*/ 78295 w 221474"/>
                  <a:gd name="connsiteY27" fmla="*/ 257 h 325698"/>
                  <a:gd name="connsiteX28" fmla="*/ 62270 w 221474"/>
                  <a:gd name="connsiteY28" fmla="*/ 10940 h 325698"/>
                  <a:gd name="connsiteX29" fmla="*/ 59404 w 221474"/>
                  <a:gd name="connsiteY29" fmla="*/ 25401 h 325698"/>
                  <a:gd name="connsiteX30" fmla="*/ 50675 w 221474"/>
                  <a:gd name="connsiteY30" fmla="*/ 67872 h 325698"/>
                  <a:gd name="connsiteX31" fmla="*/ 76862 w 221474"/>
                  <a:gd name="connsiteY31" fmla="*/ 69696 h 325698"/>
                  <a:gd name="connsiteX32" fmla="*/ 156332 w 221474"/>
                  <a:gd name="connsiteY32" fmla="*/ 189553 h 325698"/>
                  <a:gd name="connsiteX33" fmla="*/ 36475 w 221474"/>
                  <a:gd name="connsiteY33" fmla="*/ 269154 h 325698"/>
                  <a:gd name="connsiteX34" fmla="*/ 11592 w 221474"/>
                  <a:gd name="connsiteY34" fmla="*/ 260686 h 325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21474" h="325698">
                    <a:moveTo>
                      <a:pt x="3123" y="303027"/>
                    </a:moveTo>
                    <a:lnTo>
                      <a:pt x="257" y="317488"/>
                    </a:lnTo>
                    <a:cubicBezTo>
                      <a:pt x="-1176" y="324783"/>
                      <a:pt x="3514" y="332079"/>
                      <a:pt x="10940" y="333512"/>
                    </a:cubicBezTo>
                    <a:lnTo>
                      <a:pt x="35302" y="338463"/>
                    </a:lnTo>
                    <a:cubicBezTo>
                      <a:pt x="42598" y="339896"/>
                      <a:pt x="49763" y="335206"/>
                      <a:pt x="51327" y="327780"/>
                    </a:cubicBezTo>
                    <a:lnTo>
                      <a:pt x="54193" y="313319"/>
                    </a:lnTo>
                    <a:cubicBezTo>
                      <a:pt x="75298" y="313709"/>
                      <a:pt x="95622" y="309541"/>
                      <a:pt x="114121" y="301333"/>
                    </a:cubicBezTo>
                    <a:lnTo>
                      <a:pt x="121678" y="312797"/>
                    </a:lnTo>
                    <a:cubicBezTo>
                      <a:pt x="125847" y="319051"/>
                      <a:pt x="134315" y="320745"/>
                      <a:pt x="140438" y="316576"/>
                    </a:cubicBezTo>
                    <a:lnTo>
                      <a:pt x="161283" y="302766"/>
                    </a:lnTo>
                    <a:cubicBezTo>
                      <a:pt x="167536" y="298597"/>
                      <a:pt x="169230" y="290259"/>
                      <a:pt x="165061" y="284006"/>
                    </a:cubicBezTo>
                    <a:lnTo>
                      <a:pt x="157244" y="272150"/>
                    </a:lnTo>
                    <a:cubicBezTo>
                      <a:pt x="171314" y="258471"/>
                      <a:pt x="182648" y="241795"/>
                      <a:pt x="190205" y="222774"/>
                    </a:cubicBezTo>
                    <a:lnTo>
                      <a:pt x="204796" y="225771"/>
                    </a:lnTo>
                    <a:cubicBezTo>
                      <a:pt x="212092" y="227204"/>
                      <a:pt x="219257" y="222514"/>
                      <a:pt x="220690" y="215218"/>
                    </a:cubicBezTo>
                    <a:lnTo>
                      <a:pt x="225641" y="190726"/>
                    </a:lnTo>
                    <a:cubicBezTo>
                      <a:pt x="227074" y="183430"/>
                      <a:pt x="222384" y="176265"/>
                      <a:pt x="215088" y="174832"/>
                    </a:cubicBezTo>
                    <a:lnTo>
                      <a:pt x="200497" y="171835"/>
                    </a:lnTo>
                    <a:cubicBezTo>
                      <a:pt x="201018" y="148776"/>
                      <a:pt x="195807" y="126368"/>
                      <a:pt x="186036" y="106305"/>
                    </a:cubicBezTo>
                    <a:lnTo>
                      <a:pt x="198282" y="98227"/>
                    </a:lnTo>
                    <a:cubicBezTo>
                      <a:pt x="204535" y="94058"/>
                      <a:pt x="206229" y="85721"/>
                      <a:pt x="202060" y="79467"/>
                    </a:cubicBezTo>
                    <a:lnTo>
                      <a:pt x="188381" y="58622"/>
                    </a:lnTo>
                    <a:cubicBezTo>
                      <a:pt x="184212" y="52369"/>
                      <a:pt x="175874" y="50675"/>
                      <a:pt x="169620" y="54844"/>
                    </a:cubicBezTo>
                    <a:lnTo>
                      <a:pt x="155420" y="64355"/>
                    </a:lnTo>
                    <a:cubicBezTo>
                      <a:pt x="142653" y="52369"/>
                      <a:pt x="127410" y="42468"/>
                      <a:pt x="110474" y="35693"/>
                    </a:cubicBezTo>
                    <a:lnTo>
                      <a:pt x="113340" y="21232"/>
                    </a:lnTo>
                    <a:cubicBezTo>
                      <a:pt x="114773" y="13937"/>
                      <a:pt x="110083" y="6771"/>
                      <a:pt x="102657" y="5208"/>
                    </a:cubicBezTo>
                    <a:lnTo>
                      <a:pt x="78295" y="257"/>
                    </a:lnTo>
                    <a:cubicBezTo>
                      <a:pt x="70999" y="-1176"/>
                      <a:pt x="63703" y="3514"/>
                      <a:pt x="62270" y="10940"/>
                    </a:cubicBezTo>
                    <a:lnTo>
                      <a:pt x="59404" y="25401"/>
                    </a:lnTo>
                    <a:moveTo>
                      <a:pt x="50675" y="67872"/>
                    </a:moveTo>
                    <a:cubicBezTo>
                      <a:pt x="59274" y="67351"/>
                      <a:pt x="68003" y="68003"/>
                      <a:pt x="76862" y="69696"/>
                    </a:cubicBezTo>
                    <a:cubicBezTo>
                      <a:pt x="131839" y="80770"/>
                      <a:pt x="167536" y="134575"/>
                      <a:pt x="156332" y="189553"/>
                    </a:cubicBezTo>
                    <a:cubicBezTo>
                      <a:pt x="145258" y="244531"/>
                      <a:pt x="91583" y="280228"/>
                      <a:pt x="36475" y="269154"/>
                    </a:cubicBezTo>
                    <a:cubicBezTo>
                      <a:pt x="27616" y="267330"/>
                      <a:pt x="19278" y="264464"/>
                      <a:pt x="11592" y="260686"/>
                    </a:cubicBezTo>
                  </a:path>
                </a:pathLst>
              </a:custGeom>
              <a:noFill/>
              <a:ln w="12700" cap="rnd">
                <a:solidFill>
                  <a:schemeClr val="bg1"/>
                </a:solidFill>
                <a:prstDash val="solid"/>
                <a:miter/>
              </a:ln>
            </p:spPr>
            <p:txBody>
              <a:bodyPr rtlCol="0" anchor="ctr"/>
              <a:lstStyle/>
              <a:p>
                <a:endParaRPr lang="en-GB" sz="1600" dirty="0"/>
              </a:p>
            </p:txBody>
          </p:sp>
        </p:grpSp>
      </p:grpSp>
      <p:grpSp>
        <p:nvGrpSpPr>
          <p:cNvPr id="34" name="Group 33">
            <a:extLst>
              <a:ext uri="{FF2B5EF4-FFF2-40B4-BE49-F238E27FC236}">
                <a16:creationId xmlns:a16="http://schemas.microsoft.com/office/drawing/2014/main" id="{7D0AA2F7-6DDB-4031-A4C3-C3D502672503}"/>
              </a:ext>
              <a:ext uri="{C183D7F6-B498-43B3-948B-1728B52AA6E4}">
                <adec:decorative xmlns:adec="http://schemas.microsoft.com/office/drawing/2017/decorative" val="1"/>
              </a:ext>
            </a:extLst>
          </p:cNvPr>
          <p:cNvGrpSpPr/>
          <p:nvPr userDrawn="1"/>
        </p:nvGrpSpPr>
        <p:grpSpPr>
          <a:xfrm>
            <a:off x="670282" y="3265284"/>
            <a:ext cx="792000" cy="792000"/>
            <a:chOff x="616942" y="2848838"/>
            <a:chExt cx="792000" cy="792000"/>
          </a:xfrm>
        </p:grpSpPr>
        <p:sp>
          <p:nvSpPr>
            <p:cNvPr id="115" name="Oval 114">
              <a:extLst>
                <a:ext uri="{FF2B5EF4-FFF2-40B4-BE49-F238E27FC236}">
                  <a16:creationId xmlns:a16="http://schemas.microsoft.com/office/drawing/2014/main" id="{1340CE55-4C83-4D57-90DE-977624D123E3}"/>
                </a:ext>
              </a:extLst>
            </p:cNvPr>
            <p:cNvSpPr/>
            <p:nvPr userDrawn="1"/>
          </p:nvSpPr>
          <p:spPr>
            <a:xfrm>
              <a:off x="616942" y="2848838"/>
              <a:ext cx="792000" cy="792000"/>
            </a:xfrm>
            <a:prstGeom prst="ellipse">
              <a:avLst/>
            </a:prstGeom>
            <a:solidFill>
              <a:srgbClr val="8C16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18" name="Group 117">
              <a:extLst>
                <a:ext uri="{FF2B5EF4-FFF2-40B4-BE49-F238E27FC236}">
                  <a16:creationId xmlns:a16="http://schemas.microsoft.com/office/drawing/2014/main" id="{1FD81101-42E1-4D92-8A4E-E9CBF9A3F5C1}"/>
                </a:ext>
              </a:extLst>
            </p:cNvPr>
            <p:cNvGrpSpPr>
              <a:grpSpLocks noChangeAspect="1"/>
            </p:cNvGrpSpPr>
            <p:nvPr userDrawn="1"/>
          </p:nvGrpSpPr>
          <p:grpSpPr>
            <a:xfrm>
              <a:off x="861436" y="2993589"/>
              <a:ext cx="303012" cy="502498"/>
              <a:chOff x="7330925" y="1169779"/>
              <a:chExt cx="343825" cy="570179"/>
            </a:xfrm>
          </p:grpSpPr>
          <p:sp>
            <p:nvSpPr>
              <p:cNvPr id="119" name="Freeform: Shape 182">
                <a:extLst>
                  <a:ext uri="{FF2B5EF4-FFF2-40B4-BE49-F238E27FC236}">
                    <a16:creationId xmlns:a16="http://schemas.microsoft.com/office/drawing/2014/main" id="{AC4F1B74-327D-4A41-8276-384CC303061D}"/>
                  </a:ext>
                </a:extLst>
              </p:cNvPr>
              <p:cNvSpPr/>
              <p:nvPr/>
            </p:nvSpPr>
            <p:spPr>
              <a:xfrm>
                <a:off x="7361324" y="1169779"/>
                <a:ext cx="313426" cy="261189"/>
              </a:xfrm>
              <a:custGeom>
                <a:avLst/>
                <a:gdLst>
                  <a:gd name="connsiteX0" fmla="*/ 198428 w 228600"/>
                  <a:gd name="connsiteY0" fmla="*/ 198409 h 190500"/>
                  <a:gd name="connsiteX1" fmla="*/ 232432 w 228600"/>
                  <a:gd name="connsiteY1" fmla="*/ 116209 h 190500"/>
                  <a:gd name="connsiteX2" fmla="*/ 198428 w 228600"/>
                  <a:gd name="connsiteY2" fmla="*/ 34008 h 190500"/>
                  <a:gd name="connsiteX3" fmla="*/ 188045 w 228600"/>
                  <a:gd name="connsiteY3" fmla="*/ 24769 h 190500"/>
                  <a:gd name="connsiteX4" fmla="*/ 64506 w 228600"/>
                  <a:gd name="connsiteY4" fmla="*/ 12100 h 190500"/>
                  <a:gd name="connsiteX5" fmla="*/ 61554 w 228600"/>
                  <a:gd name="connsiteY5" fmla="*/ 13624 h 190500"/>
                  <a:gd name="connsiteX6" fmla="*/ 34026 w 228600"/>
                  <a:gd name="connsiteY6" fmla="*/ 34008 h 190500"/>
                  <a:gd name="connsiteX7" fmla="*/ 593 w 228600"/>
                  <a:gd name="connsiteY7" fmla="*/ 104493 h 190500"/>
                  <a:gd name="connsiteX8" fmla="*/ 18501 w 228600"/>
                  <a:gd name="connsiteY8" fmla="*/ 179169 h 190500"/>
                  <a:gd name="connsiteX9" fmla="*/ 34026 w 228600"/>
                  <a:gd name="connsiteY9" fmla="*/ 19840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8600" h="190500">
                    <a:moveTo>
                      <a:pt x="198428" y="198409"/>
                    </a:moveTo>
                    <a:cubicBezTo>
                      <a:pt x="220335" y="176407"/>
                      <a:pt x="232432" y="147260"/>
                      <a:pt x="232432" y="116209"/>
                    </a:cubicBezTo>
                    <a:cubicBezTo>
                      <a:pt x="232432" y="85157"/>
                      <a:pt x="220335" y="56011"/>
                      <a:pt x="198428" y="34008"/>
                    </a:cubicBezTo>
                    <a:cubicBezTo>
                      <a:pt x="195189" y="30769"/>
                      <a:pt x="191665" y="27626"/>
                      <a:pt x="188045" y="24769"/>
                    </a:cubicBezTo>
                    <a:cubicBezTo>
                      <a:pt x="152993" y="-2854"/>
                      <a:pt x="104511" y="-7807"/>
                      <a:pt x="64506" y="12100"/>
                    </a:cubicBezTo>
                    <a:cubicBezTo>
                      <a:pt x="64030" y="12386"/>
                      <a:pt x="62125" y="13339"/>
                      <a:pt x="61554" y="13624"/>
                    </a:cubicBezTo>
                    <a:cubicBezTo>
                      <a:pt x="51457" y="19054"/>
                      <a:pt x="42218" y="25912"/>
                      <a:pt x="34026" y="34008"/>
                    </a:cubicBezTo>
                    <a:cubicBezTo>
                      <a:pt x="15167" y="52867"/>
                      <a:pt x="3261" y="77918"/>
                      <a:pt x="593" y="104493"/>
                    </a:cubicBezTo>
                    <a:cubicBezTo>
                      <a:pt x="-2073" y="130687"/>
                      <a:pt x="4308" y="157166"/>
                      <a:pt x="18501" y="179169"/>
                    </a:cubicBezTo>
                    <a:cubicBezTo>
                      <a:pt x="22977" y="186122"/>
                      <a:pt x="28216" y="192599"/>
                      <a:pt x="34026" y="198409"/>
                    </a:cubicBezTo>
                  </a:path>
                </a:pathLst>
              </a:custGeom>
              <a:noFill/>
              <a:ln w="12700" cap="rnd">
                <a:solidFill>
                  <a:schemeClr val="bg1"/>
                </a:solidFill>
                <a:prstDash val="solid"/>
                <a:miter/>
              </a:ln>
            </p:spPr>
            <p:txBody>
              <a:bodyPr rtlCol="0" anchor="ctr"/>
              <a:lstStyle/>
              <a:p>
                <a:endParaRPr lang="en-GB" sz="1600" dirty="0"/>
              </a:p>
            </p:txBody>
          </p:sp>
          <p:sp>
            <p:nvSpPr>
              <p:cNvPr id="120" name="Freeform: Shape 183">
                <a:extLst>
                  <a:ext uri="{FF2B5EF4-FFF2-40B4-BE49-F238E27FC236}">
                    <a16:creationId xmlns:a16="http://schemas.microsoft.com/office/drawing/2014/main" id="{EA8CD80B-EF0F-4850-92A3-318DE2C4D6BB}"/>
                  </a:ext>
                </a:extLst>
              </p:cNvPr>
              <p:cNvSpPr/>
              <p:nvPr/>
            </p:nvSpPr>
            <p:spPr>
              <a:xfrm>
                <a:off x="7420031" y="1228656"/>
                <a:ext cx="195891" cy="169773"/>
              </a:xfrm>
              <a:custGeom>
                <a:avLst/>
                <a:gdLst>
                  <a:gd name="connsiteX0" fmla="*/ 125320 w 142875"/>
                  <a:gd name="connsiteY0" fmla="*/ 125272 h 123825"/>
                  <a:gd name="connsiteX1" fmla="*/ 125320 w 142875"/>
                  <a:gd name="connsiteY1" fmla="*/ 21449 h 123825"/>
                  <a:gd name="connsiteX2" fmla="*/ 118748 w 142875"/>
                  <a:gd name="connsiteY2" fmla="*/ 15639 h 123825"/>
                  <a:gd name="connsiteX3" fmla="*/ 40643 w 142875"/>
                  <a:gd name="connsiteY3" fmla="*/ 7638 h 123825"/>
                  <a:gd name="connsiteX4" fmla="*/ 38833 w 142875"/>
                  <a:gd name="connsiteY4" fmla="*/ 8590 h 123825"/>
                  <a:gd name="connsiteX5" fmla="*/ 21497 w 142875"/>
                  <a:gd name="connsiteY5" fmla="*/ 21449 h 123825"/>
                  <a:gd name="connsiteX6" fmla="*/ 352 w 142875"/>
                  <a:gd name="connsiteY6" fmla="*/ 66026 h 123825"/>
                  <a:gd name="connsiteX7" fmla="*/ 11686 w 142875"/>
                  <a:gd name="connsiteY7" fmla="*/ 113175 h 123825"/>
                  <a:gd name="connsiteX8" fmla="*/ 21497 w 142875"/>
                  <a:gd name="connsiteY8" fmla="*/ 125367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875" h="123825">
                    <a:moveTo>
                      <a:pt x="125320" y="125272"/>
                    </a:moveTo>
                    <a:cubicBezTo>
                      <a:pt x="153990" y="96601"/>
                      <a:pt x="153990" y="50024"/>
                      <a:pt x="125320" y="21449"/>
                    </a:cubicBezTo>
                    <a:cubicBezTo>
                      <a:pt x="123224" y="19354"/>
                      <a:pt x="121034" y="17449"/>
                      <a:pt x="118748" y="15639"/>
                    </a:cubicBezTo>
                    <a:cubicBezTo>
                      <a:pt x="96554" y="-1792"/>
                      <a:pt x="65979" y="-4935"/>
                      <a:pt x="40643" y="7638"/>
                    </a:cubicBezTo>
                    <a:lnTo>
                      <a:pt x="38833" y="8590"/>
                    </a:lnTo>
                    <a:cubicBezTo>
                      <a:pt x="32451" y="12019"/>
                      <a:pt x="26641" y="16306"/>
                      <a:pt x="21497" y="21449"/>
                    </a:cubicBezTo>
                    <a:cubicBezTo>
                      <a:pt x="9591" y="33355"/>
                      <a:pt x="2067" y="49167"/>
                      <a:pt x="352" y="66026"/>
                    </a:cubicBezTo>
                    <a:cubicBezTo>
                      <a:pt x="-1268" y="82600"/>
                      <a:pt x="2733" y="99364"/>
                      <a:pt x="11686" y="113175"/>
                    </a:cubicBezTo>
                    <a:cubicBezTo>
                      <a:pt x="14544" y="117556"/>
                      <a:pt x="17782" y="121652"/>
                      <a:pt x="21497" y="125367"/>
                    </a:cubicBezTo>
                  </a:path>
                </a:pathLst>
              </a:custGeom>
              <a:noFill/>
              <a:ln w="12700" cap="rnd">
                <a:solidFill>
                  <a:schemeClr val="bg1"/>
                </a:solidFill>
                <a:prstDash val="solid"/>
                <a:miter/>
              </a:ln>
            </p:spPr>
            <p:txBody>
              <a:bodyPr rtlCol="0" anchor="ctr"/>
              <a:lstStyle/>
              <a:p>
                <a:endParaRPr lang="en-GB" sz="1600" dirty="0"/>
              </a:p>
            </p:txBody>
          </p:sp>
          <p:sp>
            <p:nvSpPr>
              <p:cNvPr id="121" name="Freeform: Shape 184">
                <a:extLst>
                  <a:ext uri="{FF2B5EF4-FFF2-40B4-BE49-F238E27FC236}">
                    <a16:creationId xmlns:a16="http://schemas.microsoft.com/office/drawing/2014/main" id="{008D7E01-2A10-4071-A764-D0B601637CE0}"/>
                  </a:ext>
                </a:extLst>
              </p:cNvPr>
              <p:cNvSpPr/>
              <p:nvPr/>
            </p:nvSpPr>
            <p:spPr>
              <a:xfrm>
                <a:off x="7330925" y="1335116"/>
                <a:ext cx="274248" cy="404842"/>
              </a:xfrm>
              <a:custGeom>
                <a:avLst/>
                <a:gdLst>
                  <a:gd name="connsiteX0" fmla="*/ 133445 w 200025"/>
                  <a:gd name="connsiteY0" fmla="*/ 297371 h 295275"/>
                  <a:gd name="connsiteX1" fmla="*/ 44863 w 200025"/>
                  <a:gd name="connsiteY1" fmla="*/ 297371 h 295275"/>
                  <a:gd name="connsiteX2" fmla="*/ 286 w 200025"/>
                  <a:gd name="connsiteY2" fmla="*/ 252889 h 295275"/>
                  <a:gd name="connsiteX3" fmla="*/ 0 w 200025"/>
                  <a:gd name="connsiteY3" fmla="*/ 125540 h 295275"/>
                  <a:gd name="connsiteX4" fmla="*/ 23908 w 200025"/>
                  <a:gd name="connsiteY4" fmla="*/ 98870 h 295275"/>
                  <a:gd name="connsiteX5" fmla="*/ 24289 w 200025"/>
                  <a:gd name="connsiteY5" fmla="*/ 98870 h 295275"/>
                  <a:gd name="connsiteX6" fmla="*/ 42672 w 200025"/>
                  <a:gd name="connsiteY6" fmla="*/ 105346 h 295275"/>
                  <a:gd name="connsiteX7" fmla="*/ 61817 w 200025"/>
                  <a:gd name="connsiteY7" fmla="*/ 97917 h 295275"/>
                  <a:gd name="connsiteX8" fmla="*/ 81439 w 200025"/>
                  <a:gd name="connsiteY8" fmla="*/ 105537 h 295275"/>
                  <a:gd name="connsiteX9" fmla="*/ 100394 w 200025"/>
                  <a:gd name="connsiteY9" fmla="*/ 97917 h 295275"/>
                  <a:gd name="connsiteX10" fmla="*/ 113538 w 200025"/>
                  <a:gd name="connsiteY10" fmla="*/ 100870 h 295275"/>
                  <a:gd name="connsiteX11" fmla="*/ 113538 w 200025"/>
                  <a:gd name="connsiteY11" fmla="*/ 27718 h 295275"/>
                  <a:gd name="connsiteX12" fmla="*/ 138208 w 200025"/>
                  <a:gd name="connsiteY12" fmla="*/ 0 h 295275"/>
                  <a:gd name="connsiteX13" fmla="*/ 155448 w 200025"/>
                  <a:gd name="connsiteY13" fmla="*/ 6382 h 295275"/>
                  <a:gd name="connsiteX14" fmla="*/ 162496 w 200025"/>
                  <a:gd name="connsiteY14" fmla="*/ 27527 h 295275"/>
                  <a:gd name="connsiteX15" fmla="*/ 162496 w 200025"/>
                  <a:gd name="connsiteY15" fmla="*/ 27813 h 295275"/>
                  <a:gd name="connsiteX16" fmla="*/ 162496 w 200025"/>
                  <a:gd name="connsiteY16" fmla="*/ 132683 h 295275"/>
                  <a:gd name="connsiteX17" fmla="*/ 175832 w 200025"/>
                  <a:gd name="connsiteY17" fmla="*/ 129159 h 295275"/>
                  <a:gd name="connsiteX18" fmla="*/ 193263 w 200025"/>
                  <a:gd name="connsiteY18" fmla="*/ 135731 h 295275"/>
                  <a:gd name="connsiteX19" fmla="*/ 200311 w 200025"/>
                  <a:gd name="connsiteY19" fmla="*/ 156591 h 295275"/>
                  <a:gd name="connsiteX20" fmla="*/ 200311 w 200025"/>
                  <a:gd name="connsiteY20" fmla="*/ 156782 h 295275"/>
                  <a:gd name="connsiteX21" fmla="*/ 200120 w 200025"/>
                  <a:gd name="connsiteY21" fmla="*/ 158210 h 295275"/>
                  <a:gd name="connsiteX22" fmla="*/ 170022 w 200025"/>
                  <a:gd name="connsiteY22" fmla="*/ 269462 h 295275"/>
                  <a:gd name="connsiteX23" fmla="*/ 133445 w 200025"/>
                  <a:gd name="connsiteY23" fmla="*/ 297371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0025" h="295275">
                    <a:moveTo>
                      <a:pt x="133445" y="297371"/>
                    </a:moveTo>
                    <a:lnTo>
                      <a:pt x="44863" y="297371"/>
                    </a:lnTo>
                    <a:cubicBezTo>
                      <a:pt x="20384" y="297371"/>
                      <a:pt x="381" y="277463"/>
                      <a:pt x="286" y="252889"/>
                    </a:cubicBezTo>
                    <a:lnTo>
                      <a:pt x="0" y="125540"/>
                    </a:lnTo>
                    <a:cubicBezTo>
                      <a:pt x="0" y="108966"/>
                      <a:pt x="8858" y="98965"/>
                      <a:pt x="23908" y="98870"/>
                    </a:cubicBezTo>
                    <a:lnTo>
                      <a:pt x="24289" y="98870"/>
                    </a:lnTo>
                    <a:cubicBezTo>
                      <a:pt x="33242" y="98870"/>
                      <a:pt x="38958" y="101727"/>
                      <a:pt x="42672" y="105346"/>
                    </a:cubicBezTo>
                    <a:cubicBezTo>
                      <a:pt x="46863" y="100584"/>
                      <a:pt x="53436" y="97917"/>
                      <a:pt x="61817" y="97917"/>
                    </a:cubicBezTo>
                    <a:cubicBezTo>
                      <a:pt x="70390" y="97917"/>
                      <a:pt x="77058" y="100584"/>
                      <a:pt x="81439" y="105537"/>
                    </a:cubicBezTo>
                    <a:cubicBezTo>
                      <a:pt x="85725" y="100584"/>
                      <a:pt x="92202" y="97917"/>
                      <a:pt x="100394" y="97917"/>
                    </a:cubicBezTo>
                    <a:cubicBezTo>
                      <a:pt x="105442" y="97917"/>
                      <a:pt x="109919" y="98965"/>
                      <a:pt x="113538" y="100870"/>
                    </a:cubicBezTo>
                    <a:lnTo>
                      <a:pt x="113538" y="27718"/>
                    </a:lnTo>
                    <a:cubicBezTo>
                      <a:pt x="113538" y="2667"/>
                      <a:pt x="130779" y="0"/>
                      <a:pt x="138208" y="0"/>
                    </a:cubicBezTo>
                    <a:cubicBezTo>
                      <a:pt x="145447" y="0"/>
                      <a:pt x="151257" y="2096"/>
                      <a:pt x="155448" y="6382"/>
                    </a:cubicBezTo>
                    <a:cubicBezTo>
                      <a:pt x="162496" y="13430"/>
                      <a:pt x="162496" y="24003"/>
                      <a:pt x="162496" y="27527"/>
                    </a:cubicBezTo>
                    <a:lnTo>
                      <a:pt x="162496" y="27813"/>
                    </a:lnTo>
                    <a:lnTo>
                      <a:pt x="162496" y="132683"/>
                    </a:lnTo>
                    <a:cubicBezTo>
                      <a:pt x="165831" y="130493"/>
                      <a:pt x="170212" y="129159"/>
                      <a:pt x="175832" y="129159"/>
                    </a:cubicBezTo>
                    <a:cubicBezTo>
                      <a:pt x="183071" y="129159"/>
                      <a:pt x="188976" y="131350"/>
                      <a:pt x="193263" y="135731"/>
                    </a:cubicBezTo>
                    <a:cubicBezTo>
                      <a:pt x="196596" y="139065"/>
                      <a:pt x="200501" y="145447"/>
                      <a:pt x="200311" y="156591"/>
                    </a:cubicBezTo>
                    <a:lnTo>
                      <a:pt x="200311" y="156782"/>
                    </a:lnTo>
                    <a:cubicBezTo>
                      <a:pt x="200311" y="157258"/>
                      <a:pt x="200216" y="157734"/>
                      <a:pt x="200120" y="158210"/>
                    </a:cubicBezTo>
                    <a:lnTo>
                      <a:pt x="170022" y="269462"/>
                    </a:lnTo>
                    <a:cubicBezTo>
                      <a:pt x="165545" y="285845"/>
                      <a:pt x="150495" y="297371"/>
                      <a:pt x="133445" y="297371"/>
                    </a:cubicBezTo>
                    <a:close/>
                  </a:path>
                </a:pathLst>
              </a:custGeom>
              <a:noFill/>
              <a:ln w="12700" cap="rnd">
                <a:solidFill>
                  <a:schemeClr val="bg1"/>
                </a:solidFill>
                <a:prstDash val="solid"/>
                <a:round/>
              </a:ln>
            </p:spPr>
            <p:txBody>
              <a:bodyPr rtlCol="0" anchor="ctr"/>
              <a:lstStyle/>
              <a:p>
                <a:endParaRPr lang="en-GB" sz="1600" dirty="0"/>
              </a:p>
            </p:txBody>
          </p:sp>
          <p:sp>
            <p:nvSpPr>
              <p:cNvPr id="122" name="Freeform: Shape 185">
                <a:extLst>
                  <a:ext uri="{FF2B5EF4-FFF2-40B4-BE49-F238E27FC236}">
                    <a16:creationId xmlns:a16="http://schemas.microsoft.com/office/drawing/2014/main" id="{FEAD5D74-EF72-4EB1-A8BC-5746692CA725}"/>
                  </a:ext>
                </a:extLst>
              </p:cNvPr>
              <p:cNvSpPr/>
              <p:nvPr/>
            </p:nvSpPr>
            <p:spPr>
              <a:xfrm>
                <a:off x="7482208" y="1290305"/>
                <a:ext cx="65297" cy="52238"/>
              </a:xfrm>
              <a:custGeom>
                <a:avLst/>
                <a:gdLst>
                  <a:gd name="connsiteX0" fmla="*/ 5293 w 47625"/>
                  <a:gd name="connsiteY0" fmla="*/ 44874 h 38100"/>
                  <a:gd name="connsiteX1" fmla="*/ 7294 w 47625"/>
                  <a:gd name="connsiteY1" fmla="*/ 9346 h 38100"/>
                  <a:gd name="connsiteX2" fmla="*/ 13771 w 47625"/>
                  <a:gd name="connsiteY2" fmla="*/ 4012 h 38100"/>
                  <a:gd name="connsiteX3" fmla="*/ 14438 w 47625"/>
                  <a:gd name="connsiteY3" fmla="*/ 3631 h 38100"/>
                  <a:gd name="connsiteX4" fmla="*/ 44727 w 47625"/>
                  <a:gd name="connsiteY4" fmla="*/ 5155 h 38100"/>
                  <a:gd name="connsiteX5" fmla="*/ 47394 w 47625"/>
                  <a:gd name="connsiteY5" fmla="*/ 7251 h 38100"/>
                  <a:gd name="connsiteX6" fmla="*/ 51204 w 47625"/>
                  <a:gd name="connsiteY6" fmla="*/ 45065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625" h="38100">
                    <a:moveTo>
                      <a:pt x="5293" y="44874"/>
                    </a:moveTo>
                    <a:cubicBezTo>
                      <a:pt x="-2422" y="34111"/>
                      <a:pt x="-1660" y="19157"/>
                      <a:pt x="7294" y="9346"/>
                    </a:cubicBezTo>
                    <a:cubicBezTo>
                      <a:pt x="9198" y="7251"/>
                      <a:pt x="11390" y="5441"/>
                      <a:pt x="13771" y="4012"/>
                    </a:cubicBezTo>
                    <a:lnTo>
                      <a:pt x="14438" y="3631"/>
                    </a:lnTo>
                    <a:cubicBezTo>
                      <a:pt x="23963" y="-1703"/>
                      <a:pt x="35869" y="-1131"/>
                      <a:pt x="44727" y="5155"/>
                    </a:cubicBezTo>
                    <a:cubicBezTo>
                      <a:pt x="45679" y="5822"/>
                      <a:pt x="46537" y="6489"/>
                      <a:pt x="47394" y="7251"/>
                    </a:cubicBezTo>
                    <a:cubicBezTo>
                      <a:pt x="58252" y="17061"/>
                      <a:pt x="59872" y="33349"/>
                      <a:pt x="51204" y="45065"/>
                    </a:cubicBezTo>
                  </a:path>
                </a:pathLst>
              </a:custGeom>
              <a:noFill/>
              <a:ln w="12700" cap="rnd">
                <a:solidFill>
                  <a:schemeClr val="bg1"/>
                </a:solidFill>
                <a:prstDash val="solid"/>
                <a:miter/>
              </a:ln>
            </p:spPr>
            <p:txBody>
              <a:bodyPr rtlCol="0" anchor="ctr"/>
              <a:lstStyle/>
              <a:p>
                <a:endParaRPr lang="en-GB" sz="1600" dirty="0"/>
              </a:p>
            </p:txBody>
          </p:sp>
        </p:grpSp>
      </p:grpSp>
      <p:grpSp>
        <p:nvGrpSpPr>
          <p:cNvPr id="125" name="Group 124">
            <a:extLst>
              <a:ext uri="{FF2B5EF4-FFF2-40B4-BE49-F238E27FC236}">
                <a16:creationId xmlns:a16="http://schemas.microsoft.com/office/drawing/2014/main" id="{8A4DD028-AF64-46FF-A4C0-78ADE2C6CE4E}"/>
              </a:ext>
              <a:ext uri="{C183D7F6-B498-43B3-948B-1728B52AA6E4}">
                <adec:decorative xmlns:adec="http://schemas.microsoft.com/office/drawing/2017/decorative" val="1"/>
              </a:ext>
            </a:extLst>
          </p:cNvPr>
          <p:cNvGrpSpPr/>
          <p:nvPr userDrawn="1"/>
        </p:nvGrpSpPr>
        <p:grpSpPr>
          <a:xfrm>
            <a:off x="6610110" y="3477486"/>
            <a:ext cx="367596" cy="367596"/>
            <a:chOff x="6151532" y="1261203"/>
            <a:chExt cx="481497" cy="481497"/>
          </a:xfrm>
        </p:grpSpPr>
        <p:sp>
          <p:nvSpPr>
            <p:cNvPr id="126" name="Freeform: Shape 156">
              <a:extLst>
                <a:ext uri="{FF2B5EF4-FFF2-40B4-BE49-F238E27FC236}">
                  <a16:creationId xmlns:a16="http://schemas.microsoft.com/office/drawing/2014/main" id="{B14935AF-A952-4229-8E8D-9921A72123EF}"/>
                </a:ext>
              </a:extLst>
            </p:cNvPr>
            <p:cNvSpPr/>
            <p:nvPr/>
          </p:nvSpPr>
          <p:spPr>
            <a:xfrm>
              <a:off x="6162237" y="1271778"/>
              <a:ext cx="457080" cy="457080"/>
            </a:xfrm>
            <a:custGeom>
              <a:avLst/>
              <a:gdLst>
                <a:gd name="connsiteX0" fmla="*/ 112871 w 333375"/>
                <a:gd name="connsiteY0" fmla="*/ 204883 h 333375"/>
                <a:gd name="connsiteX1" fmla="*/ 106871 w 333375"/>
                <a:gd name="connsiteY1" fmla="*/ 198882 h 333375"/>
                <a:gd name="connsiteX2" fmla="*/ 305753 w 333375"/>
                <a:gd name="connsiteY2" fmla="*/ 0 h 333375"/>
                <a:gd name="connsiteX3" fmla="*/ 341947 w 333375"/>
                <a:gd name="connsiteY3" fmla="*/ 36290 h 333375"/>
                <a:gd name="connsiteX4" fmla="*/ 143066 w 333375"/>
                <a:gd name="connsiteY4" fmla="*/ 235172 h 333375"/>
                <a:gd name="connsiteX5" fmla="*/ 137160 w 333375"/>
                <a:gd name="connsiteY5" fmla="*/ 229267 h 333375"/>
                <a:gd name="connsiteX6" fmla="*/ 92393 w 333375"/>
                <a:gd name="connsiteY6" fmla="*/ 274034 h 333375"/>
                <a:gd name="connsiteX7" fmla="*/ 74771 w 333375"/>
                <a:gd name="connsiteY7" fmla="*/ 307181 h 333375"/>
                <a:gd name="connsiteX8" fmla="*/ 24289 w 333375"/>
                <a:gd name="connsiteY8" fmla="*/ 342043 h 333375"/>
                <a:gd name="connsiteX9" fmla="*/ 0 w 333375"/>
                <a:gd name="connsiteY9" fmla="*/ 317754 h 333375"/>
                <a:gd name="connsiteX10" fmla="*/ 34862 w 333375"/>
                <a:gd name="connsiteY10" fmla="*/ 267272 h 333375"/>
                <a:gd name="connsiteX11" fmla="*/ 68009 w 333375"/>
                <a:gd name="connsiteY11" fmla="*/ 249746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3375" h="333375">
                  <a:moveTo>
                    <a:pt x="112871" y="204883"/>
                  </a:moveTo>
                  <a:lnTo>
                    <a:pt x="106871" y="198882"/>
                  </a:lnTo>
                  <a:lnTo>
                    <a:pt x="305753" y="0"/>
                  </a:lnTo>
                  <a:lnTo>
                    <a:pt x="341947" y="36290"/>
                  </a:lnTo>
                  <a:lnTo>
                    <a:pt x="143066" y="235172"/>
                  </a:lnTo>
                  <a:lnTo>
                    <a:pt x="137160" y="229267"/>
                  </a:lnTo>
                  <a:lnTo>
                    <a:pt x="92393" y="274034"/>
                  </a:lnTo>
                  <a:lnTo>
                    <a:pt x="74771" y="307181"/>
                  </a:lnTo>
                  <a:lnTo>
                    <a:pt x="24289" y="342043"/>
                  </a:lnTo>
                  <a:lnTo>
                    <a:pt x="0" y="317754"/>
                  </a:lnTo>
                  <a:lnTo>
                    <a:pt x="34862" y="267272"/>
                  </a:lnTo>
                  <a:lnTo>
                    <a:pt x="68009" y="249746"/>
                  </a:lnTo>
                  <a:close/>
                </a:path>
              </a:pathLst>
            </a:custGeom>
            <a:noFill/>
            <a:ln w="12700" cap="rnd">
              <a:solidFill>
                <a:schemeClr val="bg1"/>
              </a:solidFill>
              <a:prstDash val="solid"/>
              <a:round/>
            </a:ln>
          </p:spPr>
          <p:txBody>
            <a:bodyPr rtlCol="0" anchor="ctr"/>
            <a:lstStyle/>
            <a:p>
              <a:endParaRPr lang="en-GB" sz="1600" dirty="0"/>
            </a:p>
          </p:txBody>
        </p:sp>
        <p:sp>
          <p:nvSpPr>
            <p:cNvPr id="127" name="Freeform: Shape 158">
              <a:extLst>
                <a:ext uri="{FF2B5EF4-FFF2-40B4-BE49-F238E27FC236}">
                  <a16:creationId xmlns:a16="http://schemas.microsoft.com/office/drawing/2014/main" id="{ED04FF3C-58F1-48F1-9933-722FD9FF1821}"/>
                </a:ext>
              </a:extLst>
            </p:cNvPr>
            <p:cNvSpPr/>
            <p:nvPr/>
          </p:nvSpPr>
          <p:spPr>
            <a:xfrm>
              <a:off x="6397959" y="1507630"/>
              <a:ext cx="235070" cy="235070"/>
            </a:xfrm>
            <a:custGeom>
              <a:avLst/>
              <a:gdLst>
                <a:gd name="connsiteX0" fmla="*/ 36290 w 171450"/>
                <a:gd name="connsiteY0" fmla="*/ 0 h 171450"/>
                <a:gd name="connsiteX1" fmla="*/ 177832 w 171450"/>
                <a:gd name="connsiteY1" fmla="*/ 141542 h 171450"/>
                <a:gd name="connsiteX2" fmla="*/ 141541 w 171450"/>
                <a:gd name="connsiteY2" fmla="*/ 177832 h 171450"/>
                <a:gd name="connsiteX3" fmla="*/ 0 w 171450"/>
                <a:gd name="connsiteY3" fmla="*/ 36290 h 171450"/>
              </a:gdLst>
              <a:ahLst/>
              <a:cxnLst>
                <a:cxn ang="0">
                  <a:pos x="connsiteX0" y="connsiteY0"/>
                </a:cxn>
                <a:cxn ang="0">
                  <a:pos x="connsiteX1" y="connsiteY1"/>
                </a:cxn>
                <a:cxn ang="0">
                  <a:pos x="connsiteX2" y="connsiteY2"/>
                </a:cxn>
                <a:cxn ang="0">
                  <a:pos x="connsiteX3" y="connsiteY3"/>
                </a:cxn>
              </a:cxnLst>
              <a:rect l="l" t="t" r="r" b="b"/>
              <a:pathLst>
                <a:path w="171450" h="171450">
                  <a:moveTo>
                    <a:pt x="36290" y="0"/>
                  </a:moveTo>
                  <a:lnTo>
                    <a:pt x="177832" y="141542"/>
                  </a:lnTo>
                  <a:lnTo>
                    <a:pt x="141541" y="177832"/>
                  </a:lnTo>
                  <a:lnTo>
                    <a:pt x="0" y="36290"/>
                  </a:lnTo>
                </a:path>
              </a:pathLst>
            </a:custGeom>
            <a:noFill/>
            <a:ln w="12700" cap="rnd">
              <a:solidFill>
                <a:schemeClr val="bg1"/>
              </a:solidFill>
              <a:prstDash val="solid"/>
              <a:round/>
            </a:ln>
          </p:spPr>
          <p:txBody>
            <a:bodyPr rtlCol="0" anchor="ctr"/>
            <a:lstStyle/>
            <a:p>
              <a:endParaRPr lang="en-GB" sz="1600" dirty="0"/>
            </a:p>
          </p:txBody>
        </p:sp>
        <p:sp>
          <p:nvSpPr>
            <p:cNvPr id="128" name="Freeform: Shape 160">
              <a:extLst>
                <a:ext uri="{FF2B5EF4-FFF2-40B4-BE49-F238E27FC236}">
                  <a16:creationId xmlns:a16="http://schemas.microsoft.com/office/drawing/2014/main" id="{F3BF8259-C613-4545-A307-76DACB924BC6}"/>
                </a:ext>
              </a:extLst>
            </p:cNvPr>
            <p:cNvSpPr/>
            <p:nvPr/>
          </p:nvSpPr>
          <p:spPr>
            <a:xfrm>
              <a:off x="6151532" y="1261203"/>
              <a:ext cx="235070" cy="235070"/>
            </a:xfrm>
            <a:custGeom>
              <a:avLst/>
              <a:gdLst>
                <a:gd name="connsiteX0" fmla="*/ 141634 w 171450"/>
                <a:gd name="connsiteY0" fmla="*/ 177924 h 171450"/>
                <a:gd name="connsiteX1" fmla="*/ 112297 w 171450"/>
                <a:gd name="connsiteY1" fmla="*/ 148587 h 171450"/>
                <a:gd name="connsiteX2" fmla="*/ 22857 w 171450"/>
                <a:gd name="connsiteY2" fmla="*/ 133538 h 171450"/>
                <a:gd name="connsiteX3" fmla="*/ 5236 w 171450"/>
                <a:gd name="connsiteY3" fmla="*/ 50099 h 171450"/>
                <a:gd name="connsiteX4" fmla="*/ 49908 w 171450"/>
                <a:gd name="connsiteY4" fmla="*/ 94771 h 171450"/>
                <a:gd name="connsiteX5" fmla="*/ 88484 w 171450"/>
                <a:gd name="connsiteY5" fmla="*/ 94676 h 171450"/>
                <a:gd name="connsiteX6" fmla="*/ 94676 w 171450"/>
                <a:gd name="connsiteY6" fmla="*/ 88484 h 171450"/>
                <a:gd name="connsiteX7" fmla="*/ 94771 w 171450"/>
                <a:gd name="connsiteY7" fmla="*/ 49908 h 171450"/>
                <a:gd name="connsiteX8" fmla="*/ 50099 w 171450"/>
                <a:gd name="connsiteY8" fmla="*/ 5236 h 171450"/>
                <a:gd name="connsiteX9" fmla="*/ 133538 w 171450"/>
                <a:gd name="connsiteY9" fmla="*/ 22857 h 171450"/>
                <a:gd name="connsiteX10" fmla="*/ 148587 w 171450"/>
                <a:gd name="connsiteY10" fmla="*/ 112297 h 171450"/>
                <a:gd name="connsiteX11" fmla="*/ 178686 w 171450"/>
                <a:gd name="connsiteY11" fmla="*/ 142396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1450" h="171450">
                  <a:moveTo>
                    <a:pt x="141634" y="177924"/>
                  </a:moveTo>
                  <a:lnTo>
                    <a:pt x="112297" y="148587"/>
                  </a:lnTo>
                  <a:cubicBezTo>
                    <a:pt x="83150" y="162779"/>
                    <a:pt x="47051" y="157636"/>
                    <a:pt x="22857" y="133538"/>
                  </a:cubicBezTo>
                  <a:cubicBezTo>
                    <a:pt x="283" y="110963"/>
                    <a:pt x="-5527" y="78007"/>
                    <a:pt x="5236" y="50099"/>
                  </a:cubicBezTo>
                  <a:lnTo>
                    <a:pt x="49908" y="94771"/>
                  </a:lnTo>
                  <a:cubicBezTo>
                    <a:pt x="60481" y="105344"/>
                    <a:pt x="77912" y="105248"/>
                    <a:pt x="88484" y="94676"/>
                  </a:cubicBezTo>
                  <a:lnTo>
                    <a:pt x="94676" y="88484"/>
                  </a:lnTo>
                  <a:cubicBezTo>
                    <a:pt x="105248" y="77912"/>
                    <a:pt x="105344" y="60481"/>
                    <a:pt x="94771" y="49908"/>
                  </a:cubicBezTo>
                  <a:lnTo>
                    <a:pt x="50099" y="5236"/>
                  </a:lnTo>
                  <a:cubicBezTo>
                    <a:pt x="78102" y="-5527"/>
                    <a:pt x="110963" y="283"/>
                    <a:pt x="133538" y="22857"/>
                  </a:cubicBezTo>
                  <a:cubicBezTo>
                    <a:pt x="157636" y="46955"/>
                    <a:pt x="162780" y="83150"/>
                    <a:pt x="148587" y="112297"/>
                  </a:cubicBezTo>
                  <a:lnTo>
                    <a:pt x="178686" y="142396"/>
                  </a:lnTo>
                </a:path>
              </a:pathLst>
            </a:custGeom>
            <a:noFill/>
            <a:ln w="12700" cap="rnd">
              <a:solidFill>
                <a:schemeClr val="bg1"/>
              </a:solidFill>
              <a:prstDash val="solid"/>
              <a:round/>
            </a:ln>
          </p:spPr>
          <p:txBody>
            <a:bodyPr rtlCol="0" anchor="ctr"/>
            <a:lstStyle/>
            <a:p>
              <a:endParaRPr lang="en-GB" sz="1600" dirty="0"/>
            </a:p>
          </p:txBody>
        </p:sp>
      </p:grpSp>
      <p:grpSp>
        <p:nvGrpSpPr>
          <p:cNvPr id="130" name="Group 129">
            <a:extLst>
              <a:ext uri="{FF2B5EF4-FFF2-40B4-BE49-F238E27FC236}">
                <a16:creationId xmlns:a16="http://schemas.microsoft.com/office/drawing/2014/main" id="{03CCA722-D4CF-40AB-B098-31CEB26C608B}"/>
              </a:ext>
              <a:ext uri="{C183D7F6-B498-43B3-948B-1728B52AA6E4}">
                <adec:decorative xmlns:adec="http://schemas.microsoft.com/office/drawing/2017/decorative" val="1"/>
              </a:ext>
            </a:extLst>
          </p:cNvPr>
          <p:cNvGrpSpPr/>
          <p:nvPr userDrawn="1"/>
        </p:nvGrpSpPr>
        <p:grpSpPr>
          <a:xfrm>
            <a:off x="4235165" y="3450598"/>
            <a:ext cx="432810" cy="421372"/>
            <a:chOff x="2827687" y="2375038"/>
            <a:chExt cx="496315" cy="483199"/>
          </a:xfrm>
        </p:grpSpPr>
        <p:sp>
          <p:nvSpPr>
            <p:cNvPr id="131" name="Freeform: Shape 139">
              <a:extLst>
                <a:ext uri="{FF2B5EF4-FFF2-40B4-BE49-F238E27FC236}">
                  <a16:creationId xmlns:a16="http://schemas.microsoft.com/office/drawing/2014/main" id="{1E69258B-9122-4BA5-B801-5AC3560F9FA1}"/>
                </a:ext>
              </a:extLst>
            </p:cNvPr>
            <p:cNvSpPr/>
            <p:nvPr/>
          </p:nvSpPr>
          <p:spPr>
            <a:xfrm>
              <a:off x="3008517" y="2375038"/>
              <a:ext cx="130594" cy="483199"/>
            </a:xfrm>
            <a:custGeom>
              <a:avLst/>
              <a:gdLst>
                <a:gd name="connsiteX0" fmla="*/ 102108 w 95250"/>
                <a:gd name="connsiteY0" fmla="*/ 177070 h 352425"/>
                <a:gd name="connsiteX1" fmla="*/ 51054 w 95250"/>
                <a:gd name="connsiteY1" fmla="*/ 354140 h 352425"/>
                <a:gd name="connsiteX2" fmla="*/ 0 w 95250"/>
                <a:gd name="connsiteY2" fmla="*/ 177070 h 352425"/>
                <a:gd name="connsiteX3" fmla="*/ 51054 w 95250"/>
                <a:gd name="connsiteY3" fmla="*/ 0 h 352425"/>
                <a:gd name="connsiteX4" fmla="*/ 102108 w 95250"/>
                <a:gd name="connsiteY4" fmla="*/ 177070 h 3524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352425">
                  <a:moveTo>
                    <a:pt x="102108" y="177070"/>
                  </a:moveTo>
                  <a:cubicBezTo>
                    <a:pt x="102108" y="274863"/>
                    <a:pt x="79250" y="354140"/>
                    <a:pt x="51054" y="354140"/>
                  </a:cubicBezTo>
                  <a:cubicBezTo>
                    <a:pt x="22858" y="354140"/>
                    <a:pt x="0" y="274863"/>
                    <a:pt x="0" y="177070"/>
                  </a:cubicBezTo>
                  <a:cubicBezTo>
                    <a:pt x="0" y="79277"/>
                    <a:pt x="22858" y="0"/>
                    <a:pt x="51054" y="0"/>
                  </a:cubicBezTo>
                  <a:cubicBezTo>
                    <a:pt x="79250" y="0"/>
                    <a:pt x="102108" y="79277"/>
                    <a:pt x="102108" y="177070"/>
                  </a:cubicBezTo>
                  <a:close/>
                </a:path>
              </a:pathLst>
            </a:custGeom>
            <a:noFill/>
            <a:ln w="12700" cap="flat">
              <a:solidFill>
                <a:schemeClr val="bg1"/>
              </a:solidFill>
              <a:prstDash val="solid"/>
              <a:miter/>
            </a:ln>
          </p:spPr>
          <p:txBody>
            <a:bodyPr rtlCol="0" anchor="ctr"/>
            <a:lstStyle/>
            <a:p>
              <a:endParaRPr lang="en-GB" sz="1600" dirty="0"/>
            </a:p>
          </p:txBody>
        </p:sp>
        <p:sp>
          <p:nvSpPr>
            <p:cNvPr id="132" name="Freeform: Shape 140">
              <a:extLst>
                <a:ext uri="{FF2B5EF4-FFF2-40B4-BE49-F238E27FC236}">
                  <a16:creationId xmlns:a16="http://schemas.microsoft.com/office/drawing/2014/main" id="{6C9EDFCB-6DD0-4768-82B5-8B0804B68E3A}"/>
                </a:ext>
              </a:extLst>
            </p:cNvPr>
            <p:cNvSpPr/>
            <p:nvPr/>
          </p:nvSpPr>
          <p:spPr>
            <a:xfrm>
              <a:off x="2827687" y="2458076"/>
              <a:ext cx="496258" cy="313426"/>
            </a:xfrm>
            <a:custGeom>
              <a:avLst/>
              <a:gdLst>
                <a:gd name="connsiteX0" fmla="*/ 202936 w 361950"/>
                <a:gd name="connsiteY0" fmla="*/ 69482 h 228600"/>
                <a:gd name="connsiteX1" fmla="*/ 345771 w 361950"/>
                <a:gd name="connsiteY1" fmla="*/ 185924 h 228600"/>
                <a:gd name="connsiteX2" fmla="*/ 162869 w 361950"/>
                <a:gd name="connsiteY2" fmla="*/ 163401 h 228600"/>
                <a:gd name="connsiteX3" fmla="*/ 20034 w 361950"/>
                <a:gd name="connsiteY3" fmla="*/ 46959 h 228600"/>
                <a:gd name="connsiteX4" fmla="*/ 202936 w 361950"/>
                <a:gd name="connsiteY4" fmla="*/ 69482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1950" h="228600">
                  <a:moveTo>
                    <a:pt x="202936" y="69482"/>
                  </a:moveTo>
                  <a:cubicBezTo>
                    <a:pt x="292886" y="107856"/>
                    <a:pt x="356835" y="159989"/>
                    <a:pt x="345771" y="185924"/>
                  </a:cubicBezTo>
                  <a:cubicBezTo>
                    <a:pt x="334707" y="211859"/>
                    <a:pt x="252819" y="201775"/>
                    <a:pt x="162869" y="163401"/>
                  </a:cubicBezTo>
                  <a:cubicBezTo>
                    <a:pt x="72919" y="125027"/>
                    <a:pt x="8969" y="72895"/>
                    <a:pt x="20034" y="46959"/>
                  </a:cubicBezTo>
                  <a:cubicBezTo>
                    <a:pt x="31098" y="21024"/>
                    <a:pt x="112986" y="31108"/>
                    <a:pt x="202936" y="69482"/>
                  </a:cubicBezTo>
                  <a:close/>
                </a:path>
              </a:pathLst>
            </a:custGeom>
            <a:noFill/>
            <a:ln w="12700" cap="flat">
              <a:solidFill>
                <a:schemeClr val="bg1"/>
              </a:solidFill>
              <a:prstDash val="solid"/>
              <a:miter/>
            </a:ln>
          </p:spPr>
          <p:txBody>
            <a:bodyPr rtlCol="0" anchor="ctr"/>
            <a:lstStyle/>
            <a:p>
              <a:endParaRPr lang="en-GB" sz="1600" dirty="0"/>
            </a:p>
          </p:txBody>
        </p:sp>
        <p:sp>
          <p:nvSpPr>
            <p:cNvPr id="133" name="Freeform: Shape 141">
              <a:extLst>
                <a:ext uri="{FF2B5EF4-FFF2-40B4-BE49-F238E27FC236}">
                  <a16:creationId xmlns:a16="http://schemas.microsoft.com/office/drawing/2014/main" id="{CA53DC42-27DA-4A82-817D-421A41128486}"/>
                </a:ext>
              </a:extLst>
            </p:cNvPr>
            <p:cNvSpPr/>
            <p:nvPr/>
          </p:nvSpPr>
          <p:spPr>
            <a:xfrm>
              <a:off x="2827744" y="2458188"/>
              <a:ext cx="496258" cy="313426"/>
            </a:xfrm>
            <a:custGeom>
              <a:avLst/>
              <a:gdLst>
                <a:gd name="connsiteX0" fmla="*/ 345771 w 361950"/>
                <a:gd name="connsiteY0" fmla="*/ 46959 h 228600"/>
                <a:gd name="connsiteX1" fmla="*/ 202936 w 361950"/>
                <a:gd name="connsiteY1" fmla="*/ 163401 h 228600"/>
                <a:gd name="connsiteX2" fmla="*/ 20034 w 361950"/>
                <a:gd name="connsiteY2" fmla="*/ 185924 h 228600"/>
                <a:gd name="connsiteX3" fmla="*/ 162869 w 361950"/>
                <a:gd name="connsiteY3" fmla="*/ 69482 h 228600"/>
                <a:gd name="connsiteX4" fmla="*/ 345771 w 361950"/>
                <a:gd name="connsiteY4" fmla="*/ 46959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1950" h="228600">
                  <a:moveTo>
                    <a:pt x="345771" y="46959"/>
                  </a:moveTo>
                  <a:cubicBezTo>
                    <a:pt x="356835" y="72894"/>
                    <a:pt x="292886" y="125027"/>
                    <a:pt x="202936" y="163401"/>
                  </a:cubicBezTo>
                  <a:cubicBezTo>
                    <a:pt x="112986" y="201775"/>
                    <a:pt x="31098" y="211859"/>
                    <a:pt x="20034" y="185924"/>
                  </a:cubicBezTo>
                  <a:cubicBezTo>
                    <a:pt x="8969" y="159989"/>
                    <a:pt x="72919" y="107856"/>
                    <a:pt x="162869" y="69482"/>
                  </a:cubicBezTo>
                  <a:cubicBezTo>
                    <a:pt x="252819" y="31108"/>
                    <a:pt x="334707" y="21025"/>
                    <a:pt x="345771" y="46959"/>
                  </a:cubicBezTo>
                  <a:close/>
                </a:path>
              </a:pathLst>
            </a:custGeom>
            <a:noFill/>
            <a:ln w="12700" cap="flat">
              <a:solidFill>
                <a:schemeClr val="bg1"/>
              </a:solidFill>
              <a:prstDash val="solid"/>
              <a:miter/>
            </a:ln>
          </p:spPr>
          <p:txBody>
            <a:bodyPr rtlCol="0" anchor="ctr"/>
            <a:lstStyle/>
            <a:p>
              <a:endParaRPr lang="en-GB" sz="1600" dirty="0"/>
            </a:p>
          </p:txBody>
        </p:sp>
        <p:sp>
          <p:nvSpPr>
            <p:cNvPr id="134" name="Freeform: Shape 142">
              <a:extLst>
                <a:ext uri="{FF2B5EF4-FFF2-40B4-BE49-F238E27FC236}">
                  <a16:creationId xmlns:a16="http://schemas.microsoft.com/office/drawing/2014/main" id="{A6A199AB-9806-4C80-96DB-804C5C10C236}"/>
                </a:ext>
              </a:extLst>
            </p:cNvPr>
            <p:cNvSpPr/>
            <p:nvPr/>
          </p:nvSpPr>
          <p:spPr>
            <a:xfrm>
              <a:off x="3047173" y="2586469"/>
              <a:ext cx="52238" cy="52238"/>
            </a:xfrm>
            <a:custGeom>
              <a:avLst/>
              <a:gdLst>
                <a:gd name="connsiteX0" fmla="*/ 45720 w 38100"/>
                <a:gd name="connsiteY0" fmla="*/ 22860 h 38100"/>
                <a:gd name="connsiteX1" fmla="*/ 22860 w 38100"/>
                <a:gd name="connsiteY1" fmla="*/ 45720 h 38100"/>
                <a:gd name="connsiteX2" fmla="*/ 0 w 38100"/>
                <a:gd name="connsiteY2" fmla="*/ 22860 h 38100"/>
                <a:gd name="connsiteX3" fmla="*/ 22860 w 38100"/>
                <a:gd name="connsiteY3" fmla="*/ 0 h 38100"/>
                <a:gd name="connsiteX4" fmla="*/ 45720 w 38100"/>
                <a:gd name="connsiteY4" fmla="*/ 2286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45720" y="22860"/>
                  </a:moveTo>
                  <a:cubicBezTo>
                    <a:pt x="45720" y="35485"/>
                    <a:pt x="35485" y="45720"/>
                    <a:pt x="22860" y="45720"/>
                  </a:cubicBezTo>
                  <a:cubicBezTo>
                    <a:pt x="10235" y="45720"/>
                    <a:pt x="0" y="35485"/>
                    <a:pt x="0" y="22860"/>
                  </a:cubicBezTo>
                  <a:cubicBezTo>
                    <a:pt x="0" y="10235"/>
                    <a:pt x="10235" y="0"/>
                    <a:pt x="22860" y="0"/>
                  </a:cubicBezTo>
                  <a:cubicBezTo>
                    <a:pt x="35485" y="0"/>
                    <a:pt x="45720" y="10235"/>
                    <a:pt x="45720" y="22860"/>
                  </a:cubicBezTo>
                  <a:close/>
                </a:path>
              </a:pathLst>
            </a:custGeom>
            <a:solidFill>
              <a:schemeClr val="bg1"/>
            </a:solidFill>
            <a:ln w="12700" cap="flat">
              <a:solidFill>
                <a:schemeClr val="bg1"/>
              </a:solidFill>
              <a:prstDash val="solid"/>
              <a:miter/>
            </a:ln>
          </p:spPr>
          <p:txBody>
            <a:bodyPr rtlCol="0" anchor="ctr"/>
            <a:lstStyle/>
            <a:p>
              <a:endParaRPr lang="en-GB" sz="1600" dirty="0"/>
            </a:p>
          </p:txBody>
        </p:sp>
        <p:sp>
          <p:nvSpPr>
            <p:cNvPr id="135" name="Freeform: Shape 143">
              <a:extLst>
                <a:ext uri="{FF2B5EF4-FFF2-40B4-BE49-F238E27FC236}">
                  <a16:creationId xmlns:a16="http://schemas.microsoft.com/office/drawing/2014/main" id="{A84853FA-2EE6-44E9-A25B-E2E941C0CB83}"/>
                </a:ext>
              </a:extLst>
            </p:cNvPr>
            <p:cNvSpPr/>
            <p:nvPr/>
          </p:nvSpPr>
          <p:spPr>
            <a:xfrm>
              <a:off x="2930421" y="2490484"/>
              <a:ext cx="26119" cy="26119"/>
            </a:xfrm>
            <a:custGeom>
              <a:avLst/>
              <a:gdLst>
                <a:gd name="connsiteX0" fmla="*/ 23622 w 19050"/>
                <a:gd name="connsiteY0" fmla="*/ 11811 h 19050"/>
                <a:gd name="connsiteX1" fmla="*/ 11811 w 19050"/>
                <a:gd name="connsiteY1" fmla="*/ 23622 h 19050"/>
                <a:gd name="connsiteX2" fmla="*/ 0 w 19050"/>
                <a:gd name="connsiteY2" fmla="*/ 11811 h 19050"/>
                <a:gd name="connsiteX3" fmla="*/ 11811 w 19050"/>
                <a:gd name="connsiteY3" fmla="*/ 0 h 19050"/>
                <a:gd name="connsiteX4" fmla="*/ 23622 w 19050"/>
                <a:gd name="connsiteY4" fmla="*/ 11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3622" y="11811"/>
                  </a:moveTo>
                  <a:cubicBezTo>
                    <a:pt x="23622" y="18334"/>
                    <a:pt x="18334" y="23622"/>
                    <a:pt x="11811" y="23622"/>
                  </a:cubicBezTo>
                  <a:cubicBezTo>
                    <a:pt x="5288" y="23622"/>
                    <a:pt x="0" y="18334"/>
                    <a:pt x="0" y="11811"/>
                  </a:cubicBezTo>
                  <a:cubicBezTo>
                    <a:pt x="0" y="5288"/>
                    <a:pt x="5288" y="0"/>
                    <a:pt x="11811" y="0"/>
                  </a:cubicBezTo>
                  <a:cubicBezTo>
                    <a:pt x="18334" y="0"/>
                    <a:pt x="23622" y="5288"/>
                    <a:pt x="23622" y="11811"/>
                  </a:cubicBezTo>
                  <a:close/>
                </a:path>
              </a:pathLst>
            </a:custGeom>
            <a:solidFill>
              <a:schemeClr val="bg1"/>
            </a:solidFill>
            <a:ln w="12700" cap="flat">
              <a:solidFill>
                <a:schemeClr val="bg1"/>
              </a:solidFill>
              <a:prstDash val="solid"/>
              <a:miter/>
            </a:ln>
          </p:spPr>
          <p:txBody>
            <a:bodyPr rtlCol="0" anchor="ctr"/>
            <a:lstStyle/>
            <a:p>
              <a:endParaRPr lang="en-GB" sz="1600" dirty="0"/>
            </a:p>
          </p:txBody>
        </p:sp>
        <p:sp>
          <p:nvSpPr>
            <p:cNvPr id="136" name="Freeform: Shape 144">
              <a:extLst>
                <a:ext uri="{FF2B5EF4-FFF2-40B4-BE49-F238E27FC236}">
                  <a16:creationId xmlns:a16="http://schemas.microsoft.com/office/drawing/2014/main" id="{75326482-9FC7-4129-BA1A-EDEBEB15A6BE}"/>
                </a:ext>
              </a:extLst>
            </p:cNvPr>
            <p:cNvSpPr/>
            <p:nvPr/>
          </p:nvSpPr>
          <p:spPr>
            <a:xfrm>
              <a:off x="3250508" y="2570276"/>
              <a:ext cx="26119" cy="26119"/>
            </a:xfrm>
            <a:custGeom>
              <a:avLst/>
              <a:gdLst>
                <a:gd name="connsiteX0" fmla="*/ 23622 w 19050"/>
                <a:gd name="connsiteY0" fmla="*/ 11811 h 19050"/>
                <a:gd name="connsiteX1" fmla="*/ 11811 w 19050"/>
                <a:gd name="connsiteY1" fmla="*/ 23622 h 19050"/>
                <a:gd name="connsiteX2" fmla="*/ 0 w 19050"/>
                <a:gd name="connsiteY2" fmla="*/ 11811 h 19050"/>
                <a:gd name="connsiteX3" fmla="*/ 11811 w 19050"/>
                <a:gd name="connsiteY3" fmla="*/ 0 h 19050"/>
                <a:gd name="connsiteX4" fmla="*/ 23622 w 19050"/>
                <a:gd name="connsiteY4" fmla="*/ 11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3622" y="11811"/>
                  </a:moveTo>
                  <a:cubicBezTo>
                    <a:pt x="23622" y="18334"/>
                    <a:pt x="18334" y="23622"/>
                    <a:pt x="11811" y="23622"/>
                  </a:cubicBezTo>
                  <a:cubicBezTo>
                    <a:pt x="5288" y="23622"/>
                    <a:pt x="0" y="18334"/>
                    <a:pt x="0" y="11811"/>
                  </a:cubicBezTo>
                  <a:cubicBezTo>
                    <a:pt x="0" y="5288"/>
                    <a:pt x="5288" y="0"/>
                    <a:pt x="11811" y="0"/>
                  </a:cubicBezTo>
                  <a:cubicBezTo>
                    <a:pt x="18334" y="0"/>
                    <a:pt x="23622" y="5288"/>
                    <a:pt x="23622" y="11811"/>
                  </a:cubicBezTo>
                  <a:close/>
                </a:path>
              </a:pathLst>
            </a:custGeom>
            <a:solidFill>
              <a:schemeClr val="bg1"/>
            </a:solidFill>
            <a:ln w="12700" cap="flat">
              <a:solidFill>
                <a:schemeClr val="bg1"/>
              </a:solidFill>
              <a:prstDash val="solid"/>
              <a:miter/>
            </a:ln>
          </p:spPr>
          <p:txBody>
            <a:bodyPr rtlCol="0" anchor="ctr"/>
            <a:lstStyle/>
            <a:p>
              <a:endParaRPr lang="en-GB" sz="1600" dirty="0"/>
            </a:p>
          </p:txBody>
        </p:sp>
        <p:sp>
          <p:nvSpPr>
            <p:cNvPr id="137" name="Freeform: Shape 145">
              <a:extLst>
                <a:ext uri="{FF2B5EF4-FFF2-40B4-BE49-F238E27FC236}">
                  <a16:creationId xmlns:a16="http://schemas.microsoft.com/office/drawing/2014/main" id="{D8C41BEC-6410-4315-97C8-8663893AD4DC}"/>
                </a:ext>
              </a:extLst>
            </p:cNvPr>
            <p:cNvSpPr/>
            <p:nvPr/>
          </p:nvSpPr>
          <p:spPr>
            <a:xfrm>
              <a:off x="3102675" y="2800514"/>
              <a:ext cx="26119" cy="26119"/>
            </a:xfrm>
            <a:custGeom>
              <a:avLst/>
              <a:gdLst>
                <a:gd name="connsiteX0" fmla="*/ 23622 w 19050"/>
                <a:gd name="connsiteY0" fmla="*/ 11811 h 19050"/>
                <a:gd name="connsiteX1" fmla="*/ 11811 w 19050"/>
                <a:gd name="connsiteY1" fmla="*/ 23622 h 19050"/>
                <a:gd name="connsiteX2" fmla="*/ 0 w 19050"/>
                <a:gd name="connsiteY2" fmla="*/ 11811 h 19050"/>
                <a:gd name="connsiteX3" fmla="*/ 11811 w 19050"/>
                <a:gd name="connsiteY3" fmla="*/ 0 h 19050"/>
                <a:gd name="connsiteX4" fmla="*/ 23622 w 19050"/>
                <a:gd name="connsiteY4" fmla="*/ 11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3622" y="11811"/>
                  </a:moveTo>
                  <a:cubicBezTo>
                    <a:pt x="23622" y="18334"/>
                    <a:pt x="18334" y="23622"/>
                    <a:pt x="11811" y="23622"/>
                  </a:cubicBezTo>
                  <a:cubicBezTo>
                    <a:pt x="5288" y="23622"/>
                    <a:pt x="0" y="18334"/>
                    <a:pt x="0" y="11811"/>
                  </a:cubicBezTo>
                  <a:cubicBezTo>
                    <a:pt x="0" y="5288"/>
                    <a:pt x="5288" y="0"/>
                    <a:pt x="11811" y="0"/>
                  </a:cubicBezTo>
                  <a:cubicBezTo>
                    <a:pt x="18334" y="0"/>
                    <a:pt x="23622" y="5288"/>
                    <a:pt x="23622" y="11811"/>
                  </a:cubicBezTo>
                  <a:close/>
                </a:path>
              </a:pathLst>
            </a:custGeom>
            <a:solidFill>
              <a:schemeClr val="bg1"/>
            </a:solidFill>
            <a:ln w="12700" cap="flat">
              <a:solidFill>
                <a:schemeClr val="bg1"/>
              </a:solidFill>
              <a:prstDash val="solid"/>
              <a:miter/>
            </a:ln>
          </p:spPr>
          <p:txBody>
            <a:bodyPr rtlCol="0" anchor="ctr"/>
            <a:lstStyle/>
            <a:p>
              <a:endParaRPr lang="en-GB" sz="1600" dirty="0"/>
            </a:p>
          </p:txBody>
        </p:sp>
      </p:grpSp>
      <p:grpSp>
        <p:nvGrpSpPr>
          <p:cNvPr id="24" name="Group 23">
            <a:extLst>
              <a:ext uri="{FF2B5EF4-FFF2-40B4-BE49-F238E27FC236}">
                <a16:creationId xmlns:a16="http://schemas.microsoft.com/office/drawing/2014/main" id="{E1B23DE9-1B25-40E6-87CA-50E853CBD2EF}"/>
              </a:ext>
              <a:ext uri="{C183D7F6-B498-43B3-948B-1728B52AA6E4}">
                <adec:decorative xmlns:adec="http://schemas.microsoft.com/office/drawing/2017/decorative" val="1"/>
              </a:ext>
            </a:extLst>
          </p:cNvPr>
          <p:cNvGrpSpPr/>
          <p:nvPr userDrawn="1"/>
        </p:nvGrpSpPr>
        <p:grpSpPr>
          <a:xfrm>
            <a:off x="8766081" y="3469196"/>
            <a:ext cx="325438" cy="384175"/>
            <a:chOff x="9007476" y="2855913"/>
            <a:chExt cx="325438" cy="384175"/>
          </a:xfrm>
        </p:grpSpPr>
        <p:sp>
          <p:nvSpPr>
            <p:cNvPr id="15" name="Freeform 12">
              <a:extLst>
                <a:ext uri="{FF2B5EF4-FFF2-40B4-BE49-F238E27FC236}">
                  <a16:creationId xmlns:a16="http://schemas.microsoft.com/office/drawing/2014/main" id="{443E0A3F-4C2D-46EB-97FF-1627A80B77AF}"/>
                </a:ext>
              </a:extLst>
            </p:cNvPr>
            <p:cNvSpPr>
              <a:spLocks/>
            </p:cNvSpPr>
            <p:nvPr userDrawn="1"/>
          </p:nvSpPr>
          <p:spPr bwMode="auto">
            <a:xfrm>
              <a:off x="9007476" y="2855913"/>
              <a:ext cx="325438" cy="153988"/>
            </a:xfrm>
            <a:custGeom>
              <a:avLst/>
              <a:gdLst>
                <a:gd name="T0" fmla="*/ 378 w 378"/>
                <a:gd name="T1" fmla="*/ 91 h 182"/>
                <a:gd name="T2" fmla="*/ 378 w 378"/>
                <a:gd name="T3" fmla="*/ 91 h 182"/>
                <a:gd name="T4" fmla="*/ 189 w 378"/>
                <a:gd name="T5" fmla="*/ 0 h 182"/>
                <a:gd name="T6" fmla="*/ 0 w 378"/>
                <a:gd name="T7" fmla="*/ 91 h 182"/>
                <a:gd name="T8" fmla="*/ 189 w 378"/>
                <a:gd name="T9" fmla="*/ 182 h 182"/>
                <a:gd name="T10" fmla="*/ 378 w 378"/>
                <a:gd name="T11" fmla="*/ 91 h 182"/>
                <a:gd name="T12" fmla="*/ 378 w 378"/>
                <a:gd name="T13" fmla="*/ 91 h 182"/>
              </a:gdLst>
              <a:ahLst/>
              <a:cxnLst>
                <a:cxn ang="0">
                  <a:pos x="T0" y="T1"/>
                </a:cxn>
                <a:cxn ang="0">
                  <a:pos x="T2" y="T3"/>
                </a:cxn>
                <a:cxn ang="0">
                  <a:pos x="T4" y="T5"/>
                </a:cxn>
                <a:cxn ang="0">
                  <a:pos x="T6" y="T7"/>
                </a:cxn>
                <a:cxn ang="0">
                  <a:pos x="T8" y="T9"/>
                </a:cxn>
                <a:cxn ang="0">
                  <a:pos x="T10" y="T11"/>
                </a:cxn>
                <a:cxn ang="0">
                  <a:pos x="T12" y="T13"/>
                </a:cxn>
              </a:cxnLst>
              <a:rect l="0" t="0" r="r" b="b"/>
              <a:pathLst>
                <a:path w="378" h="182">
                  <a:moveTo>
                    <a:pt x="378" y="91"/>
                  </a:moveTo>
                  <a:lnTo>
                    <a:pt x="378" y="91"/>
                  </a:lnTo>
                  <a:cubicBezTo>
                    <a:pt x="378" y="40"/>
                    <a:pt x="294" y="0"/>
                    <a:pt x="189" y="0"/>
                  </a:cubicBezTo>
                  <a:cubicBezTo>
                    <a:pt x="85" y="0"/>
                    <a:pt x="0" y="40"/>
                    <a:pt x="0" y="91"/>
                  </a:cubicBezTo>
                  <a:cubicBezTo>
                    <a:pt x="0" y="141"/>
                    <a:pt x="85" y="182"/>
                    <a:pt x="189" y="182"/>
                  </a:cubicBezTo>
                  <a:cubicBezTo>
                    <a:pt x="294" y="182"/>
                    <a:pt x="378" y="141"/>
                    <a:pt x="378" y="91"/>
                  </a:cubicBezTo>
                  <a:lnTo>
                    <a:pt x="378" y="91"/>
                  </a:lnTo>
                  <a:close/>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3">
              <a:extLst>
                <a:ext uri="{FF2B5EF4-FFF2-40B4-BE49-F238E27FC236}">
                  <a16:creationId xmlns:a16="http://schemas.microsoft.com/office/drawing/2014/main" id="{A2C0D1CD-EE5C-4ED0-AE87-FC2AA8DB92BC}"/>
                </a:ext>
              </a:extLst>
            </p:cNvPr>
            <p:cNvSpPr>
              <a:spLocks/>
            </p:cNvSpPr>
            <p:nvPr userDrawn="1"/>
          </p:nvSpPr>
          <p:spPr bwMode="auto">
            <a:xfrm>
              <a:off x="9007476" y="3009900"/>
              <a:ext cx="325438" cy="76200"/>
            </a:xfrm>
            <a:custGeom>
              <a:avLst/>
              <a:gdLst>
                <a:gd name="T0" fmla="*/ 0 w 378"/>
                <a:gd name="T1" fmla="*/ 0 h 92"/>
                <a:gd name="T2" fmla="*/ 0 w 378"/>
                <a:gd name="T3" fmla="*/ 0 h 92"/>
                <a:gd name="T4" fmla="*/ 189 w 378"/>
                <a:gd name="T5" fmla="*/ 92 h 92"/>
                <a:gd name="T6" fmla="*/ 378 w 378"/>
                <a:gd name="T7" fmla="*/ 0 h 92"/>
              </a:gdLst>
              <a:ahLst/>
              <a:cxnLst>
                <a:cxn ang="0">
                  <a:pos x="T0" y="T1"/>
                </a:cxn>
                <a:cxn ang="0">
                  <a:pos x="T2" y="T3"/>
                </a:cxn>
                <a:cxn ang="0">
                  <a:pos x="T4" y="T5"/>
                </a:cxn>
                <a:cxn ang="0">
                  <a:pos x="T6" y="T7"/>
                </a:cxn>
              </a:cxnLst>
              <a:rect l="0" t="0" r="r" b="b"/>
              <a:pathLst>
                <a:path w="378" h="92">
                  <a:moveTo>
                    <a:pt x="0" y="0"/>
                  </a:moveTo>
                  <a:lnTo>
                    <a:pt x="0" y="0"/>
                  </a:lnTo>
                  <a:cubicBezTo>
                    <a:pt x="0" y="51"/>
                    <a:pt x="85" y="92"/>
                    <a:pt x="189" y="92"/>
                  </a:cubicBezTo>
                  <a:cubicBezTo>
                    <a:pt x="294" y="92"/>
                    <a:pt x="378" y="51"/>
                    <a:pt x="378" y="0"/>
                  </a:cubicBez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4">
              <a:extLst>
                <a:ext uri="{FF2B5EF4-FFF2-40B4-BE49-F238E27FC236}">
                  <a16:creationId xmlns:a16="http://schemas.microsoft.com/office/drawing/2014/main" id="{B190E139-4089-45D7-BE84-BB703B7F6860}"/>
                </a:ext>
              </a:extLst>
            </p:cNvPr>
            <p:cNvSpPr>
              <a:spLocks/>
            </p:cNvSpPr>
            <p:nvPr userDrawn="1"/>
          </p:nvSpPr>
          <p:spPr bwMode="auto">
            <a:xfrm>
              <a:off x="9007476" y="3086100"/>
              <a:ext cx="325438" cy="77788"/>
            </a:xfrm>
            <a:custGeom>
              <a:avLst/>
              <a:gdLst>
                <a:gd name="T0" fmla="*/ 0 w 378"/>
                <a:gd name="T1" fmla="*/ 0 h 91"/>
                <a:gd name="T2" fmla="*/ 0 w 378"/>
                <a:gd name="T3" fmla="*/ 0 h 91"/>
                <a:gd name="T4" fmla="*/ 189 w 378"/>
                <a:gd name="T5" fmla="*/ 91 h 91"/>
                <a:gd name="T6" fmla="*/ 378 w 378"/>
                <a:gd name="T7" fmla="*/ 0 h 91"/>
              </a:gdLst>
              <a:ahLst/>
              <a:cxnLst>
                <a:cxn ang="0">
                  <a:pos x="T0" y="T1"/>
                </a:cxn>
                <a:cxn ang="0">
                  <a:pos x="T2" y="T3"/>
                </a:cxn>
                <a:cxn ang="0">
                  <a:pos x="T4" y="T5"/>
                </a:cxn>
                <a:cxn ang="0">
                  <a:pos x="T6" y="T7"/>
                </a:cxn>
              </a:cxnLst>
              <a:rect l="0" t="0" r="r" b="b"/>
              <a:pathLst>
                <a:path w="378" h="91">
                  <a:moveTo>
                    <a:pt x="0" y="0"/>
                  </a:moveTo>
                  <a:lnTo>
                    <a:pt x="0" y="0"/>
                  </a:lnTo>
                  <a:cubicBezTo>
                    <a:pt x="0" y="50"/>
                    <a:pt x="85" y="91"/>
                    <a:pt x="189" y="91"/>
                  </a:cubicBezTo>
                  <a:cubicBezTo>
                    <a:pt x="294" y="91"/>
                    <a:pt x="378" y="50"/>
                    <a:pt x="378" y="0"/>
                  </a:cubicBez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5">
              <a:extLst>
                <a:ext uri="{FF2B5EF4-FFF2-40B4-BE49-F238E27FC236}">
                  <a16:creationId xmlns:a16="http://schemas.microsoft.com/office/drawing/2014/main" id="{D12929EC-922A-4D98-86BC-59CF60BBF1D5}"/>
                </a:ext>
              </a:extLst>
            </p:cNvPr>
            <p:cNvSpPr>
              <a:spLocks/>
            </p:cNvSpPr>
            <p:nvPr userDrawn="1"/>
          </p:nvSpPr>
          <p:spPr bwMode="auto">
            <a:xfrm>
              <a:off x="9007476" y="2932113"/>
              <a:ext cx="325438" cy="307975"/>
            </a:xfrm>
            <a:custGeom>
              <a:avLst/>
              <a:gdLst>
                <a:gd name="T0" fmla="*/ 378 w 378"/>
                <a:gd name="T1" fmla="*/ 0 h 366"/>
                <a:gd name="T2" fmla="*/ 378 w 378"/>
                <a:gd name="T3" fmla="*/ 0 h 366"/>
                <a:gd name="T4" fmla="*/ 378 w 378"/>
                <a:gd name="T5" fmla="*/ 274 h 366"/>
                <a:gd name="T6" fmla="*/ 189 w 378"/>
                <a:gd name="T7" fmla="*/ 366 h 366"/>
                <a:gd name="T8" fmla="*/ 0 w 378"/>
                <a:gd name="T9" fmla="*/ 274 h 366"/>
                <a:gd name="T10" fmla="*/ 0 w 378"/>
                <a:gd name="T11" fmla="*/ 0 h 366"/>
              </a:gdLst>
              <a:ahLst/>
              <a:cxnLst>
                <a:cxn ang="0">
                  <a:pos x="T0" y="T1"/>
                </a:cxn>
                <a:cxn ang="0">
                  <a:pos x="T2" y="T3"/>
                </a:cxn>
                <a:cxn ang="0">
                  <a:pos x="T4" y="T5"/>
                </a:cxn>
                <a:cxn ang="0">
                  <a:pos x="T6" y="T7"/>
                </a:cxn>
                <a:cxn ang="0">
                  <a:pos x="T8" y="T9"/>
                </a:cxn>
                <a:cxn ang="0">
                  <a:pos x="T10" y="T11"/>
                </a:cxn>
              </a:cxnLst>
              <a:rect l="0" t="0" r="r" b="b"/>
              <a:pathLst>
                <a:path w="378" h="366">
                  <a:moveTo>
                    <a:pt x="378" y="0"/>
                  </a:moveTo>
                  <a:lnTo>
                    <a:pt x="378" y="0"/>
                  </a:lnTo>
                  <a:lnTo>
                    <a:pt x="378" y="274"/>
                  </a:lnTo>
                  <a:cubicBezTo>
                    <a:pt x="378" y="325"/>
                    <a:pt x="294" y="366"/>
                    <a:pt x="189" y="366"/>
                  </a:cubicBezTo>
                  <a:cubicBezTo>
                    <a:pt x="85" y="366"/>
                    <a:pt x="0" y="325"/>
                    <a:pt x="0" y="274"/>
                  </a:cubicBezTo>
                  <a:lnTo>
                    <a:pt x="0" y="0"/>
                  </a:ln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sp>
        <p:nvSpPr>
          <p:cNvPr id="2" name="TextBox 1">
            <a:extLst>
              <a:ext uri="{FF2B5EF4-FFF2-40B4-BE49-F238E27FC236}">
                <a16:creationId xmlns:a16="http://schemas.microsoft.com/office/drawing/2014/main" id="{528ECABC-C3C5-25F1-F7CF-8A2E932C104A}"/>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41918575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blank" preserve="1">
  <p:cSld name="Capco Services and Solutions_dark">
    <p:spTree>
      <p:nvGrpSpPr>
        <p:cNvPr id="1" name=""/>
        <p:cNvGrpSpPr/>
        <p:nvPr/>
      </p:nvGrpSpPr>
      <p:grpSpPr>
        <a:xfrm>
          <a:off x="0" y="0"/>
          <a:ext cx="0" cy="0"/>
          <a:chOff x="0" y="0"/>
          <a:chExt cx="0" cy="0"/>
        </a:xfrm>
      </p:grpSpPr>
      <p:pic>
        <p:nvPicPr>
          <p:cNvPr id="129" name="Picture 128">
            <a:extLst>
              <a:ext uri="{FF2B5EF4-FFF2-40B4-BE49-F238E27FC236}">
                <a16:creationId xmlns:a16="http://schemas.microsoft.com/office/drawing/2014/main" id="{6F03FF18-AABC-47FE-9923-9D1C550C27DA}"/>
              </a:ext>
              <a:ext uri="{C183D7F6-B498-43B3-948B-1728B52AA6E4}">
                <adec:decorative xmlns:adec="http://schemas.microsoft.com/office/drawing/2017/decorative" val="1"/>
              </a:ext>
            </a:extLst>
          </p:cNvPr>
          <p:cNvPicPr>
            <a:picLocks/>
          </p:cNvPicPr>
          <p:nvPr userDrawn="1"/>
        </p:nvPicPr>
        <p:blipFill>
          <a:blip r:embed="rId2">
            <a:extLst>
              <a:ext uri="{28A0092B-C50C-407E-A947-70E740481C1C}">
                <a14:useLocalDpi xmlns:a14="http://schemas.microsoft.com/office/drawing/2010/main" val="0"/>
              </a:ext>
            </a:extLst>
          </a:blip>
          <a:srcRect t="75" b="75"/>
          <a:stretch/>
        </p:blipFill>
        <p:spPr>
          <a:xfrm>
            <a:off x="0" y="0"/>
            <a:ext cx="12192000" cy="6858000"/>
          </a:xfrm>
          <a:prstGeom prst="rect">
            <a:avLst/>
          </a:prstGeom>
        </p:spPr>
      </p:pic>
      <p:sp>
        <p:nvSpPr>
          <p:cNvPr id="7" name="TextBox 6">
            <a:extLst>
              <a:ext uri="{FF2B5EF4-FFF2-40B4-BE49-F238E27FC236}">
                <a16:creationId xmlns:a16="http://schemas.microsoft.com/office/drawing/2014/main" id="{E0B722DA-A7EF-42D4-97E8-22596004672B}"/>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endParaRPr>
          </a:p>
        </p:txBody>
      </p:sp>
      <p:sp>
        <p:nvSpPr>
          <p:cNvPr id="2" name="Rounded Rectangle 108">
            <a:extLst>
              <a:ext uri="{FF2B5EF4-FFF2-40B4-BE49-F238E27FC236}">
                <a16:creationId xmlns:a16="http://schemas.microsoft.com/office/drawing/2014/main" id="{C26113AC-1E2D-65AE-CC8D-37D633075037}"/>
              </a:ext>
              <a:ext uri="{C183D7F6-B498-43B3-948B-1728B52AA6E4}">
                <adec:decorative xmlns:adec="http://schemas.microsoft.com/office/drawing/2017/decorative" val="1"/>
              </a:ext>
            </a:extLst>
          </p:cNvPr>
          <p:cNvSpPr/>
          <p:nvPr userDrawn="1"/>
        </p:nvSpPr>
        <p:spPr>
          <a:xfrm>
            <a:off x="1891622" y="5207602"/>
            <a:ext cx="9755428" cy="1030878"/>
          </a:xfrm>
          <a:prstGeom prst="roundRect">
            <a:avLst>
              <a:gd name="adj"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 name="Rectangle 2">
            <a:extLst>
              <a:ext uri="{FF2B5EF4-FFF2-40B4-BE49-F238E27FC236}">
                <a16:creationId xmlns:a16="http://schemas.microsoft.com/office/drawing/2014/main" id="{F3480812-F081-B9BA-05FE-2EBA26BF771C}"/>
              </a:ext>
              <a:ext uri="{C183D7F6-B498-43B3-948B-1728B52AA6E4}">
                <adec:decorative xmlns:adec="http://schemas.microsoft.com/office/drawing/2017/decorative" val="1"/>
              </a:ext>
            </a:extLst>
          </p:cNvPr>
          <p:cNvSpPr/>
          <p:nvPr userDrawn="1"/>
        </p:nvSpPr>
        <p:spPr>
          <a:xfrm>
            <a:off x="2844800" y="2831718"/>
            <a:ext cx="8802250" cy="31412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latin typeface="Century Gothic" panose="020B0502020202020204" pitchFamily="34" charset="0"/>
            </a:endParaRPr>
          </a:p>
        </p:txBody>
      </p:sp>
      <p:sp>
        <p:nvSpPr>
          <p:cNvPr id="4" name="Pentagon 7">
            <a:extLst>
              <a:ext uri="{FF2B5EF4-FFF2-40B4-BE49-F238E27FC236}">
                <a16:creationId xmlns:a16="http://schemas.microsoft.com/office/drawing/2014/main" id="{B13A520A-34D8-91C0-F7CC-A0A93C0C6435}"/>
              </a:ext>
              <a:ext uri="{C183D7F6-B498-43B3-948B-1728B52AA6E4}">
                <adec:decorative xmlns:adec="http://schemas.microsoft.com/office/drawing/2017/decorative" val="1"/>
              </a:ext>
            </a:extLst>
          </p:cNvPr>
          <p:cNvSpPr/>
          <p:nvPr userDrawn="1"/>
        </p:nvSpPr>
        <p:spPr>
          <a:xfrm>
            <a:off x="559049" y="2831718"/>
            <a:ext cx="2514351" cy="314127"/>
          </a:xfrm>
          <a:prstGeom prst="homePlate">
            <a:avLst>
              <a:gd name="adj" fmla="val 43935"/>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ounded Rectangle 43">
            <a:extLst>
              <a:ext uri="{FF2B5EF4-FFF2-40B4-BE49-F238E27FC236}">
                <a16:creationId xmlns:a16="http://schemas.microsoft.com/office/drawing/2014/main" id="{3A9E5AD5-153E-0CEE-6FA4-133F7B240A71}"/>
              </a:ext>
              <a:ext uri="{C183D7F6-B498-43B3-948B-1728B52AA6E4}">
                <adec:decorative xmlns:adec="http://schemas.microsoft.com/office/drawing/2017/decorative" val="1"/>
              </a:ext>
            </a:extLst>
          </p:cNvPr>
          <p:cNvSpPr/>
          <p:nvPr userDrawn="1"/>
        </p:nvSpPr>
        <p:spPr>
          <a:xfrm>
            <a:off x="1891622" y="4176723"/>
            <a:ext cx="9755428" cy="1030878"/>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0" name="Pentagon 45">
            <a:extLst>
              <a:ext uri="{FF2B5EF4-FFF2-40B4-BE49-F238E27FC236}">
                <a16:creationId xmlns:a16="http://schemas.microsoft.com/office/drawing/2014/main" id="{626EF62C-447F-7303-642C-6040F6BC2867}"/>
              </a:ext>
              <a:ext uri="{C183D7F6-B498-43B3-948B-1728B52AA6E4}">
                <adec:decorative xmlns:adec="http://schemas.microsoft.com/office/drawing/2017/decorative" val="1"/>
              </a:ext>
            </a:extLst>
          </p:cNvPr>
          <p:cNvSpPr/>
          <p:nvPr userDrawn="1"/>
        </p:nvSpPr>
        <p:spPr>
          <a:xfrm>
            <a:off x="559049" y="4176723"/>
            <a:ext cx="2642132" cy="1030878"/>
          </a:xfrm>
          <a:prstGeom prst="homePlate">
            <a:avLst>
              <a:gd name="adj" fmla="val 25343"/>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1" name="Pentagon 109">
            <a:extLst>
              <a:ext uri="{FF2B5EF4-FFF2-40B4-BE49-F238E27FC236}">
                <a16:creationId xmlns:a16="http://schemas.microsoft.com/office/drawing/2014/main" id="{3DEAA4B3-2985-EDA9-EA0F-EC1E162D9A69}"/>
              </a:ext>
              <a:ext uri="{C183D7F6-B498-43B3-948B-1728B52AA6E4}">
                <adec:decorative xmlns:adec="http://schemas.microsoft.com/office/drawing/2017/decorative" val="1"/>
              </a:ext>
            </a:extLst>
          </p:cNvPr>
          <p:cNvSpPr/>
          <p:nvPr userDrawn="1"/>
        </p:nvSpPr>
        <p:spPr>
          <a:xfrm>
            <a:off x="559049" y="5207602"/>
            <a:ext cx="2642132" cy="1030878"/>
          </a:xfrm>
          <a:prstGeom prst="homePlate">
            <a:avLst>
              <a:gd name="adj" fmla="val 25343"/>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2" name="Rounded Rectangle 97">
            <a:extLst>
              <a:ext uri="{FF2B5EF4-FFF2-40B4-BE49-F238E27FC236}">
                <a16:creationId xmlns:a16="http://schemas.microsoft.com/office/drawing/2014/main" id="{C1EB4553-5ABA-A2DA-9C43-6FE80559DDA5}"/>
              </a:ext>
              <a:ext uri="{C183D7F6-B498-43B3-948B-1728B52AA6E4}">
                <adec:decorative xmlns:adec="http://schemas.microsoft.com/office/drawing/2017/decorative" val="1"/>
              </a:ext>
            </a:extLst>
          </p:cNvPr>
          <p:cNvSpPr/>
          <p:nvPr userDrawn="1"/>
        </p:nvSpPr>
        <p:spPr>
          <a:xfrm>
            <a:off x="1891622" y="3145845"/>
            <a:ext cx="9755428" cy="1030878"/>
          </a:xfrm>
          <a:prstGeom prst="roundRect">
            <a:avLst>
              <a:gd name="adj" fmla="val 0"/>
            </a:avLst>
          </a:prstGeom>
          <a:solidFill>
            <a:srgbClr val="8C16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3" name="Pentagon 98">
            <a:extLst>
              <a:ext uri="{FF2B5EF4-FFF2-40B4-BE49-F238E27FC236}">
                <a16:creationId xmlns:a16="http://schemas.microsoft.com/office/drawing/2014/main" id="{EB90E828-23EB-2BE2-8EA8-3041A2D285FD}"/>
              </a:ext>
              <a:ext uri="{C183D7F6-B498-43B3-948B-1728B52AA6E4}">
                <adec:decorative xmlns:adec="http://schemas.microsoft.com/office/drawing/2017/decorative" val="1"/>
              </a:ext>
            </a:extLst>
          </p:cNvPr>
          <p:cNvSpPr/>
          <p:nvPr userDrawn="1"/>
        </p:nvSpPr>
        <p:spPr>
          <a:xfrm>
            <a:off x="559049" y="3145845"/>
            <a:ext cx="2642132" cy="1030878"/>
          </a:xfrm>
          <a:prstGeom prst="homePlate">
            <a:avLst>
              <a:gd name="adj" fmla="val 25343"/>
            </a:avLst>
          </a:prstGeom>
          <a:solidFill>
            <a:srgbClr val="E623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4" name="Rectangle 13">
            <a:extLst>
              <a:ext uri="{FF2B5EF4-FFF2-40B4-BE49-F238E27FC236}">
                <a16:creationId xmlns:a16="http://schemas.microsoft.com/office/drawing/2014/main" id="{25BFC21C-EE5B-38E8-8D7A-7BF051F6426F}"/>
              </a:ext>
              <a:ext uri="{C183D7F6-B498-43B3-948B-1728B52AA6E4}">
                <adec:decorative xmlns:adec="http://schemas.microsoft.com/office/drawing/2017/decorative" val="1"/>
              </a:ext>
            </a:extLst>
          </p:cNvPr>
          <p:cNvSpPr/>
          <p:nvPr userDrawn="1"/>
        </p:nvSpPr>
        <p:spPr>
          <a:xfrm>
            <a:off x="559048" y="2517591"/>
            <a:ext cx="11088001" cy="31412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tx1"/>
              </a:solidFill>
              <a:latin typeface="Century Gothic" panose="020B0502020202020204" pitchFamily="34" charset="0"/>
            </a:endParaRPr>
          </a:p>
        </p:txBody>
      </p:sp>
      <p:cxnSp>
        <p:nvCxnSpPr>
          <p:cNvPr id="31" name="Straight Connector 30">
            <a:extLst>
              <a:ext uri="{FF2B5EF4-FFF2-40B4-BE49-F238E27FC236}">
                <a16:creationId xmlns:a16="http://schemas.microsoft.com/office/drawing/2014/main" id="{A92A1701-E409-AE0A-78EF-33D559EB0079}"/>
              </a:ext>
              <a:ext uri="{C183D7F6-B498-43B3-948B-1728B52AA6E4}">
                <adec:decorative xmlns:adec="http://schemas.microsoft.com/office/drawing/2017/decorative" val="1"/>
              </a:ext>
            </a:extLst>
          </p:cNvPr>
          <p:cNvCxnSpPr/>
          <p:nvPr userDrawn="1"/>
        </p:nvCxnSpPr>
        <p:spPr>
          <a:xfrm>
            <a:off x="2628790" y="2674655"/>
            <a:ext cx="57150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531836E-168D-FB10-3B0F-E02FDD5A056E}"/>
              </a:ext>
              <a:ext uri="{C183D7F6-B498-43B3-948B-1728B52AA6E4}">
                <adec:decorative xmlns:adec="http://schemas.microsoft.com/office/drawing/2017/decorative" val="1"/>
              </a:ext>
            </a:extLst>
          </p:cNvPr>
          <p:cNvCxnSpPr/>
          <p:nvPr userDrawn="1"/>
        </p:nvCxnSpPr>
        <p:spPr>
          <a:xfrm>
            <a:off x="4919268" y="2674655"/>
            <a:ext cx="57150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EF461FE-63AA-8899-87EA-A7DC7F47819A}"/>
              </a:ext>
              <a:ext uri="{C183D7F6-B498-43B3-948B-1728B52AA6E4}">
                <adec:decorative xmlns:adec="http://schemas.microsoft.com/office/drawing/2017/decorative" val="1"/>
              </a:ext>
            </a:extLst>
          </p:cNvPr>
          <p:cNvCxnSpPr/>
          <p:nvPr userDrawn="1"/>
        </p:nvCxnSpPr>
        <p:spPr>
          <a:xfrm>
            <a:off x="8200402" y="2674655"/>
            <a:ext cx="57150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3F3C988C-FCE6-BE99-ACD0-0E2E6EF73F15}"/>
              </a:ext>
              <a:ext uri="{C183D7F6-B498-43B3-948B-1728B52AA6E4}">
                <adec:decorative xmlns:adec="http://schemas.microsoft.com/office/drawing/2017/decorative" val="1"/>
              </a:ext>
            </a:extLst>
          </p:cNvPr>
          <p:cNvCxnSpPr/>
          <p:nvPr userDrawn="1"/>
        </p:nvCxnSpPr>
        <p:spPr>
          <a:xfrm>
            <a:off x="10029215" y="2674655"/>
            <a:ext cx="57150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8" name="Title 3">
            <a:extLst>
              <a:ext uri="{FF2B5EF4-FFF2-40B4-BE49-F238E27FC236}">
                <a16:creationId xmlns:a16="http://schemas.microsoft.com/office/drawing/2014/main" id="{AB509BF3-FEFE-4E4F-84DB-574D01A6710B}"/>
              </a:ext>
            </a:extLst>
          </p:cNvPr>
          <p:cNvSpPr txBox="1">
            <a:spLocks/>
          </p:cNvSpPr>
          <p:nvPr userDrawn="1"/>
        </p:nvSpPr>
        <p:spPr>
          <a:xfrm>
            <a:off x="542647" y="365126"/>
            <a:ext cx="11098999" cy="332399"/>
          </a:xfrm>
          <a:prstGeom prst="rect">
            <a:avLst/>
          </a:prstGeom>
        </p:spPr>
        <p:txBody>
          <a:bodyPr vert="horz" lIns="0" tIns="0" rIns="0" bIns="0" rtlCol="0" anchor="t" anchorCtr="0">
            <a:spAutoFit/>
          </a:bodyPr>
          <a:lstStyle>
            <a:lvl1pPr>
              <a:lnSpc>
                <a:spcPct val="90000"/>
              </a:lnSpc>
              <a:spcBef>
                <a:spcPct val="0"/>
              </a:spcBef>
              <a:buNone/>
              <a:defRPr sz="2400" b="0" i="0" cap="all" baseline="0">
                <a:latin typeface="Century Gothic" panose="020B0502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bg1"/>
                </a:solidFill>
                <a:effectLst/>
                <a:uLnTx/>
                <a:uFillTx/>
                <a:latin typeface="Century Gothic" panose="020B0502020202020204" pitchFamily="34" charset="0"/>
                <a:ea typeface="+mj-ea"/>
                <a:cs typeface="+mj-cs"/>
              </a:rPr>
              <a:t>Capco Services and Solutions</a:t>
            </a:r>
          </a:p>
        </p:txBody>
      </p:sp>
      <p:sp>
        <p:nvSpPr>
          <p:cNvPr id="38" name="TextBox 37">
            <a:extLst>
              <a:ext uri="{FF2B5EF4-FFF2-40B4-BE49-F238E27FC236}">
                <a16:creationId xmlns:a16="http://schemas.microsoft.com/office/drawing/2014/main" id="{FAA0C5EA-76C5-14D0-0D6D-358EDA0A2E53}"/>
              </a:ext>
            </a:extLst>
          </p:cNvPr>
          <p:cNvSpPr txBox="1"/>
          <p:nvPr userDrawn="1"/>
        </p:nvSpPr>
        <p:spPr>
          <a:xfrm>
            <a:off x="559048" y="1192059"/>
            <a:ext cx="11088001"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sz="1400" b="0" i="0" kern="1200" noProof="0" dirty="0">
                <a:solidFill>
                  <a:schemeClr val="bg1"/>
                </a:solidFill>
                <a:latin typeface="+mn-lt"/>
                <a:ea typeface="Verdana" panose="020B0604030504040204" pitchFamily="34" charset="0"/>
                <a:cs typeface="Calibri" panose="020F0502020204030204" pitchFamily="34" charset="0"/>
              </a:rPr>
              <a:t>Capco operates at the intersection of business and technology, by combining innovative thinking with unrivalled industry knowledge to fast-track Digital initiatives for Financial Services. Capco’s cutting-edge ingenuity is brought to life through its relevant Services underpinned by distinct Solutions and Offerings, and structured around market demand.</a:t>
            </a:r>
            <a:endParaRPr lang="en-US" sz="1400" b="0" i="0" kern="1200" dirty="0">
              <a:solidFill>
                <a:schemeClr val="bg1"/>
              </a:solidFill>
              <a:latin typeface="+mn-lt"/>
              <a:ea typeface="Verdana" panose="020B0604030504040204" pitchFamily="34" charset="0"/>
              <a:cs typeface="Calibri" panose="020F0502020204030204" pitchFamily="34" charset="0"/>
            </a:endParaRPr>
          </a:p>
        </p:txBody>
      </p:sp>
      <p:sp>
        <p:nvSpPr>
          <p:cNvPr id="39" name="Rectangle 38">
            <a:extLst>
              <a:ext uri="{FF2B5EF4-FFF2-40B4-BE49-F238E27FC236}">
                <a16:creationId xmlns:a16="http://schemas.microsoft.com/office/drawing/2014/main" id="{0AB97712-ACD8-045D-51E9-E5CECB5113CB}"/>
              </a:ext>
            </a:extLst>
          </p:cNvPr>
          <p:cNvSpPr/>
          <p:nvPr userDrawn="1"/>
        </p:nvSpPr>
        <p:spPr>
          <a:xfrm>
            <a:off x="741615" y="2536155"/>
            <a:ext cx="1705916"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r>
              <a:rPr lang="en-US" sz="1200" b="1" dirty="0">
                <a:solidFill>
                  <a:schemeClr val="tx1"/>
                </a:solidFill>
                <a:latin typeface="Century Gothic" panose="020B0502020202020204" pitchFamily="34" charset="0"/>
              </a:rPr>
              <a:t>Banking &amp; Payments</a:t>
            </a:r>
          </a:p>
        </p:txBody>
      </p:sp>
      <p:sp>
        <p:nvSpPr>
          <p:cNvPr id="40" name="Rectangle 39">
            <a:extLst>
              <a:ext uri="{FF2B5EF4-FFF2-40B4-BE49-F238E27FC236}">
                <a16:creationId xmlns:a16="http://schemas.microsoft.com/office/drawing/2014/main" id="{5A1E2638-9F56-C5CA-6691-689594F034B8}"/>
              </a:ext>
            </a:extLst>
          </p:cNvPr>
          <p:cNvSpPr/>
          <p:nvPr userDrawn="1"/>
        </p:nvSpPr>
        <p:spPr>
          <a:xfrm>
            <a:off x="3379144" y="2536155"/>
            <a:ext cx="1361270"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r>
              <a:rPr lang="en-US" sz="1200" b="1" dirty="0">
                <a:solidFill>
                  <a:schemeClr val="tx1"/>
                </a:solidFill>
                <a:latin typeface="Century Gothic" panose="020B0502020202020204" pitchFamily="34" charset="0"/>
              </a:rPr>
              <a:t>Capital Markets</a:t>
            </a:r>
          </a:p>
        </p:txBody>
      </p:sp>
      <p:sp>
        <p:nvSpPr>
          <p:cNvPr id="42" name="Rectangle 41">
            <a:extLst>
              <a:ext uri="{FF2B5EF4-FFF2-40B4-BE49-F238E27FC236}">
                <a16:creationId xmlns:a16="http://schemas.microsoft.com/office/drawing/2014/main" id="{53E3817F-9400-6B90-36A5-7DF81444BEE3}"/>
              </a:ext>
            </a:extLst>
          </p:cNvPr>
          <p:cNvSpPr/>
          <p:nvPr userDrawn="1"/>
        </p:nvSpPr>
        <p:spPr>
          <a:xfrm>
            <a:off x="5676836" y="2536155"/>
            <a:ext cx="2337498"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r>
              <a:rPr lang="en-US" sz="1200" b="1" dirty="0">
                <a:solidFill>
                  <a:schemeClr val="tx1"/>
                </a:solidFill>
                <a:latin typeface="Century Gothic" panose="020B0502020202020204" pitchFamily="34" charset="0"/>
              </a:rPr>
              <a:t>Wealth &amp; Asset Management</a:t>
            </a:r>
          </a:p>
        </p:txBody>
      </p:sp>
      <p:sp>
        <p:nvSpPr>
          <p:cNvPr id="45" name="Rectangle 44">
            <a:extLst>
              <a:ext uri="{FF2B5EF4-FFF2-40B4-BE49-F238E27FC236}">
                <a16:creationId xmlns:a16="http://schemas.microsoft.com/office/drawing/2014/main" id="{7369FEEA-0A70-625A-F299-85F5717313ED}"/>
              </a:ext>
            </a:extLst>
          </p:cNvPr>
          <p:cNvSpPr/>
          <p:nvPr userDrawn="1"/>
        </p:nvSpPr>
        <p:spPr>
          <a:xfrm>
            <a:off x="8940336" y="2536155"/>
            <a:ext cx="920444"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r>
              <a:rPr lang="en-US" sz="1200" b="1" dirty="0">
                <a:solidFill>
                  <a:schemeClr val="tx1"/>
                </a:solidFill>
                <a:latin typeface="Century Gothic" panose="020B0502020202020204" pitchFamily="34" charset="0"/>
              </a:rPr>
              <a:t>Insurance</a:t>
            </a:r>
          </a:p>
        </p:txBody>
      </p:sp>
      <p:sp>
        <p:nvSpPr>
          <p:cNvPr id="46" name="Rectangle 45">
            <a:extLst>
              <a:ext uri="{FF2B5EF4-FFF2-40B4-BE49-F238E27FC236}">
                <a16:creationId xmlns:a16="http://schemas.microsoft.com/office/drawing/2014/main" id="{1C20C521-CA24-5C12-B8C2-79086EA9F62A}"/>
              </a:ext>
            </a:extLst>
          </p:cNvPr>
          <p:cNvSpPr/>
          <p:nvPr userDrawn="1"/>
        </p:nvSpPr>
        <p:spPr>
          <a:xfrm>
            <a:off x="10749910" y="2536155"/>
            <a:ext cx="696024"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ctr"/>
            <a:r>
              <a:rPr lang="en-US" sz="1200" b="1" dirty="0">
                <a:solidFill>
                  <a:schemeClr val="tx1"/>
                </a:solidFill>
                <a:latin typeface="Century Gothic" panose="020B0502020202020204" pitchFamily="34" charset="0"/>
              </a:rPr>
              <a:t>Energy</a:t>
            </a:r>
          </a:p>
        </p:txBody>
      </p:sp>
      <p:sp>
        <p:nvSpPr>
          <p:cNvPr id="67" name="TextBox 66">
            <a:extLst>
              <a:ext uri="{FF2B5EF4-FFF2-40B4-BE49-F238E27FC236}">
                <a16:creationId xmlns:a16="http://schemas.microsoft.com/office/drawing/2014/main" id="{0062B41C-1C8F-DF40-D974-BC2477A7730C}"/>
              </a:ext>
            </a:extLst>
          </p:cNvPr>
          <p:cNvSpPr txBox="1"/>
          <p:nvPr userDrawn="1"/>
        </p:nvSpPr>
        <p:spPr>
          <a:xfrm>
            <a:off x="1334697" y="2850282"/>
            <a:ext cx="963056"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entury Gothic" panose="020B0502020202020204" pitchFamily="34" charset="0"/>
                <a:ea typeface="+mn-ea"/>
                <a:cs typeface="+mn-cs"/>
              </a:rPr>
              <a:t>Services</a:t>
            </a:r>
            <a:endParaRPr kumimoji="0" lang="en-US" sz="1800" b="0" i="0" u="none" strike="noStrike" kern="1200" cap="none" spc="0" normalizeH="0" baseline="0" noProof="0" dirty="0">
              <a:ln>
                <a:noFill/>
              </a:ln>
              <a:solidFill>
                <a:srgbClr val="FFFFFF"/>
              </a:solidFill>
              <a:effectLst/>
              <a:uLnTx/>
              <a:uFillTx/>
              <a:latin typeface="Calibri"/>
              <a:ea typeface="+mn-ea"/>
              <a:cs typeface="+mn-cs"/>
            </a:endParaRPr>
          </a:p>
        </p:txBody>
      </p:sp>
      <p:sp>
        <p:nvSpPr>
          <p:cNvPr id="69" name="TextBox 68">
            <a:extLst>
              <a:ext uri="{FF2B5EF4-FFF2-40B4-BE49-F238E27FC236}">
                <a16:creationId xmlns:a16="http://schemas.microsoft.com/office/drawing/2014/main" id="{1ADB7D21-5E76-16EE-F01D-5AA11F424F71}"/>
              </a:ext>
            </a:extLst>
          </p:cNvPr>
          <p:cNvSpPr txBox="1"/>
          <p:nvPr userDrawn="1"/>
        </p:nvSpPr>
        <p:spPr>
          <a:xfrm>
            <a:off x="6613406" y="2850282"/>
            <a:ext cx="1265039"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entury Gothic" panose="020B0502020202020204" pitchFamily="34" charset="0"/>
                <a:ea typeface="+mn-ea"/>
                <a:cs typeface="+mn-cs"/>
              </a:rPr>
              <a:t>Solutions</a:t>
            </a:r>
          </a:p>
        </p:txBody>
      </p:sp>
      <p:sp>
        <p:nvSpPr>
          <p:cNvPr id="74" name="Rectangle 73">
            <a:extLst>
              <a:ext uri="{FF2B5EF4-FFF2-40B4-BE49-F238E27FC236}">
                <a16:creationId xmlns:a16="http://schemas.microsoft.com/office/drawing/2014/main" id="{C3C90B11-7288-C103-5855-43C5342BA0E1}"/>
              </a:ext>
            </a:extLst>
          </p:cNvPr>
          <p:cNvSpPr/>
          <p:nvPr userDrawn="1"/>
        </p:nvSpPr>
        <p:spPr>
          <a:xfrm>
            <a:off x="1454268" y="3502184"/>
            <a:ext cx="1081191" cy="318201"/>
          </a:xfrm>
          <a:prstGeom prst="rect">
            <a:avLst/>
          </a:prstGeom>
          <a:noFill/>
        </p:spPr>
        <p:txBody>
          <a:bodyPr wrap="square">
            <a:noAutofit/>
          </a:bodyPr>
          <a:lstStyle/>
          <a:p>
            <a:pPr defTabSz="816235">
              <a:defRPr/>
            </a:pPr>
            <a:r>
              <a:rPr lang="en-GB" sz="1600" b="1" cap="none" dirty="0">
                <a:solidFill>
                  <a:schemeClr val="bg1"/>
                </a:solidFill>
                <a:latin typeface="Century Gothic" panose="020B0502020202020204" pitchFamily="34" charset="0"/>
              </a:rPr>
              <a:t>Digital</a:t>
            </a:r>
          </a:p>
        </p:txBody>
      </p:sp>
      <p:sp>
        <p:nvSpPr>
          <p:cNvPr id="86" name="Rectangle 85">
            <a:extLst>
              <a:ext uri="{FF2B5EF4-FFF2-40B4-BE49-F238E27FC236}">
                <a16:creationId xmlns:a16="http://schemas.microsoft.com/office/drawing/2014/main" id="{B98A1B30-AF01-66B9-6092-CB0E03F58AE1}"/>
              </a:ext>
            </a:extLst>
          </p:cNvPr>
          <p:cNvSpPr/>
          <p:nvPr userDrawn="1"/>
        </p:nvSpPr>
        <p:spPr>
          <a:xfrm>
            <a:off x="4667975" y="3445840"/>
            <a:ext cx="1120994" cy="430887"/>
          </a:xfrm>
          <a:prstGeom prst="rect">
            <a:avLst/>
          </a:prstGeom>
        </p:spPr>
        <p:txBody>
          <a:bodyPr wrap="square" lIns="144000" numCol="1">
            <a:spAutoFit/>
          </a:bodyPr>
          <a:lstStyle/>
          <a:p>
            <a:pPr lvl="0" algn="l">
              <a:spcBef>
                <a:spcPts val="600"/>
              </a:spcBef>
              <a:spcAft>
                <a:spcPts val="600"/>
              </a:spcAft>
            </a:pPr>
            <a:r>
              <a:rPr lang="en-US" sz="1100" dirty="0">
                <a:solidFill>
                  <a:schemeClr val="bg1"/>
                </a:solidFill>
                <a:latin typeface="Century Gothic" panose="020B0502020202020204" pitchFamily="34" charset="0"/>
              </a:rPr>
              <a:t>Digital</a:t>
            </a:r>
            <a:br>
              <a:rPr lang="sk-SK" sz="1100" dirty="0">
                <a:solidFill>
                  <a:schemeClr val="bg1"/>
                </a:solidFill>
                <a:latin typeface="Century Gothic" panose="020B0502020202020204" pitchFamily="34" charset="0"/>
              </a:rPr>
            </a:br>
            <a:r>
              <a:rPr lang="en-US" sz="1100" dirty="0">
                <a:solidFill>
                  <a:schemeClr val="bg1"/>
                </a:solidFill>
                <a:latin typeface="Century Gothic" panose="020B0502020202020204" pitchFamily="34" charset="0"/>
              </a:rPr>
              <a:t>Innovation</a:t>
            </a:r>
          </a:p>
        </p:txBody>
      </p:sp>
      <p:sp>
        <p:nvSpPr>
          <p:cNvPr id="114" name="Rectangle 113">
            <a:extLst>
              <a:ext uri="{FF2B5EF4-FFF2-40B4-BE49-F238E27FC236}">
                <a16:creationId xmlns:a16="http://schemas.microsoft.com/office/drawing/2014/main" id="{93CF20D5-92B1-FADF-A36C-8058EA70960A}"/>
              </a:ext>
            </a:extLst>
          </p:cNvPr>
          <p:cNvSpPr/>
          <p:nvPr userDrawn="1"/>
        </p:nvSpPr>
        <p:spPr>
          <a:xfrm>
            <a:off x="6977706" y="3445840"/>
            <a:ext cx="1170949" cy="430887"/>
          </a:xfrm>
          <a:prstGeom prst="rect">
            <a:avLst/>
          </a:prstGeom>
        </p:spPr>
        <p:txBody>
          <a:bodyPr wrap="square" lIns="144000">
            <a:spAutoFit/>
          </a:bodyPr>
          <a:lstStyle/>
          <a:p>
            <a:pPr algn="l"/>
            <a:r>
              <a:rPr lang="en-US" sz="1100" dirty="0">
                <a:solidFill>
                  <a:srgbClr val="FFFFFF"/>
                </a:solidFill>
                <a:latin typeface="Century Gothic" panose="020B0502020202020204" pitchFamily="34" charset="0"/>
              </a:rPr>
              <a:t>Digital </a:t>
            </a:r>
            <a:br>
              <a:rPr lang="en-US" sz="1100" dirty="0">
                <a:solidFill>
                  <a:srgbClr val="FFFFFF"/>
                </a:solidFill>
                <a:latin typeface="Century Gothic" panose="020B0502020202020204" pitchFamily="34" charset="0"/>
              </a:rPr>
            </a:br>
            <a:r>
              <a:rPr lang="en-US" sz="1100" dirty="0">
                <a:solidFill>
                  <a:srgbClr val="FFFFFF"/>
                </a:solidFill>
                <a:latin typeface="Century Gothic" panose="020B0502020202020204" pitchFamily="34" charset="0"/>
              </a:rPr>
              <a:t>Engineering</a:t>
            </a:r>
            <a:endParaRPr lang="en-US" sz="1600" dirty="0"/>
          </a:p>
        </p:txBody>
      </p:sp>
      <p:sp>
        <p:nvSpPr>
          <p:cNvPr id="151" name="Rectangle 150">
            <a:extLst>
              <a:ext uri="{FF2B5EF4-FFF2-40B4-BE49-F238E27FC236}">
                <a16:creationId xmlns:a16="http://schemas.microsoft.com/office/drawing/2014/main" id="{6B46820D-A71B-7E3D-B24E-F29A9C605AEB}"/>
              </a:ext>
            </a:extLst>
          </p:cNvPr>
          <p:cNvSpPr/>
          <p:nvPr userDrawn="1"/>
        </p:nvSpPr>
        <p:spPr>
          <a:xfrm>
            <a:off x="9091520" y="3445840"/>
            <a:ext cx="1122597" cy="430887"/>
          </a:xfrm>
          <a:prstGeom prst="rect">
            <a:avLst/>
          </a:prstGeom>
        </p:spPr>
        <p:txBody>
          <a:bodyPr wrap="square" lIns="144000">
            <a:spAutoFit/>
          </a:bodyPr>
          <a:lstStyle/>
          <a:p>
            <a:pPr algn="l"/>
            <a:r>
              <a:rPr lang="en-US" sz="1100" dirty="0">
                <a:solidFill>
                  <a:srgbClr val="FFFFFF"/>
                </a:solidFill>
                <a:latin typeface="Century Gothic" panose="020B0502020202020204" pitchFamily="34" charset="0"/>
              </a:rPr>
              <a:t>Data </a:t>
            </a:r>
            <a:br>
              <a:rPr lang="sk-SK" sz="1100" dirty="0">
                <a:solidFill>
                  <a:srgbClr val="FFFFFF"/>
                </a:solidFill>
                <a:latin typeface="Century Gothic" panose="020B0502020202020204" pitchFamily="34" charset="0"/>
              </a:rPr>
            </a:br>
            <a:r>
              <a:rPr lang="en-US" sz="1100" dirty="0">
                <a:solidFill>
                  <a:srgbClr val="FFFFFF"/>
                </a:solidFill>
                <a:latin typeface="Century Gothic" panose="020B0502020202020204" pitchFamily="34" charset="0"/>
              </a:rPr>
              <a:t>&amp;</a:t>
            </a:r>
            <a:r>
              <a:rPr lang="sk-SK" sz="1100" dirty="0">
                <a:solidFill>
                  <a:srgbClr val="FFFFFF"/>
                </a:solidFill>
                <a:latin typeface="Century Gothic" panose="020B0502020202020204" pitchFamily="34" charset="0"/>
              </a:rPr>
              <a:t> </a:t>
            </a:r>
            <a:r>
              <a:rPr lang="en-US" sz="1100" dirty="0">
                <a:solidFill>
                  <a:srgbClr val="FFFFFF"/>
                </a:solidFill>
                <a:latin typeface="Century Gothic" panose="020B0502020202020204" pitchFamily="34" charset="0"/>
              </a:rPr>
              <a:t>Analytics</a:t>
            </a:r>
            <a:endParaRPr lang="en-US" sz="1600" dirty="0"/>
          </a:p>
        </p:txBody>
      </p:sp>
      <p:sp>
        <p:nvSpPr>
          <p:cNvPr id="152" name="Rectangle 151">
            <a:extLst>
              <a:ext uri="{FF2B5EF4-FFF2-40B4-BE49-F238E27FC236}">
                <a16:creationId xmlns:a16="http://schemas.microsoft.com/office/drawing/2014/main" id="{FFEC0064-586F-98F4-BDDF-C33789EAF57B}"/>
              </a:ext>
            </a:extLst>
          </p:cNvPr>
          <p:cNvSpPr/>
          <p:nvPr userDrawn="1"/>
        </p:nvSpPr>
        <p:spPr>
          <a:xfrm>
            <a:off x="1454268" y="4533061"/>
            <a:ext cx="1526881" cy="318201"/>
          </a:xfrm>
          <a:prstGeom prst="rect">
            <a:avLst/>
          </a:prstGeom>
          <a:noFill/>
        </p:spPr>
        <p:txBody>
          <a:bodyPr wrap="square">
            <a:noAutofit/>
          </a:bodyPr>
          <a:lstStyle/>
          <a:p>
            <a:pPr defTabSz="816235">
              <a:defRPr/>
            </a:pPr>
            <a:r>
              <a:rPr lang="en-GB" sz="1600" b="1" cap="none" dirty="0">
                <a:solidFill>
                  <a:schemeClr val="bg1"/>
                </a:solidFill>
                <a:latin typeface="Century Gothic" panose="020B0502020202020204" pitchFamily="34" charset="0"/>
              </a:rPr>
              <a:t>Consulting</a:t>
            </a:r>
          </a:p>
        </p:txBody>
      </p:sp>
      <p:sp>
        <p:nvSpPr>
          <p:cNvPr id="153" name="Rectangle 152">
            <a:extLst>
              <a:ext uri="{FF2B5EF4-FFF2-40B4-BE49-F238E27FC236}">
                <a16:creationId xmlns:a16="http://schemas.microsoft.com/office/drawing/2014/main" id="{232BA6A0-74A7-2B25-581D-4872AC2EA04F}"/>
              </a:ext>
            </a:extLst>
          </p:cNvPr>
          <p:cNvSpPr/>
          <p:nvPr userDrawn="1"/>
        </p:nvSpPr>
        <p:spPr>
          <a:xfrm>
            <a:off x="3837761" y="4561357"/>
            <a:ext cx="898176" cy="261610"/>
          </a:xfrm>
          <a:prstGeom prst="rect">
            <a:avLst/>
          </a:prstGeom>
        </p:spPr>
        <p:txBody>
          <a:bodyPr wrap="square" lIns="144000" numCol="1">
            <a:spAutoFit/>
          </a:bodyPr>
          <a:lstStyle/>
          <a:p>
            <a:pPr lvl="0" algn="l">
              <a:spcBef>
                <a:spcPts val="600"/>
              </a:spcBef>
              <a:spcAft>
                <a:spcPts val="600"/>
              </a:spcAft>
            </a:pPr>
            <a:r>
              <a:rPr lang="en-US" sz="1100" dirty="0">
                <a:solidFill>
                  <a:schemeClr val="bg1"/>
                </a:solidFill>
                <a:latin typeface="Century Gothic" panose="020B0502020202020204" pitchFamily="34" charset="0"/>
              </a:rPr>
              <a:t>Strategy</a:t>
            </a:r>
          </a:p>
        </p:txBody>
      </p:sp>
      <p:sp>
        <p:nvSpPr>
          <p:cNvPr id="154" name="Rectangle 153">
            <a:extLst>
              <a:ext uri="{FF2B5EF4-FFF2-40B4-BE49-F238E27FC236}">
                <a16:creationId xmlns:a16="http://schemas.microsoft.com/office/drawing/2014/main" id="{DF833112-B608-36E0-E946-A7389D4D4E52}"/>
              </a:ext>
            </a:extLst>
          </p:cNvPr>
          <p:cNvSpPr/>
          <p:nvPr userDrawn="1"/>
        </p:nvSpPr>
        <p:spPr>
          <a:xfrm>
            <a:off x="5751902" y="4476718"/>
            <a:ext cx="1526554" cy="430887"/>
          </a:xfrm>
          <a:prstGeom prst="rect">
            <a:avLst/>
          </a:prstGeom>
        </p:spPr>
        <p:txBody>
          <a:bodyPr wrap="square" lIns="144000">
            <a:spAutoFit/>
          </a:bodyPr>
          <a:lstStyle/>
          <a:p>
            <a:pPr lvl="0" algn="l">
              <a:spcBef>
                <a:spcPts val="600"/>
              </a:spcBef>
              <a:spcAft>
                <a:spcPts val="600"/>
              </a:spcAft>
            </a:pPr>
            <a:r>
              <a:rPr lang="en-US" sz="1100" dirty="0">
                <a:solidFill>
                  <a:srgbClr val="FFFFFF"/>
                </a:solidFill>
                <a:latin typeface="Century Gothic" panose="020B0502020202020204" pitchFamily="34" charset="0"/>
              </a:rPr>
              <a:t>Transformation </a:t>
            </a:r>
            <a:br>
              <a:rPr lang="en-US" sz="1100" dirty="0">
                <a:solidFill>
                  <a:srgbClr val="FFFFFF"/>
                </a:solidFill>
                <a:latin typeface="Century Gothic" panose="020B0502020202020204" pitchFamily="34" charset="0"/>
              </a:rPr>
            </a:br>
            <a:r>
              <a:rPr lang="en-US" sz="1100" dirty="0">
                <a:solidFill>
                  <a:srgbClr val="FFFFFF"/>
                </a:solidFill>
                <a:latin typeface="Century Gothic" panose="020B0502020202020204" pitchFamily="34" charset="0"/>
              </a:rPr>
              <a:t>Services</a:t>
            </a:r>
          </a:p>
        </p:txBody>
      </p:sp>
      <p:sp>
        <p:nvSpPr>
          <p:cNvPr id="155" name="Rectangle 154">
            <a:extLst>
              <a:ext uri="{FF2B5EF4-FFF2-40B4-BE49-F238E27FC236}">
                <a16:creationId xmlns:a16="http://schemas.microsoft.com/office/drawing/2014/main" id="{17E21EBB-9085-35B9-3D53-5940968F92B0}"/>
              </a:ext>
            </a:extLst>
          </p:cNvPr>
          <p:cNvSpPr/>
          <p:nvPr userDrawn="1"/>
        </p:nvSpPr>
        <p:spPr>
          <a:xfrm>
            <a:off x="8318999" y="4476718"/>
            <a:ext cx="894970" cy="430887"/>
          </a:xfrm>
          <a:prstGeom prst="rect">
            <a:avLst/>
          </a:prstGeom>
        </p:spPr>
        <p:txBody>
          <a:bodyPr wrap="square" lIns="144000">
            <a:spAutoFit/>
          </a:bodyPr>
          <a:lstStyle/>
          <a:p>
            <a:pPr lvl="0" algn="l">
              <a:spcBef>
                <a:spcPts val="600"/>
              </a:spcBef>
              <a:spcAft>
                <a:spcPts val="600"/>
              </a:spcAft>
            </a:pPr>
            <a:r>
              <a:rPr lang="en-US" sz="1100" dirty="0">
                <a:solidFill>
                  <a:srgbClr val="FFFFFF"/>
                </a:solidFill>
                <a:latin typeface="Century Gothic" panose="020B0502020202020204" pitchFamily="34" charset="0"/>
              </a:rPr>
              <a:t>Change </a:t>
            </a:r>
            <a:br>
              <a:rPr lang="en-US" sz="1100" dirty="0">
                <a:solidFill>
                  <a:srgbClr val="FFFFFF"/>
                </a:solidFill>
                <a:latin typeface="Century Gothic" panose="020B0502020202020204" pitchFamily="34" charset="0"/>
              </a:rPr>
            </a:br>
            <a:r>
              <a:rPr lang="en-US" sz="1100" dirty="0">
                <a:solidFill>
                  <a:srgbClr val="FFFFFF"/>
                </a:solidFill>
                <a:latin typeface="Century Gothic" panose="020B0502020202020204" pitchFamily="34" charset="0"/>
              </a:rPr>
              <a:t>Services</a:t>
            </a:r>
          </a:p>
        </p:txBody>
      </p:sp>
      <p:sp>
        <p:nvSpPr>
          <p:cNvPr id="156" name="Rectangle 155">
            <a:extLst>
              <a:ext uri="{FF2B5EF4-FFF2-40B4-BE49-F238E27FC236}">
                <a16:creationId xmlns:a16="http://schemas.microsoft.com/office/drawing/2014/main" id="{D573F401-B904-9559-BEA8-BD4C99513EEE}"/>
              </a:ext>
            </a:extLst>
          </p:cNvPr>
          <p:cNvSpPr/>
          <p:nvPr userDrawn="1"/>
        </p:nvSpPr>
        <p:spPr>
          <a:xfrm>
            <a:off x="10170587" y="4476718"/>
            <a:ext cx="1476462" cy="430887"/>
          </a:xfrm>
          <a:prstGeom prst="rect">
            <a:avLst/>
          </a:prstGeom>
        </p:spPr>
        <p:txBody>
          <a:bodyPr wrap="square" lIns="144000">
            <a:spAutoFit/>
          </a:bodyPr>
          <a:lstStyle/>
          <a:p>
            <a:pPr lvl="0" algn="l">
              <a:spcBef>
                <a:spcPts val="600"/>
              </a:spcBef>
              <a:spcAft>
                <a:spcPts val="600"/>
              </a:spcAft>
            </a:pPr>
            <a:r>
              <a:rPr lang="en-US" sz="1100" dirty="0">
                <a:solidFill>
                  <a:srgbClr val="FFFFFF"/>
                </a:solidFill>
                <a:latin typeface="Century Gothic" panose="020B0502020202020204" pitchFamily="34" charset="0"/>
              </a:rPr>
              <a:t>Risk, Regulatory </a:t>
            </a:r>
            <a:br>
              <a:rPr lang="en-US" sz="1100" dirty="0">
                <a:solidFill>
                  <a:srgbClr val="FFFFFF"/>
                </a:solidFill>
                <a:latin typeface="Century Gothic" panose="020B0502020202020204" pitchFamily="34" charset="0"/>
              </a:rPr>
            </a:br>
            <a:r>
              <a:rPr lang="en-US" sz="1100" dirty="0">
                <a:solidFill>
                  <a:srgbClr val="FFFFFF"/>
                </a:solidFill>
                <a:latin typeface="Century Gothic" panose="020B0502020202020204" pitchFamily="34" charset="0"/>
              </a:rPr>
              <a:t>&amp; Compliance</a:t>
            </a:r>
          </a:p>
        </p:txBody>
      </p:sp>
      <p:sp>
        <p:nvSpPr>
          <p:cNvPr id="157" name="Rectangle 156">
            <a:extLst>
              <a:ext uri="{FF2B5EF4-FFF2-40B4-BE49-F238E27FC236}">
                <a16:creationId xmlns:a16="http://schemas.microsoft.com/office/drawing/2014/main" id="{09C2046D-4C70-71EF-30BB-B4BAC69ABE0C}"/>
              </a:ext>
            </a:extLst>
          </p:cNvPr>
          <p:cNvSpPr/>
          <p:nvPr userDrawn="1"/>
        </p:nvSpPr>
        <p:spPr>
          <a:xfrm>
            <a:off x="1454268" y="5563940"/>
            <a:ext cx="1671059" cy="318201"/>
          </a:xfrm>
          <a:prstGeom prst="rect">
            <a:avLst/>
          </a:prstGeom>
          <a:noFill/>
        </p:spPr>
        <p:txBody>
          <a:bodyPr wrap="square">
            <a:noAutofit/>
          </a:bodyPr>
          <a:lstStyle/>
          <a:p>
            <a:pPr defTabSz="816235">
              <a:defRPr/>
            </a:pPr>
            <a:r>
              <a:rPr lang="en-GB" sz="1600" b="1" cap="none" dirty="0">
                <a:solidFill>
                  <a:schemeClr val="bg1"/>
                </a:solidFill>
                <a:latin typeface="Century Gothic" panose="020B0502020202020204" pitchFamily="34" charset="0"/>
              </a:rPr>
              <a:t>Technology</a:t>
            </a:r>
          </a:p>
        </p:txBody>
      </p:sp>
      <p:sp>
        <p:nvSpPr>
          <p:cNvPr id="158" name="Rectangle 157">
            <a:extLst>
              <a:ext uri="{FF2B5EF4-FFF2-40B4-BE49-F238E27FC236}">
                <a16:creationId xmlns:a16="http://schemas.microsoft.com/office/drawing/2014/main" id="{499C51B1-ACFD-5042-5B4E-0EBEEA1F06DA}"/>
              </a:ext>
            </a:extLst>
          </p:cNvPr>
          <p:cNvSpPr/>
          <p:nvPr userDrawn="1"/>
        </p:nvSpPr>
        <p:spPr>
          <a:xfrm>
            <a:off x="4626297" y="5507597"/>
            <a:ext cx="1204350" cy="430887"/>
          </a:xfrm>
          <a:prstGeom prst="rect">
            <a:avLst/>
          </a:prstGeom>
          <a:noFill/>
        </p:spPr>
        <p:txBody>
          <a:bodyPr wrap="square" lIns="144000">
            <a:spAutoFit/>
          </a:bodyPr>
          <a:lstStyle/>
          <a:p>
            <a:pPr algn="l"/>
            <a:r>
              <a:rPr lang="en-US" sz="1100" dirty="0">
                <a:solidFill>
                  <a:srgbClr val="FFFFFF"/>
                </a:solidFill>
                <a:latin typeface="Century Gothic" panose="020B0502020202020204" pitchFamily="34" charset="0"/>
              </a:rPr>
              <a:t>Technology</a:t>
            </a:r>
            <a:br>
              <a:rPr lang="en-US" sz="1100" dirty="0">
                <a:solidFill>
                  <a:srgbClr val="FFFFFF"/>
                </a:solidFill>
                <a:latin typeface="Century Gothic" panose="020B0502020202020204" pitchFamily="34" charset="0"/>
              </a:rPr>
            </a:br>
            <a:r>
              <a:rPr lang="en-US" sz="1100" dirty="0">
                <a:solidFill>
                  <a:srgbClr val="FFFFFF"/>
                </a:solidFill>
                <a:latin typeface="Century Gothic" panose="020B0502020202020204" pitchFamily="34" charset="0"/>
              </a:rPr>
              <a:t>Advisory </a:t>
            </a:r>
            <a:endParaRPr lang="en-US" sz="1600" dirty="0"/>
          </a:p>
        </p:txBody>
      </p:sp>
      <p:sp>
        <p:nvSpPr>
          <p:cNvPr id="159" name="Rectangle 158">
            <a:extLst>
              <a:ext uri="{FF2B5EF4-FFF2-40B4-BE49-F238E27FC236}">
                <a16:creationId xmlns:a16="http://schemas.microsoft.com/office/drawing/2014/main" id="{59FD8900-5DCA-96FD-9942-1EFD9FF56786}"/>
              </a:ext>
            </a:extLst>
          </p:cNvPr>
          <p:cNvSpPr/>
          <p:nvPr userDrawn="1"/>
        </p:nvSpPr>
        <p:spPr>
          <a:xfrm>
            <a:off x="6997695" y="5507597"/>
            <a:ext cx="1201543" cy="430887"/>
          </a:xfrm>
          <a:prstGeom prst="rect">
            <a:avLst/>
          </a:prstGeom>
          <a:noFill/>
        </p:spPr>
        <p:txBody>
          <a:bodyPr wrap="square" lIns="144000">
            <a:spAutoFit/>
          </a:bodyPr>
          <a:lstStyle/>
          <a:p>
            <a:pPr algn="l"/>
            <a:r>
              <a:rPr lang="en-US" sz="1100" dirty="0">
                <a:solidFill>
                  <a:srgbClr val="FFFFFF"/>
                </a:solidFill>
                <a:latin typeface="Century Gothic" panose="020B0502020202020204" pitchFamily="34" charset="0"/>
              </a:rPr>
              <a:t>Systems </a:t>
            </a:r>
            <a:br>
              <a:rPr lang="en-US" sz="1100" dirty="0">
                <a:solidFill>
                  <a:srgbClr val="FFFFFF"/>
                </a:solidFill>
                <a:latin typeface="Century Gothic" panose="020B0502020202020204" pitchFamily="34" charset="0"/>
              </a:rPr>
            </a:br>
            <a:r>
              <a:rPr lang="en-US" sz="1100" dirty="0">
                <a:solidFill>
                  <a:srgbClr val="FFFFFF"/>
                </a:solidFill>
                <a:latin typeface="Century Gothic" panose="020B0502020202020204" pitchFamily="34" charset="0"/>
              </a:rPr>
              <a:t>Integration </a:t>
            </a:r>
            <a:endParaRPr lang="en-US" sz="1600" dirty="0"/>
          </a:p>
        </p:txBody>
      </p:sp>
      <p:sp>
        <p:nvSpPr>
          <p:cNvPr id="160" name="Rectangle 159">
            <a:extLst>
              <a:ext uri="{FF2B5EF4-FFF2-40B4-BE49-F238E27FC236}">
                <a16:creationId xmlns:a16="http://schemas.microsoft.com/office/drawing/2014/main" id="{F2543DA5-DA8F-8540-1D55-B1378ACD51DA}"/>
              </a:ext>
            </a:extLst>
          </p:cNvPr>
          <p:cNvSpPr/>
          <p:nvPr userDrawn="1"/>
        </p:nvSpPr>
        <p:spPr>
          <a:xfrm>
            <a:off x="9190773" y="5507597"/>
            <a:ext cx="861308" cy="430887"/>
          </a:xfrm>
          <a:prstGeom prst="rect">
            <a:avLst/>
          </a:prstGeom>
          <a:noFill/>
        </p:spPr>
        <p:txBody>
          <a:bodyPr wrap="square" lIns="144000" numCol="1">
            <a:spAutoFit/>
          </a:bodyPr>
          <a:lstStyle/>
          <a:p>
            <a:pPr lvl="0" algn="l">
              <a:spcBef>
                <a:spcPts val="600"/>
              </a:spcBef>
              <a:spcAft>
                <a:spcPts val="600"/>
              </a:spcAft>
            </a:pPr>
            <a:r>
              <a:rPr lang="en-US" sz="1100" dirty="0">
                <a:solidFill>
                  <a:schemeClr val="bg1"/>
                </a:solidFill>
                <a:latin typeface="Century Gothic" panose="020B0502020202020204" pitchFamily="34" charset="0"/>
              </a:rPr>
              <a:t>Security</a:t>
            </a:r>
            <a:br>
              <a:rPr lang="sk-SK" sz="1100" dirty="0">
                <a:solidFill>
                  <a:schemeClr val="bg1"/>
                </a:solidFill>
                <a:latin typeface="Century Gothic" panose="020B0502020202020204" pitchFamily="34" charset="0"/>
              </a:rPr>
            </a:br>
            <a:r>
              <a:rPr lang="en-US" sz="1100" dirty="0">
                <a:solidFill>
                  <a:schemeClr val="bg1"/>
                </a:solidFill>
                <a:latin typeface="Century Gothic" panose="020B0502020202020204" pitchFamily="34" charset="0"/>
              </a:rPr>
              <a:t>Services</a:t>
            </a:r>
          </a:p>
        </p:txBody>
      </p:sp>
      <p:grpSp>
        <p:nvGrpSpPr>
          <p:cNvPr id="161" name="Group 160">
            <a:extLst>
              <a:ext uri="{FF2B5EF4-FFF2-40B4-BE49-F238E27FC236}">
                <a16:creationId xmlns:a16="http://schemas.microsoft.com/office/drawing/2014/main" id="{0BB0BABD-E6A2-2654-76B4-7C26B03F1832}"/>
              </a:ext>
              <a:ext uri="{C183D7F6-B498-43B3-948B-1728B52AA6E4}">
                <adec:decorative xmlns:adec="http://schemas.microsoft.com/office/drawing/2017/decorative" val="1"/>
              </a:ext>
            </a:extLst>
          </p:cNvPr>
          <p:cNvGrpSpPr/>
          <p:nvPr userDrawn="1"/>
        </p:nvGrpSpPr>
        <p:grpSpPr>
          <a:xfrm>
            <a:off x="670282" y="4296162"/>
            <a:ext cx="792000" cy="792000"/>
            <a:chOff x="616942" y="4046295"/>
            <a:chExt cx="792000" cy="792000"/>
          </a:xfrm>
        </p:grpSpPr>
        <p:sp>
          <p:nvSpPr>
            <p:cNvPr id="162" name="Oval 161">
              <a:extLst>
                <a:ext uri="{FF2B5EF4-FFF2-40B4-BE49-F238E27FC236}">
                  <a16:creationId xmlns:a16="http://schemas.microsoft.com/office/drawing/2014/main" id="{EBA9A2E9-87F3-2E93-5281-87F7632A5636}"/>
                </a:ext>
              </a:extLst>
            </p:cNvPr>
            <p:cNvSpPr/>
            <p:nvPr userDrawn="1"/>
          </p:nvSpPr>
          <p:spPr>
            <a:xfrm>
              <a:off x="616942" y="4046295"/>
              <a:ext cx="792000" cy="792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63" name="Graphic 9">
              <a:extLst>
                <a:ext uri="{FF2B5EF4-FFF2-40B4-BE49-F238E27FC236}">
                  <a16:creationId xmlns:a16="http://schemas.microsoft.com/office/drawing/2014/main" id="{7BF49959-E9F9-BAF5-87E5-3EFC2FB5B9A4}"/>
                </a:ext>
              </a:extLst>
            </p:cNvPr>
            <p:cNvGrpSpPr/>
            <p:nvPr userDrawn="1"/>
          </p:nvGrpSpPr>
          <p:grpSpPr>
            <a:xfrm>
              <a:off x="767323" y="4304367"/>
              <a:ext cx="491239" cy="275856"/>
              <a:chOff x="11621209" y="1849943"/>
              <a:chExt cx="603193" cy="338726"/>
            </a:xfrm>
            <a:noFill/>
          </p:grpSpPr>
          <p:grpSp>
            <p:nvGrpSpPr>
              <p:cNvPr id="164" name="Graphic 9">
                <a:extLst>
                  <a:ext uri="{FF2B5EF4-FFF2-40B4-BE49-F238E27FC236}">
                    <a16:creationId xmlns:a16="http://schemas.microsoft.com/office/drawing/2014/main" id="{8F9F3297-1DCF-751A-E003-F6C9067F5DA0}"/>
                  </a:ext>
                </a:extLst>
              </p:cNvPr>
              <p:cNvGrpSpPr/>
              <p:nvPr/>
            </p:nvGrpSpPr>
            <p:grpSpPr>
              <a:xfrm>
                <a:off x="11755527" y="1849943"/>
                <a:ext cx="325698" cy="338726"/>
                <a:chOff x="11755527" y="1849943"/>
                <a:chExt cx="325698" cy="338726"/>
              </a:xfrm>
              <a:noFill/>
            </p:grpSpPr>
            <p:sp>
              <p:nvSpPr>
                <p:cNvPr id="173" name="Freeform: Shape 352">
                  <a:extLst>
                    <a:ext uri="{FF2B5EF4-FFF2-40B4-BE49-F238E27FC236}">
                      <a16:creationId xmlns:a16="http://schemas.microsoft.com/office/drawing/2014/main" id="{2A93D96A-9E6A-22B5-9BB1-C0F0A4FF9F68}"/>
                    </a:ext>
                  </a:extLst>
                </p:cNvPr>
                <p:cNvSpPr/>
                <p:nvPr/>
              </p:nvSpPr>
              <p:spPr>
                <a:xfrm>
                  <a:off x="11770249" y="1849943"/>
                  <a:ext cx="312671" cy="338726"/>
                </a:xfrm>
                <a:custGeom>
                  <a:avLst/>
                  <a:gdLst>
                    <a:gd name="connsiteX0" fmla="*/ 315145 w 312670"/>
                    <a:gd name="connsiteY0" fmla="*/ 344850 h 338726"/>
                    <a:gd name="connsiteX1" fmla="*/ 315145 w 312670"/>
                    <a:gd name="connsiteY1" fmla="*/ 301206 h 338726"/>
                    <a:gd name="connsiteX2" fmla="*/ 300294 w 312670"/>
                    <a:gd name="connsiteY2" fmla="*/ 269809 h 338726"/>
                    <a:gd name="connsiteX3" fmla="*/ 211443 w 312670"/>
                    <a:gd name="connsiteY3" fmla="*/ 212225 h 338726"/>
                    <a:gd name="connsiteX4" fmla="*/ 211443 w 312670"/>
                    <a:gd name="connsiteY4" fmla="*/ 159723 h 338726"/>
                    <a:gd name="connsiteX5" fmla="*/ 224211 w 312670"/>
                    <a:gd name="connsiteY5" fmla="*/ 131061 h 338726"/>
                    <a:gd name="connsiteX6" fmla="*/ 224211 w 312670"/>
                    <a:gd name="connsiteY6" fmla="*/ 67224 h 338726"/>
                    <a:gd name="connsiteX7" fmla="*/ 156987 w 312670"/>
                    <a:gd name="connsiteY7" fmla="*/ 0 h 338726"/>
                    <a:gd name="connsiteX8" fmla="*/ 143307 w 312670"/>
                    <a:gd name="connsiteY8" fmla="*/ 0 h 338726"/>
                    <a:gd name="connsiteX9" fmla="*/ 76083 w 312670"/>
                    <a:gd name="connsiteY9" fmla="*/ 67224 h 338726"/>
                    <a:gd name="connsiteX10" fmla="*/ 76083 w 312670"/>
                    <a:gd name="connsiteY10" fmla="*/ 131061 h 338726"/>
                    <a:gd name="connsiteX11" fmla="*/ 88850 w 312670"/>
                    <a:gd name="connsiteY11" fmla="*/ 159723 h 338726"/>
                    <a:gd name="connsiteX12" fmla="*/ 88850 w 312670"/>
                    <a:gd name="connsiteY12" fmla="*/ 212225 h 338726"/>
                    <a:gd name="connsiteX13" fmla="*/ 0 w 312670"/>
                    <a:gd name="connsiteY13" fmla="*/ 269939 h 338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2670" h="338726">
                      <a:moveTo>
                        <a:pt x="315145" y="344850"/>
                      </a:moveTo>
                      <a:lnTo>
                        <a:pt x="315145" y="301206"/>
                      </a:lnTo>
                      <a:cubicBezTo>
                        <a:pt x="315145" y="288960"/>
                        <a:pt x="309674" y="277495"/>
                        <a:pt x="300294" y="269809"/>
                      </a:cubicBezTo>
                      <a:cubicBezTo>
                        <a:pt x="264207" y="240105"/>
                        <a:pt x="225383" y="219391"/>
                        <a:pt x="211443" y="212225"/>
                      </a:cubicBezTo>
                      <a:lnTo>
                        <a:pt x="211443" y="159723"/>
                      </a:lnTo>
                      <a:cubicBezTo>
                        <a:pt x="219520" y="152427"/>
                        <a:pt x="224211" y="142135"/>
                        <a:pt x="224211" y="131061"/>
                      </a:cubicBezTo>
                      <a:lnTo>
                        <a:pt x="224211" y="67224"/>
                      </a:lnTo>
                      <a:cubicBezTo>
                        <a:pt x="224211" y="30095"/>
                        <a:pt x="193986" y="0"/>
                        <a:pt x="156987" y="0"/>
                      </a:cubicBezTo>
                      <a:lnTo>
                        <a:pt x="143307" y="0"/>
                      </a:lnTo>
                      <a:cubicBezTo>
                        <a:pt x="106178" y="0"/>
                        <a:pt x="76083" y="30225"/>
                        <a:pt x="76083" y="67224"/>
                      </a:cubicBezTo>
                      <a:lnTo>
                        <a:pt x="76083" y="131061"/>
                      </a:lnTo>
                      <a:cubicBezTo>
                        <a:pt x="76083" y="142135"/>
                        <a:pt x="80773" y="152427"/>
                        <a:pt x="88850" y="159723"/>
                      </a:cubicBezTo>
                      <a:lnTo>
                        <a:pt x="88850" y="212225"/>
                      </a:lnTo>
                      <a:cubicBezTo>
                        <a:pt x="74911" y="219391"/>
                        <a:pt x="36218" y="240235"/>
                        <a:pt x="0" y="269939"/>
                      </a:cubicBezTo>
                    </a:path>
                  </a:pathLst>
                </a:custGeom>
                <a:noFill/>
                <a:ln w="12700" cap="flat">
                  <a:solidFill>
                    <a:schemeClr val="bg1"/>
                  </a:solidFill>
                  <a:prstDash val="solid"/>
                  <a:round/>
                </a:ln>
              </p:spPr>
              <p:txBody>
                <a:bodyPr rtlCol="0" anchor="ctr"/>
                <a:lstStyle/>
                <a:p>
                  <a:endParaRPr lang="en-GB" sz="1600" dirty="0"/>
                </a:p>
              </p:txBody>
            </p:sp>
            <p:sp>
              <p:nvSpPr>
                <p:cNvPr id="174" name="Freeform: Shape 353">
                  <a:extLst>
                    <a:ext uri="{FF2B5EF4-FFF2-40B4-BE49-F238E27FC236}">
                      <a16:creationId xmlns:a16="http://schemas.microsoft.com/office/drawing/2014/main" id="{453A7E74-A067-2B20-A970-48F1F00E34E9}"/>
                    </a:ext>
                  </a:extLst>
                </p:cNvPr>
                <p:cNvSpPr/>
                <p:nvPr/>
              </p:nvSpPr>
              <p:spPr>
                <a:xfrm>
                  <a:off x="11755527" y="2119751"/>
                  <a:ext cx="13028" cy="65140"/>
                </a:xfrm>
                <a:custGeom>
                  <a:avLst/>
                  <a:gdLst>
                    <a:gd name="connsiteX0" fmla="*/ 14852 w 13027"/>
                    <a:gd name="connsiteY0" fmla="*/ 0 h 65139"/>
                    <a:gd name="connsiteX1" fmla="*/ 0 w 13027"/>
                    <a:gd name="connsiteY1" fmla="*/ 31397 h 65139"/>
                    <a:gd name="connsiteX2" fmla="*/ 0 w 13027"/>
                    <a:gd name="connsiteY2" fmla="*/ 75041 h 65139"/>
                  </a:gdLst>
                  <a:ahLst/>
                  <a:cxnLst>
                    <a:cxn ang="0">
                      <a:pos x="connsiteX0" y="connsiteY0"/>
                    </a:cxn>
                    <a:cxn ang="0">
                      <a:pos x="connsiteX1" y="connsiteY1"/>
                    </a:cxn>
                    <a:cxn ang="0">
                      <a:pos x="connsiteX2" y="connsiteY2"/>
                    </a:cxn>
                  </a:cxnLst>
                  <a:rect l="l" t="t" r="r" b="b"/>
                  <a:pathLst>
                    <a:path w="13027" h="65139">
                      <a:moveTo>
                        <a:pt x="14852" y="0"/>
                      </a:moveTo>
                      <a:cubicBezTo>
                        <a:pt x="5472" y="7686"/>
                        <a:pt x="0" y="19281"/>
                        <a:pt x="0" y="31397"/>
                      </a:cubicBezTo>
                      <a:lnTo>
                        <a:pt x="0" y="75041"/>
                      </a:lnTo>
                    </a:path>
                  </a:pathLst>
                </a:custGeom>
                <a:noFill/>
                <a:ln w="12700" cap="flat">
                  <a:solidFill>
                    <a:schemeClr val="bg1"/>
                  </a:solidFill>
                  <a:prstDash val="solid"/>
                  <a:round/>
                </a:ln>
              </p:spPr>
              <p:txBody>
                <a:bodyPr rtlCol="0" anchor="ctr"/>
                <a:lstStyle/>
                <a:p>
                  <a:endParaRPr lang="en-GB" sz="1600" dirty="0"/>
                </a:p>
              </p:txBody>
            </p:sp>
          </p:grpSp>
          <p:grpSp>
            <p:nvGrpSpPr>
              <p:cNvPr id="165" name="Graphic 9">
                <a:extLst>
                  <a:ext uri="{FF2B5EF4-FFF2-40B4-BE49-F238E27FC236}">
                    <a16:creationId xmlns:a16="http://schemas.microsoft.com/office/drawing/2014/main" id="{F3E1624B-69C6-1F4B-1EE9-2B30C2E4F6B0}"/>
                  </a:ext>
                </a:extLst>
              </p:cNvPr>
              <p:cNvGrpSpPr/>
              <p:nvPr/>
            </p:nvGrpSpPr>
            <p:grpSpPr>
              <a:xfrm>
                <a:off x="12094123" y="1897495"/>
                <a:ext cx="130279" cy="52112"/>
                <a:chOff x="12094123" y="1897495"/>
                <a:chExt cx="130279" cy="52112"/>
              </a:xfrm>
              <a:noFill/>
            </p:grpSpPr>
            <p:grpSp>
              <p:nvGrpSpPr>
                <p:cNvPr id="169" name="Graphic 9">
                  <a:extLst>
                    <a:ext uri="{FF2B5EF4-FFF2-40B4-BE49-F238E27FC236}">
                      <a16:creationId xmlns:a16="http://schemas.microsoft.com/office/drawing/2014/main" id="{489E48E9-23D4-BB6D-CC9B-16A5DB4FD875}"/>
                    </a:ext>
                  </a:extLst>
                </p:cNvPr>
                <p:cNvGrpSpPr/>
                <p:nvPr/>
              </p:nvGrpSpPr>
              <p:grpSpPr>
                <a:xfrm>
                  <a:off x="12094123" y="1897495"/>
                  <a:ext cx="130279" cy="52112"/>
                  <a:chOff x="12094123" y="1897495"/>
                  <a:chExt cx="130279" cy="52112"/>
                </a:xfrm>
              </p:grpSpPr>
              <p:sp>
                <p:nvSpPr>
                  <p:cNvPr id="171" name="Freeform: Shape 356">
                    <a:extLst>
                      <a:ext uri="{FF2B5EF4-FFF2-40B4-BE49-F238E27FC236}">
                        <a16:creationId xmlns:a16="http://schemas.microsoft.com/office/drawing/2014/main" id="{A0C05004-EED4-121A-ED7B-45D74C17C124}"/>
                      </a:ext>
                    </a:extLst>
                  </p:cNvPr>
                  <p:cNvSpPr/>
                  <p:nvPr/>
                </p:nvSpPr>
                <p:spPr>
                  <a:xfrm>
                    <a:off x="12094123" y="1897495"/>
                    <a:ext cx="130279" cy="13028"/>
                  </a:xfrm>
                  <a:custGeom>
                    <a:avLst/>
                    <a:gdLst>
                      <a:gd name="connsiteX0" fmla="*/ 131061 w 130279"/>
                      <a:gd name="connsiteY0" fmla="*/ 0 h 0"/>
                      <a:gd name="connsiteX1" fmla="*/ 0 w 130279"/>
                      <a:gd name="connsiteY1" fmla="*/ 0 h 0"/>
                    </a:gdLst>
                    <a:ahLst/>
                    <a:cxnLst>
                      <a:cxn ang="0">
                        <a:pos x="connsiteX0" y="connsiteY0"/>
                      </a:cxn>
                      <a:cxn ang="0">
                        <a:pos x="connsiteX1" y="connsiteY1"/>
                      </a:cxn>
                    </a:cxnLst>
                    <a:rect l="l" t="t" r="r" b="b"/>
                    <a:pathLst>
                      <a:path w="130279">
                        <a:moveTo>
                          <a:pt x="131061" y="0"/>
                        </a:moveTo>
                        <a:lnTo>
                          <a:pt x="0" y="0"/>
                        </a:lnTo>
                      </a:path>
                    </a:pathLst>
                  </a:custGeom>
                  <a:ln w="12700" cap="rnd">
                    <a:solidFill>
                      <a:schemeClr val="bg1"/>
                    </a:solidFill>
                    <a:prstDash val="solid"/>
                    <a:round/>
                  </a:ln>
                </p:spPr>
                <p:txBody>
                  <a:bodyPr rtlCol="0" anchor="ctr"/>
                  <a:lstStyle/>
                  <a:p>
                    <a:endParaRPr lang="en-GB" sz="1600" dirty="0"/>
                  </a:p>
                </p:txBody>
              </p:sp>
              <p:sp>
                <p:nvSpPr>
                  <p:cNvPr id="172" name="Freeform: Shape 357">
                    <a:extLst>
                      <a:ext uri="{FF2B5EF4-FFF2-40B4-BE49-F238E27FC236}">
                        <a16:creationId xmlns:a16="http://schemas.microsoft.com/office/drawing/2014/main" id="{3A8C8737-A9F1-71BA-4E4A-60BFC5B7913E}"/>
                      </a:ext>
                    </a:extLst>
                  </p:cNvPr>
                  <p:cNvSpPr/>
                  <p:nvPr/>
                </p:nvSpPr>
                <p:spPr>
                  <a:xfrm>
                    <a:off x="12094123" y="1950909"/>
                    <a:ext cx="130279" cy="13028"/>
                  </a:xfrm>
                  <a:custGeom>
                    <a:avLst/>
                    <a:gdLst>
                      <a:gd name="connsiteX0" fmla="*/ 131061 w 130279"/>
                      <a:gd name="connsiteY0" fmla="*/ 0 h 0"/>
                      <a:gd name="connsiteX1" fmla="*/ 0 w 130279"/>
                      <a:gd name="connsiteY1" fmla="*/ 0 h 0"/>
                    </a:gdLst>
                    <a:ahLst/>
                    <a:cxnLst>
                      <a:cxn ang="0">
                        <a:pos x="connsiteX0" y="connsiteY0"/>
                      </a:cxn>
                      <a:cxn ang="0">
                        <a:pos x="connsiteX1" y="connsiteY1"/>
                      </a:cxn>
                    </a:cxnLst>
                    <a:rect l="l" t="t" r="r" b="b"/>
                    <a:pathLst>
                      <a:path w="130279">
                        <a:moveTo>
                          <a:pt x="131061" y="0"/>
                        </a:moveTo>
                        <a:lnTo>
                          <a:pt x="0" y="0"/>
                        </a:lnTo>
                      </a:path>
                    </a:pathLst>
                  </a:custGeom>
                  <a:ln w="12700" cap="rnd">
                    <a:solidFill>
                      <a:schemeClr val="bg1"/>
                    </a:solidFill>
                    <a:prstDash val="solid"/>
                    <a:round/>
                  </a:ln>
                </p:spPr>
                <p:txBody>
                  <a:bodyPr rtlCol="0" anchor="ctr"/>
                  <a:lstStyle/>
                  <a:p>
                    <a:endParaRPr lang="en-GB" sz="1600" dirty="0"/>
                  </a:p>
                </p:txBody>
              </p:sp>
            </p:grpSp>
            <p:sp>
              <p:nvSpPr>
                <p:cNvPr id="170" name="Freeform: Shape 358">
                  <a:extLst>
                    <a:ext uri="{FF2B5EF4-FFF2-40B4-BE49-F238E27FC236}">
                      <a16:creationId xmlns:a16="http://schemas.microsoft.com/office/drawing/2014/main" id="{999BF37B-4411-40E3-84DE-E2D1306778DA}"/>
                    </a:ext>
                  </a:extLst>
                </p:cNvPr>
                <p:cNvSpPr/>
                <p:nvPr/>
              </p:nvSpPr>
              <p:spPr>
                <a:xfrm>
                  <a:off x="12040709" y="1838087"/>
                  <a:ext cx="234503" cy="195419"/>
                </a:xfrm>
                <a:custGeom>
                  <a:avLst/>
                  <a:gdLst>
                    <a:gd name="connsiteX0" fmla="*/ 237760 w 234502"/>
                    <a:gd name="connsiteY0" fmla="*/ 0 h 195419"/>
                    <a:gd name="connsiteX1" fmla="*/ 237760 w 234502"/>
                    <a:gd name="connsiteY1" fmla="*/ 167670 h 195419"/>
                    <a:gd name="connsiteX2" fmla="*/ 61753 w 234502"/>
                    <a:gd name="connsiteY2" fmla="*/ 167670 h 195419"/>
                    <a:gd name="connsiteX3" fmla="*/ 30095 w 234502"/>
                    <a:gd name="connsiteY3" fmla="*/ 203757 h 195419"/>
                    <a:gd name="connsiteX4" fmla="*/ 30095 w 234502"/>
                    <a:gd name="connsiteY4" fmla="*/ 167670 h 195419"/>
                    <a:gd name="connsiteX5" fmla="*/ 0 w 234502"/>
                    <a:gd name="connsiteY5" fmla="*/ 167670 h 195419"/>
                    <a:gd name="connsiteX6" fmla="*/ 0 w 234502"/>
                    <a:gd name="connsiteY6" fmla="*/ 0 h 195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4502" h="195419">
                      <a:moveTo>
                        <a:pt x="237760" y="0"/>
                      </a:moveTo>
                      <a:lnTo>
                        <a:pt x="237760" y="167670"/>
                      </a:lnTo>
                      <a:lnTo>
                        <a:pt x="61753" y="167670"/>
                      </a:lnTo>
                      <a:lnTo>
                        <a:pt x="30095" y="203757"/>
                      </a:lnTo>
                      <a:lnTo>
                        <a:pt x="30095" y="167670"/>
                      </a:lnTo>
                      <a:lnTo>
                        <a:pt x="0" y="167670"/>
                      </a:lnTo>
                      <a:lnTo>
                        <a:pt x="0" y="0"/>
                      </a:lnTo>
                      <a:close/>
                    </a:path>
                  </a:pathLst>
                </a:custGeom>
                <a:noFill/>
                <a:ln w="12700" cap="rnd">
                  <a:solidFill>
                    <a:schemeClr val="bg1"/>
                  </a:solidFill>
                  <a:prstDash val="solid"/>
                  <a:round/>
                </a:ln>
              </p:spPr>
              <p:txBody>
                <a:bodyPr rtlCol="0" anchor="ctr"/>
                <a:lstStyle/>
                <a:p>
                  <a:endParaRPr lang="en-GB" sz="1600" dirty="0"/>
                </a:p>
              </p:txBody>
            </p:sp>
          </p:grpSp>
          <p:grpSp>
            <p:nvGrpSpPr>
              <p:cNvPr id="166" name="Graphic 9">
                <a:extLst>
                  <a:ext uri="{FF2B5EF4-FFF2-40B4-BE49-F238E27FC236}">
                    <a16:creationId xmlns:a16="http://schemas.microsoft.com/office/drawing/2014/main" id="{470F3305-F9B2-588A-51AD-5AC2D7298ABA}"/>
                  </a:ext>
                </a:extLst>
              </p:cNvPr>
              <p:cNvGrpSpPr/>
              <p:nvPr/>
            </p:nvGrpSpPr>
            <p:grpSpPr>
              <a:xfrm>
                <a:off x="11621209" y="1895801"/>
                <a:ext cx="195419" cy="273587"/>
                <a:chOff x="11621209" y="1895801"/>
                <a:chExt cx="195419" cy="273587"/>
              </a:xfrm>
              <a:noFill/>
            </p:grpSpPr>
            <p:sp>
              <p:nvSpPr>
                <p:cNvPr id="167" name="Freeform: Shape 360">
                  <a:extLst>
                    <a:ext uri="{FF2B5EF4-FFF2-40B4-BE49-F238E27FC236}">
                      <a16:creationId xmlns:a16="http://schemas.microsoft.com/office/drawing/2014/main" id="{3F54A01A-C0AD-1B04-158F-3EF8E90D24FA}"/>
                    </a:ext>
                  </a:extLst>
                </p:cNvPr>
                <p:cNvSpPr/>
                <p:nvPr/>
              </p:nvSpPr>
              <p:spPr>
                <a:xfrm>
                  <a:off x="11633586" y="1895801"/>
                  <a:ext cx="182391" cy="221475"/>
                </a:xfrm>
                <a:custGeom>
                  <a:avLst/>
                  <a:gdLst>
                    <a:gd name="connsiteX0" fmla="*/ 192032 w 182391"/>
                    <a:gd name="connsiteY0" fmla="*/ 184345 h 221474"/>
                    <a:gd name="connsiteX1" fmla="*/ 173532 w 182391"/>
                    <a:gd name="connsiteY1" fmla="*/ 174314 h 221474"/>
                    <a:gd name="connsiteX2" fmla="*/ 173532 w 182391"/>
                    <a:gd name="connsiteY2" fmla="*/ 131191 h 221474"/>
                    <a:gd name="connsiteX3" fmla="*/ 184085 w 182391"/>
                    <a:gd name="connsiteY3" fmla="*/ 107611 h 221474"/>
                    <a:gd name="connsiteX4" fmla="*/ 184085 w 182391"/>
                    <a:gd name="connsiteY4" fmla="*/ 55238 h 221474"/>
                    <a:gd name="connsiteX5" fmla="*/ 128847 w 182391"/>
                    <a:gd name="connsiteY5" fmla="*/ 0 h 221474"/>
                    <a:gd name="connsiteX6" fmla="*/ 117642 w 182391"/>
                    <a:gd name="connsiteY6" fmla="*/ 0 h 221474"/>
                    <a:gd name="connsiteX7" fmla="*/ 62404 w 182391"/>
                    <a:gd name="connsiteY7" fmla="*/ 55238 h 221474"/>
                    <a:gd name="connsiteX8" fmla="*/ 62404 w 182391"/>
                    <a:gd name="connsiteY8" fmla="*/ 107611 h 221474"/>
                    <a:gd name="connsiteX9" fmla="*/ 72957 w 182391"/>
                    <a:gd name="connsiteY9" fmla="*/ 131191 h 221474"/>
                    <a:gd name="connsiteX10" fmla="*/ 72957 w 182391"/>
                    <a:gd name="connsiteY10" fmla="*/ 174314 h 221474"/>
                    <a:gd name="connsiteX11" fmla="*/ 0 w 182391"/>
                    <a:gd name="connsiteY11" fmla="*/ 221736 h 221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2391" h="221474">
                      <a:moveTo>
                        <a:pt x="192032" y="184345"/>
                      </a:moveTo>
                      <a:cubicBezTo>
                        <a:pt x="183954" y="179655"/>
                        <a:pt x="177440" y="176268"/>
                        <a:pt x="173532" y="174314"/>
                      </a:cubicBezTo>
                      <a:lnTo>
                        <a:pt x="173532" y="131191"/>
                      </a:lnTo>
                      <a:cubicBezTo>
                        <a:pt x="180177" y="125198"/>
                        <a:pt x="184085" y="116730"/>
                        <a:pt x="184085" y="107611"/>
                      </a:cubicBezTo>
                      <a:lnTo>
                        <a:pt x="184085" y="55238"/>
                      </a:lnTo>
                      <a:cubicBezTo>
                        <a:pt x="184085" y="24753"/>
                        <a:pt x="159332" y="0"/>
                        <a:pt x="128847" y="0"/>
                      </a:cubicBezTo>
                      <a:lnTo>
                        <a:pt x="117642" y="0"/>
                      </a:lnTo>
                      <a:cubicBezTo>
                        <a:pt x="87157" y="0"/>
                        <a:pt x="62404" y="24753"/>
                        <a:pt x="62404" y="55238"/>
                      </a:cubicBezTo>
                      <a:lnTo>
                        <a:pt x="62404" y="107611"/>
                      </a:lnTo>
                      <a:cubicBezTo>
                        <a:pt x="62404" y="116730"/>
                        <a:pt x="66312" y="125198"/>
                        <a:pt x="72957" y="131191"/>
                      </a:cubicBezTo>
                      <a:lnTo>
                        <a:pt x="72957" y="174314"/>
                      </a:lnTo>
                      <a:cubicBezTo>
                        <a:pt x="61492" y="180176"/>
                        <a:pt x="29704" y="197373"/>
                        <a:pt x="0" y="221736"/>
                      </a:cubicBezTo>
                    </a:path>
                  </a:pathLst>
                </a:custGeom>
                <a:noFill/>
                <a:ln w="12700" cap="flat">
                  <a:solidFill>
                    <a:schemeClr val="bg1"/>
                  </a:solidFill>
                  <a:prstDash val="solid"/>
                  <a:round/>
                </a:ln>
              </p:spPr>
              <p:txBody>
                <a:bodyPr rtlCol="0" anchor="ctr"/>
                <a:lstStyle/>
                <a:p>
                  <a:endParaRPr lang="en-GB" sz="1600" dirty="0"/>
                </a:p>
              </p:txBody>
            </p:sp>
            <p:sp>
              <p:nvSpPr>
                <p:cNvPr id="168" name="Freeform: Shape 361">
                  <a:extLst>
                    <a:ext uri="{FF2B5EF4-FFF2-40B4-BE49-F238E27FC236}">
                      <a16:creationId xmlns:a16="http://schemas.microsoft.com/office/drawing/2014/main" id="{9B80EA88-1018-35D1-08BE-B008AF5852DE}"/>
                    </a:ext>
                  </a:extLst>
                </p:cNvPr>
                <p:cNvSpPr/>
                <p:nvPr/>
              </p:nvSpPr>
              <p:spPr>
                <a:xfrm>
                  <a:off x="11621209" y="2117406"/>
                  <a:ext cx="13028" cy="52112"/>
                </a:xfrm>
                <a:custGeom>
                  <a:avLst/>
                  <a:gdLst>
                    <a:gd name="connsiteX0" fmla="*/ 12116 w 0"/>
                    <a:gd name="connsiteY0" fmla="*/ 0 h 52111"/>
                    <a:gd name="connsiteX1" fmla="*/ 0 w 0"/>
                    <a:gd name="connsiteY1" fmla="*/ 25795 h 52111"/>
                    <a:gd name="connsiteX2" fmla="*/ 0 w 0"/>
                    <a:gd name="connsiteY2" fmla="*/ 61622 h 52111"/>
                  </a:gdLst>
                  <a:ahLst/>
                  <a:cxnLst>
                    <a:cxn ang="0">
                      <a:pos x="connsiteX0" y="connsiteY0"/>
                    </a:cxn>
                    <a:cxn ang="0">
                      <a:pos x="connsiteX1" y="connsiteY1"/>
                    </a:cxn>
                    <a:cxn ang="0">
                      <a:pos x="connsiteX2" y="connsiteY2"/>
                    </a:cxn>
                  </a:cxnLst>
                  <a:rect l="l" t="t" r="r" b="b"/>
                  <a:pathLst>
                    <a:path h="52111">
                      <a:moveTo>
                        <a:pt x="12116" y="0"/>
                      </a:moveTo>
                      <a:cubicBezTo>
                        <a:pt x="4429" y="6253"/>
                        <a:pt x="0" y="15764"/>
                        <a:pt x="0" y="25795"/>
                      </a:cubicBezTo>
                      <a:lnTo>
                        <a:pt x="0" y="61622"/>
                      </a:lnTo>
                    </a:path>
                  </a:pathLst>
                </a:custGeom>
                <a:noFill/>
                <a:ln w="12700" cap="flat">
                  <a:solidFill>
                    <a:schemeClr val="bg1"/>
                  </a:solidFill>
                  <a:prstDash val="solid"/>
                  <a:round/>
                </a:ln>
              </p:spPr>
              <p:txBody>
                <a:bodyPr rtlCol="0" anchor="ctr"/>
                <a:lstStyle/>
                <a:p>
                  <a:endParaRPr lang="en-GB" sz="1600" dirty="0"/>
                </a:p>
              </p:txBody>
            </p:sp>
          </p:grpSp>
        </p:grpSp>
      </p:grpSp>
      <p:grpSp>
        <p:nvGrpSpPr>
          <p:cNvPr id="175" name="Group 174">
            <a:extLst>
              <a:ext uri="{FF2B5EF4-FFF2-40B4-BE49-F238E27FC236}">
                <a16:creationId xmlns:a16="http://schemas.microsoft.com/office/drawing/2014/main" id="{9A69DF41-B0F7-7FA6-F7E1-83FB47FF0397}"/>
              </a:ext>
              <a:ext uri="{C183D7F6-B498-43B3-948B-1728B52AA6E4}">
                <adec:decorative xmlns:adec="http://schemas.microsoft.com/office/drawing/2017/decorative" val="1"/>
              </a:ext>
            </a:extLst>
          </p:cNvPr>
          <p:cNvGrpSpPr/>
          <p:nvPr userDrawn="1"/>
        </p:nvGrpSpPr>
        <p:grpSpPr>
          <a:xfrm>
            <a:off x="9766229" y="4495759"/>
            <a:ext cx="404358" cy="392805"/>
            <a:chOff x="9871351" y="2517379"/>
            <a:chExt cx="463688" cy="450440"/>
          </a:xfrm>
        </p:grpSpPr>
        <p:sp>
          <p:nvSpPr>
            <p:cNvPr id="176" name="Freeform: Shape 190">
              <a:extLst>
                <a:ext uri="{FF2B5EF4-FFF2-40B4-BE49-F238E27FC236}">
                  <a16:creationId xmlns:a16="http://schemas.microsoft.com/office/drawing/2014/main" id="{91223F45-530C-7777-A721-0EB2DA3B5FF5}"/>
                </a:ext>
              </a:extLst>
            </p:cNvPr>
            <p:cNvSpPr/>
            <p:nvPr/>
          </p:nvSpPr>
          <p:spPr>
            <a:xfrm>
              <a:off x="10108097" y="2675961"/>
              <a:ext cx="13248" cy="158979"/>
            </a:xfrm>
            <a:custGeom>
              <a:avLst/>
              <a:gdLst>
                <a:gd name="connsiteX0" fmla="*/ 0 w 0"/>
                <a:gd name="connsiteY0" fmla="*/ 0 h 158978"/>
                <a:gd name="connsiteX1" fmla="*/ 0 w 0"/>
                <a:gd name="connsiteY1" fmla="*/ 163351 h 158978"/>
              </a:gdLst>
              <a:ahLst/>
              <a:cxnLst>
                <a:cxn ang="0">
                  <a:pos x="connsiteX0" y="connsiteY0"/>
                </a:cxn>
                <a:cxn ang="0">
                  <a:pos x="connsiteX1" y="connsiteY1"/>
                </a:cxn>
              </a:cxnLst>
              <a:rect l="l" t="t" r="r" b="b"/>
              <a:pathLst>
                <a:path h="158978">
                  <a:moveTo>
                    <a:pt x="0" y="0"/>
                  </a:moveTo>
                  <a:lnTo>
                    <a:pt x="0" y="163351"/>
                  </a:lnTo>
                </a:path>
              </a:pathLst>
            </a:custGeom>
            <a:ln w="12700" cap="rnd">
              <a:solidFill>
                <a:schemeClr val="bg1"/>
              </a:solidFill>
              <a:prstDash val="solid"/>
              <a:round/>
            </a:ln>
          </p:spPr>
          <p:txBody>
            <a:bodyPr rtlCol="0" anchor="ctr"/>
            <a:lstStyle/>
            <a:p>
              <a:endParaRPr lang="en-GB" sz="1600" dirty="0"/>
            </a:p>
          </p:txBody>
        </p:sp>
        <p:sp>
          <p:nvSpPr>
            <p:cNvPr id="177" name="Freeform: Shape 191">
              <a:extLst>
                <a:ext uri="{FF2B5EF4-FFF2-40B4-BE49-F238E27FC236}">
                  <a16:creationId xmlns:a16="http://schemas.microsoft.com/office/drawing/2014/main" id="{E56FB315-4470-57DD-D100-B635B08A6BD8}"/>
                </a:ext>
              </a:extLst>
            </p:cNvPr>
            <p:cNvSpPr/>
            <p:nvPr/>
          </p:nvSpPr>
          <p:spPr>
            <a:xfrm>
              <a:off x="10101605" y="2875214"/>
              <a:ext cx="13248" cy="13248"/>
            </a:xfrm>
            <a:custGeom>
              <a:avLst/>
              <a:gdLst>
                <a:gd name="connsiteX0" fmla="*/ 12984 w 0"/>
                <a:gd name="connsiteY0" fmla="*/ 6492 h 0"/>
                <a:gd name="connsiteX1" fmla="*/ 6492 w 0"/>
                <a:gd name="connsiteY1" fmla="*/ 12983 h 0"/>
                <a:gd name="connsiteX2" fmla="*/ 0 w 0"/>
                <a:gd name="connsiteY2" fmla="*/ 6492 h 0"/>
                <a:gd name="connsiteX3" fmla="*/ 6492 w 0"/>
                <a:gd name="connsiteY3" fmla="*/ 0 h 0"/>
                <a:gd name="connsiteX4" fmla="*/ 12984 w 0"/>
                <a:gd name="connsiteY4" fmla="*/ 6492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a:moveTo>
                    <a:pt x="12984" y="6492"/>
                  </a:moveTo>
                  <a:cubicBezTo>
                    <a:pt x="12984" y="10077"/>
                    <a:pt x="10077" y="12983"/>
                    <a:pt x="6492" y="12983"/>
                  </a:cubicBezTo>
                  <a:cubicBezTo>
                    <a:pt x="2907" y="12983"/>
                    <a:pt x="0" y="10077"/>
                    <a:pt x="0" y="6492"/>
                  </a:cubicBezTo>
                  <a:cubicBezTo>
                    <a:pt x="0" y="2906"/>
                    <a:pt x="2907" y="0"/>
                    <a:pt x="6492" y="0"/>
                  </a:cubicBezTo>
                  <a:cubicBezTo>
                    <a:pt x="10077" y="0"/>
                    <a:pt x="12984" y="2906"/>
                    <a:pt x="12984" y="6492"/>
                  </a:cubicBezTo>
                  <a:close/>
                </a:path>
              </a:pathLst>
            </a:custGeom>
            <a:noFill/>
            <a:ln w="12700" cap="rnd">
              <a:solidFill>
                <a:schemeClr val="bg1"/>
              </a:solidFill>
              <a:prstDash val="solid"/>
              <a:round/>
            </a:ln>
          </p:spPr>
          <p:txBody>
            <a:bodyPr rtlCol="0" anchor="ctr"/>
            <a:lstStyle/>
            <a:p>
              <a:endParaRPr lang="en-GB" sz="1600" dirty="0"/>
            </a:p>
          </p:txBody>
        </p:sp>
        <p:sp>
          <p:nvSpPr>
            <p:cNvPr id="178" name="Freeform: Shape 192">
              <a:extLst>
                <a:ext uri="{FF2B5EF4-FFF2-40B4-BE49-F238E27FC236}">
                  <a16:creationId xmlns:a16="http://schemas.microsoft.com/office/drawing/2014/main" id="{DCBC0E48-8790-4401-68DB-C3B32689219D}"/>
                </a:ext>
              </a:extLst>
            </p:cNvPr>
            <p:cNvSpPr/>
            <p:nvPr/>
          </p:nvSpPr>
          <p:spPr>
            <a:xfrm>
              <a:off x="9871351" y="2517379"/>
              <a:ext cx="463688" cy="450440"/>
            </a:xfrm>
            <a:custGeom>
              <a:avLst/>
              <a:gdLst>
                <a:gd name="connsiteX0" fmla="*/ 0 w 463688"/>
                <a:gd name="connsiteY0" fmla="*/ 451235 h 450440"/>
                <a:gd name="connsiteX1" fmla="*/ 236747 w 463688"/>
                <a:gd name="connsiteY1" fmla="*/ 0 h 450440"/>
                <a:gd name="connsiteX2" fmla="*/ 473493 w 463688"/>
                <a:gd name="connsiteY2" fmla="*/ 451235 h 450440"/>
              </a:gdLst>
              <a:ahLst/>
              <a:cxnLst>
                <a:cxn ang="0">
                  <a:pos x="connsiteX0" y="connsiteY0"/>
                </a:cxn>
                <a:cxn ang="0">
                  <a:pos x="connsiteX1" y="connsiteY1"/>
                </a:cxn>
                <a:cxn ang="0">
                  <a:pos x="connsiteX2" y="connsiteY2"/>
                </a:cxn>
              </a:cxnLst>
              <a:rect l="l" t="t" r="r" b="b"/>
              <a:pathLst>
                <a:path w="463688" h="450440">
                  <a:moveTo>
                    <a:pt x="0" y="451235"/>
                  </a:moveTo>
                  <a:lnTo>
                    <a:pt x="236747" y="0"/>
                  </a:lnTo>
                  <a:lnTo>
                    <a:pt x="473493" y="451235"/>
                  </a:lnTo>
                  <a:close/>
                </a:path>
              </a:pathLst>
            </a:custGeom>
            <a:noFill/>
            <a:ln w="12700" cap="rnd">
              <a:solidFill>
                <a:schemeClr val="bg1"/>
              </a:solidFill>
              <a:prstDash val="solid"/>
              <a:round/>
            </a:ln>
          </p:spPr>
          <p:txBody>
            <a:bodyPr rtlCol="0" anchor="ctr"/>
            <a:lstStyle/>
            <a:p>
              <a:endParaRPr lang="en-GB" sz="1600" dirty="0"/>
            </a:p>
          </p:txBody>
        </p:sp>
      </p:grpSp>
      <p:grpSp>
        <p:nvGrpSpPr>
          <p:cNvPr id="179" name="Group 178">
            <a:extLst>
              <a:ext uri="{FF2B5EF4-FFF2-40B4-BE49-F238E27FC236}">
                <a16:creationId xmlns:a16="http://schemas.microsoft.com/office/drawing/2014/main" id="{0670C5D2-7E4C-BD78-7099-A627651B3EF1}"/>
              </a:ext>
              <a:ext uri="{C183D7F6-B498-43B3-948B-1728B52AA6E4}">
                <adec:decorative xmlns:adec="http://schemas.microsoft.com/office/drawing/2017/decorative" val="1"/>
              </a:ext>
            </a:extLst>
          </p:cNvPr>
          <p:cNvGrpSpPr/>
          <p:nvPr userDrawn="1"/>
        </p:nvGrpSpPr>
        <p:grpSpPr>
          <a:xfrm>
            <a:off x="5288197" y="4479341"/>
            <a:ext cx="463705" cy="425641"/>
            <a:chOff x="5717324" y="3934620"/>
            <a:chExt cx="526593" cy="483367"/>
          </a:xfrm>
        </p:grpSpPr>
        <p:grpSp>
          <p:nvGrpSpPr>
            <p:cNvPr id="180" name="Graphic 8">
              <a:extLst>
                <a:ext uri="{FF2B5EF4-FFF2-40B4-BE49-F238E27FC236}">
                  <a16:creationId xmlns:a16="http://schemas.microsoft.com/office/drawing/2014/main" id="{6CC857CE-C1C4-6BBD-3F48-BBFB54EEA15E}"/>
                </a:ext>
              </a:extLst>
            </p:cNvPr>
            <p:cNvGrpSpPr/>
            <p:nvPr/>
          </p:nvGrpSpPr>
          <p:grpSpPr>
            <a:xfrm>
              <a:off x="5717324" y="3934620"/>
              <a:ext cx="372882" cy="483367"/>
              <a:chOff x="670127" y="4633494"/>
              <a:chExt cx="427594" cy="554289"/>
            </a:xfrm>
            <a:noFill/>
          </p:grpSpPr>
          <p:sp>
            <p:nvSpPr>
              <p:cNvPr id="182" name="Freeform: Shape 541">
                <a:extLst>
                  <a:ext uri="{FF2B5EF4-FFF2-40B4-BE49-F238E27FC236}">
                    <a16:creationId xmlns:a16="http://schemas.microsoft.com/office/drawing/2014/main" id="{AF317B11-C99C-3A48-5F50-D5BF5F39557E}"/>
                  </a:ext>
                </a:extLst>
              </p:cNvPr>
              <p:cNvSpPr/>
              <p:nvPr/>
            </p:nvSpPr>
            <p:spPr>
              <a:xfrm>
                <a:off x="784311" y="4747677"/>
                <a:ext cx="269226" cy="332573"/>
              </a:xfrm>
              <a:custGeom>
                <a:avLst/>
                <a:gdLst>
                  <a:gd name="connsiteX0" fmla="*/ 278094 w 269225"/>
                  <a:gd name="connsiteY0" fmla="*/ 302325 h 332573"/>
                  <a:gd name="connsiteX1" fmla="*/ 170404 w 269225"/>
                  <a:gd name="connsiteY1" fmla="*/ 340650 h 332573"/>
                  <a:gd name="connsiteX2" fmla="*/ 0 w 269225"/>
                  <a:gd name="connsiteY2" fmla="*/ 170404 h 332573"/>
                  <a:gd name="connsiteX3" fmla="*/ 170404 w 269225"/>
                  <a:gd name="connsiteY3" fmla="*/ 0 h 332573"/>
                  <a:gd name="connsiteX4" fmla="*/ 265742 w 269225"/>
                  <a:gd name="connsiteY4" fmla="*/ 29140 h 3325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225" h="332573">
                    <a:moveTo>
                      <a:pt x="278094" y="302325"/>
                    </a:moveTo>
                    <a:cubicBezTo>
                      <a:pt x="248796" y="326238"/>
                      <a:pt x="211263" y="340650"/>
                      <a:pt x="170404" y="340650"/>
                    </a:cubicBezTo>
                    <a:cubicBezTo>
                      <a:pt x="76333" y="340650"/>
                      <a:pt x="0" y="264316"/>
                      <a:pt x="0" y="170404"/>
                    </a:cubicBezTo>
                    <a:cubicBezTo>
                      <a:pt x="0" y="76175"/>
                      <a:pt x="76333" y="0"/>
                      <a:pt x="170404" y="0"/>
                    </a:cubicBezTo>
                    <a:cubicBezTo>
                      <a:pt x="205720" y="0"/>
                      <a:pt x="238502" y="10769"/>
                      <a:pt x="265742" y="29140"/>
                    </a:cubicBezTo>
                  </a:path>
                </a:pathLst>
              </a:custGeom>
              <a:noFill/>
              <a:ln w="12700" cap="rnd">
                <a:solidFill>
                  <a:schemeClr val="bg1"/>
                </a:solidFill>
                <a:prstDash val="solid"/>
                <a:round/>
              </a:ln>
            </p:spPr>
            <p:txBody>
              <a:bodyPr rtlCol="0" anchor="ctr"/>
              <a:lstStyle/>
              <a:p>
                <a:endParaRPr lang="en-GB" sz="1600" dirty="0"/>
              </a:p>
            </p:txBody>
          </p:sp>
          <p:sp>
            <p:nvSpPr>
              <p:cNvPr id="183" name="Freeform: Shape 542">
                <a:extLst>
                  <a:ext uri="{FF2B5EF4-FFF2-40B4-BE49-F238E27FC236}">
                    <a16:creationId xmlns:a16="http://schemas.microsoft.com/office/drawing/2014/main" id="{A7D4B995-9AF9-0EF0-B7A8-70570C1DBFAC}"/>
                  </a:ext>
                </a:extLst>
              </p:cNvPr>
              <p:cNvSpPr/>
              <p:nvPr/>
            </p:nvSpPr>
            <p:spPr>
              <a:xfrm>
                <a:off x="670127" y="4633494"/>
                <a:ext cx="427594" cy="554289"/>
              </a:xfrm>
              <a:custGeom>
                <a:avLst/>
                <a:gdLst>
                  <a:gd name="connsiteX0" fmla="*/ 422526 w 427593"/>
                  <a:gd name="connsiteY0" fmla="*/ 87102 h 554288"/>
                  <a:gd name="connsiteX1" fmla="*/ 327980 w 427593"/>
                  <a:gd name="connsiteY1" fmla="*/ 47510 h 554288"/>
                  <a:gd name="connsiteX2" fmla="*/ 327980 w 427593"/>
                  <a:gd name="connsiteY2" fmla="*/ 22647 h 554288"/>
                  <a:gd name="connsiteX3" fmla="*/ 305334 w 427593"/>
                  <a:gd name="connsiteY3" fmla="*/ 0 h 554288"/>
                  <a:gd name="connsiteX4" fmla="*/ 263525 w 427593"/>
                  <a:gd name="connsiteY4" fmla="*/ 0 h 554288"/>
                  <a:gd name="connsiteX5" fmla="*/ 240878 w 427593"/>
                  <a:gd name="connsiteY5" fmla="*/ 22647 h 554288"/>
                  <a:gd name="connsiteX6" fmla="*/ 240878 w 427593"/>
                  <a:gd name="connsiteY6" fmla="*/ 47510 h 554288"/>
                  <a:gd name="connsiteX7" fmla="*/ 157418 w 427593"/>
                  <a:gd name="connsiteY7" fmla="*/ 79659 h 554288"/>
                  <a:gd name="connsiteX8" fmla="*/ 139206 w 427593"/>
                  <a:gd name="connsiteY8" fmla="*/ 61447 h 554288"/>
                  <a:gd name="connsiteX9" fmla="*/ 107215 w 427593"/>
                  <a:gd name="connsiteY9" fmla="*/ 61447 h 554288"/>
                  <a:gd name="connsiteX10" fmla="*/ 77600 w 427593"/>
                  <a:gd name="connsiteY10" fmla="*/ 90903 h 554288"/>
                  <a:gd name="connsiteX11" fmla="*/ 77600 w 427593"/>
                  <a:gd name="connsiteY11" fmla="*/ 123052 h 554288"/>
                  <a:gd name="connsiteX12" fmla="*/ 92804 w 427593"/>
                  <a:gd name="connsiteY12" fmla="*/ 138256 h 554288"/>
                  <a:gd name="connsiteX13" fmla="*/ 47194 w 427593"/>
                  <a:gd name="connsiteY13" fmla="*/ 240878 h 554288"/>
                  <a:gd name="connsiteX14" fmla="*/ 22805 w 427593"/>
                  <a:gd name="connsiteY14" fmla="*/ 240878 h 554288"/>
                  <a:gd name="connsiteX15" fmla="*/ 0 w 427593"/>
                  <a:gd name="connsiteY15" fmla="*/ 263683 h 554288"/>
                  <a:gd name="connsiteX16" fmla="*/ 0 w 427593"/>
                  <a:gd name="connsiteY16" fmla="*/ 305334 h 554288"/>
                  <a:gd name="connsiteX17" fmla="*/ 22805 w 427593"/>
                  <a:gd name="connsiteY17" fmla="*/ 328139 h 554288"/>
                  <a:gd name="connsiteX18" fmla="*/ 47510 w 427593"/>
                  <a:gd name="connsiteY18" fmla="*/ 328139 h 554288"/>
                  <a:gd name="connsiteX19" fmla="*/ 87102 w 427593"/>
                  <a:gd name="connsiteY19" fmla="*/ 422685 h 554288"/>
                  <a:gd name="connsiteX20" fmla="*/ 70791 w 427593"/>
                  <a:gd name="connsiteY20" fmla="*/ 438838 h 554288"/>
                  <a:gd name="connsiteX21" fmla="*/ 70791 w 427593"/>
                  <a:gd name="connsiteY21" fmla="*/ 470987 h 554288"/>
                  <a:gd name="connsiteX22" fmla="*/ 100405 w 427593"/>
                  <a:gd name="connsiteY22" fmla="*/ 500602 h 554288"/>
                  <a:gd name="connsiteX23" fmla="*/ 132396 w 427593"/>
                  <a:gd name="connsiteY23" fmla="*/ 500602 h 554288"/>
                  <a:gd name="connsiteX24" fmla="*/ 149183 w 427593"/>
                  <a:gd name="connsiteY24" fmla="*/ 483815 h 554288"/>
                  <a:gd name="connsiteX25" fmla="*/ 241036 w 427593"/>
                  <a:gd name="connsiteY25" fmla="*/ 521506 h 554288"/>
                  <a:gd name="connsiteX26" fmla="*/ 241036 w 427593"/>
                  <a:gd name="connsiteY26" fmla="*/ 546370 h 554288"/>
                  <a:gd name="connsiteX27" fmla="*/ 263683 w 427593"/>
                  <a:gd name="connsiteY27" fmla="*/ 569017 h 554288"/>
                  <a:gd name="connsiteX28" fmla="*/ 305492 w 427593"/>
                  <a:gd name="connsiteY28" fmla="*/ 569017 h 554288"/>
                  <a:gd name="connsiteX29" fmla="*/ 328139 w 427593"/>
                  <a:gd name="connsiteY29" fmla="*/ 546370 h 554288"/>
                  <a:gd name="connsiteX30" fmla="*/ 328139 w 427593"/>
                  <a:gd name="connsiteY30" fmla="*/ 521506 h 554288"/>
                  <a:gd name="connsiteX31" fmla="*/ 430920 w 427593"/>
                  <a:gd name="connsiteY31" fmla="*/ 475896 h 554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27593" h="554288">
                    <a:moveTo>
                      <a:pt x="422526" y="87102"/>
                    </a:moveTo>
                    <a:cubicBezTo>
                      <a:pt x="394812" y="67623"/>
                      <a:pt x="362663" y="53845"/>
                      <a:pt x="327980" y="47510"/>
                    </a:cubicBezTo>
                    <a:lnTo>
                      <a:pt x="327980" y="22647"/>
                    </a:lnTo>
                    <a:cubicBezTo>
                      <a:pt x="327980" y="10136"/>
                      <a:pt x="317845" y="0"/>
                      <a:pt x="305334" y="0"/>
                    </a:cubicBezTo>
                    <a:lnTo>
                      <a:pt x="263525" y="0"/>
                    </a:lnTo>
                    <a:cubicBezTo>
                      <a:pt x="251013" y="0"/>
                      <a:pt x="240878" y="10136"/>
                      <a:pt x="240878" y="22647"/>
                    </a:cubicBezTo>
                    <a:lnTo>
                      <a:pt x="240878" y="47510"/>
                    </a:lnTo>
                    <a:cubicBezTo>
                      <a:pt x="210788" y="52895"/>
                      <a:pt x="182598" y="64139"/>
                      <a:pt x="157418" y="79659"/>
                    </a:cubicBezTo>
                    <a:lnTo>
                      <a:pt x="139206" y="61447"/>
                    </a:lnTo>
                    <a:cubicBezTo>
                      <a:pt x="130337" y="52420"/>
                      <a:pt x="116084" y="52420"/>
                      <a:pt x="107215" y="61447"/>
                    </a:cubicBezTo>
                    <a:lnTo>
                      <a:pt x="77600" y="90903"/>
                    </a:lnTo>
                    <a:cubicBezTo>
                      <a:pt x="68732" y="99930"/>
                      <a:pt x="68732" y="114184"/>
                      <a:pt x="77600" y="123052"/>
                    </a:cubicBezTo>
                    <a:lnTo>
                      <a:pt x="92804" y="138256"/>
                    </a:lnTo>
                    <a:cubicBezTo>
                      <a:pt x="70157" y="167870"/>
                      <a:pt x="54320" y="202711"/>
                      <a:pt x="47194" y="240878"/>
                    </a:cubicBezTo>
                    <a:lnTo>
                      <a:pt x="22805" y="240878"/>
                    </a:lnTo>
                    <a:cubicBezTo>
                      <a:pt x="10294" y="240878"/>
                      <a:pt x="0" y="251172"/>
                      <a:pt x="0" y="263683"/>
                    </a:cubicBezTo>
                    <a:lnTo>
                      <a:pt x="0" y="305334"/>
                    </a:lnTo>
                    <a:cubicBezTo>
                      <a:pt x="0" y="317845"/>
                      <a:pt x="10294" y="328139"/>
                      <a:pt x="22805" y="328139"/>
                    </a:cubicBezTo>
                    <a:lnTo>
                      <a:pt x="47510" y="328139"/>
                    </a:lnTo>
                    <a:cubicBezTo>
                      <a:pt x="53845" y="362821"/>
                      <a:pt x="67623" y="394812"/>
                      <a:pt x="87102" y="422685"/>
                    </a:cubicBezTo>
                    <a:lnTo>
                      <a:pt x="70791" y="438838"/>
                    </a:lnTo>
                    <a:cubicBezTo>
                      <a:pt x="61922" y="447865"/>
                      <a:pt x="61922" y="462118"/>
                      <a:pt x="70791" y="470987"/>
                    </a:cubicBezTo>
                    <a:lnTo>
                      <a:pt x="100405" y="500602"/>
                    </a:lnTo>
                    <a:cubicBezTo>
                      <a:pt x="109274" y="509470"/>
                      <a:pt x="123527" y="509470"/>
                      <a:pt x="132396" y="500602"/>
                    </a:cubicBezTo>
                    <a:lnTo>
                      <a:pt x="149183" y="483815"/>
                    </a:lnTo>
                    <a:cubicBezTo>
                      <a:pt x="176422" y="502502"/>
                      <a:pt x="207462" y="515330"/>
                      <a:pt x="241036" y="521506"/>
                    </a:cubicBezTo>
                    <a:lnTo>
                      <a:pt x="241036" y="546370"/>
                    </a:lnTo>
                    <a:cubicBezTo>
                      <a:pt x="241036" y="558881"/>
                      <a:pt x="251172" y="569017"/>
                      <a:pt x="263683" y="569017"/>
                    </a:cubicBezTo>
                    <a:lnTo>
                      <a:pt x="305492" y="569017"/>
                    </a:lnTo>
                    <a:cubicBezTo>
                      <a:pt x="318003" y="569017"/>
                      <a:pt x="328139" y="558881"/>
                      <a:pt x="328139" y="546370"/>
                    </a:cubicBezTo>
                    <a:lnTo>
                      <a:pt x="328139" y="521506"/>
                    </a:lnTo>
                    <a:cubicBezTo>
                      <a:pt x="366306" y="514696"/>
                      <a:pt x="401305" y="498701"/>
                      <a:pt x="430920" y="475896"/>
                    </a:cubicBezTo>
                  </a:path>
                </a:pathLst>
              </a:custGeom>
              <a:noFill/>
              <a:ln w="12700" cap="rnd">
                <a:solidFill>
                  <a:schemeClr val="bg1"/>
                </a:solidFill>
                <a:prstDash val="solid"/>
                <a:round/>
              </a:ln>
            </p:spPr>
            <p:txBody>
              <a:bodyPr rtlCol="0" anchor="ctr"/>
              <a:lstStyle/>
              <a:p>
                <a:endParaRPr lang="en-GB" sz="1600" dirty="0"/>
              </a:p>
            </p:txBody>
          </p:sp>
        </p:grpSp>
        <p:sp>
          <p:nvSpPr>
            <p:cNvPr id="181" name="Freeform: Shape 543">
              <a:extLst>
                <a:ext uri="{FF2B5EF4-FFF2-40B4-BE49-F238E27FC236}">
                  <a16:creationId xmlns:a16="http://schemas.microsoft.com/office/drawing/2014/main" id="{9FA2C457-8115-4237-CAC0-6D4F5F356DFA}"/>
                </a:ext>
              </a:extLst>
            </p:cNvPr>
            <p:cNvSpPr/>
            <p:nvPr/>
          </p:nvSpPr>
          <p:spPr>
            <a:xfrm>
              <a:off x="5967708" y="4088745"/>
              <a:ext cx="276209" cy="179537"/>
            </a:xfrm>
            <a:custGeom>
              <a:avLst/>
              <a:gdLst>
                <a:gd name="connsiteX0" fmla="*/ 0 w 316736"/>
                <a:gd name="connsiteY0" fmla="*/ 52262 h 205878"/>
                <a:gd name="connsiteX1" fmla="*/ 168504 w 316736"/>
                <a:gd name="connsiteY1" fmla="*/ 52262 h 205878"/>
                <a:gd name="connsiteX2" fmla="*/ 168504 w 316736"/>
                <a:gd name="connsiteY2" fmla="*/ 0 h 205878"/>
                <a:gd name="connsiteX3" fmla="*/ 248480 w 316736"/>
                <a:gd name="connsiteY3" fmla="*/ 53845 h 205878"/>
                <a:gd name="connsiteX4" fmla="*/ 328456 w 316736"/>
                <a:gd name="connsiteY4" fmla="*/ 107690 h 205878"/>
                <a:gd name="connsiteX5" fmla="*/ 248480 w 316736"/>
                <a:gd name="connsiteY5" fmla="*/ 161535 h 205878"/>
                <a:gd name="connsiteX6" fmla="*/ 168504 w 316736"/>
                <a:gd name="connsiteY6" fmla="*/ 215381 h 205878"/>
                <a:gd name="connsiteX7" fmla="*/ 168504 w 316736"/>
                <a:gd name="connsiteY7" fmla="*/ 163278 h 205878"/>
                <a:gd name="connsiteX8" fmla="*/ 0 w 316736"/>
                <a:gd name="connsiteY8" fmla="*/ 163278 h 205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6736" h="205878">
                  <a:moveTo>
                    <a:pt x="0" y="52262"/>
                  </a:moveTo>
                  <a:lnTo>
                    <a:pt x="168504" y="52262"/>
                  </a:lnTo>
                  <a:lnTo>
                    <a:pt x="168504" y="0"/>
                  </a:lnTo>
                  <a:lnTo>
                    <a:pt x="248480" y="53845"/>
                  </a:lnTo>
                  <a:lnTo>
                    <a:pt x="328456" y="107690"/>
                  </a:lnTo>
                  <a:lnTo>
                    <a:pt x="248480" y="161535"/>
                  </a:lnTo>
                  <a:lnTo>
                    <a:pt x="168504" y="215381"/>
                  </a:lnTo>
                  <a:lnTo>
                    <a:pt x="168504" y="163278"/>
                  </a:lnTo>
                  <a:lnTo>
                    <a:pt x="0" y="163278"/>
                  </a:lnTo>
                </a:path>
              </a:pathLst>
            </a:custGeom>
            <a:noFill/>
            <a:ln w="12700" cap="rnd">
              <a:solidFill>
                <a:schemeClr val="bg1"/>
              </a:solidFill>
              <a:prstDash val="solid"/>
              <a:round/>
            </a:ln>
          </p:spPr>
          <p:txBody>
            <a:bodyPr rtlCol="0" anchor="ctr"/>
            <a:lstStyle/>
            <a:p>
              <a:endParaRPr lang="en-GB" sz="1600" dirty="0"/>
            </a:p>
          </p:txBody>
        </p:sp>
      </p:grpSp>
      <p:grpSp>
        <p:nvGrpSpPr>
          <p:cNvPr id="184" name="Group 183">
            <a:extLst>
              <a:ext uri="{FF2B5EF4-FFF2-40B4-BE49-F238E27FC236}">
                <a16:creationId xmlns:a16="http://schemas.microsoft.com/office/drawing/2014/main" id="{19FE5C15-3473-D0F6-D5E7-F5C773789CDE}"/>
              </a:ext>
              <a:ext uri="{C183D7F6-B498-43B3-948B-1728B52AA6E4}">
                <adec:decorative xmlns:adec="http://schemas.microsoft.com/office/drawing/2017/decorative" val="1"/>
              </a:ext>
            </a:extLst>
          </p:cNvPr>
          <p:cNvGrpSpPr/>
          <p:nvPr userDrawn="1"/>
        </p:nvGrpSpPr>
        <p:grpSpPr>
          <a:xfrm>
            <a:off x="7830716" y="4500118"/>
            <a:ext cx="488282" cy="384088"/>
            <a:chOff x="4963904" y="2379608"/>
            <a:chExt cx="635863" cy="500177"/>
          </a:xfrm>
        </p:grpSpPr>
        <p:sp>
          <p:nvSpPr>
            <p:cNvPr id="185" name="Freeform: Shape 128">
              <a:extLst>
                <a:ext uri="{FF2B5EF4-FFF2-40B4-BE49-F238E27FC236}">
                  <a16:creationId xmlns:a16="http://schemas.microsoft.com/office/drawing/2014/main" id="{DD90E1FB-FD21-D54F-EFE7-7E924285C4E1}"/>
                </a:ext>
              </a:extLst>
            </p:cNvPr>
            <p:cNvSpPr/>
            <p:nvPr/>
          </p:nvSpPr>
          <p:spPr>
            <a:xfrm>
              <a:off x="4963904" y="2379608"/>
              <a:ext cx="404842" cy="261189"/>
            </a:xfrm>
            <a:custGeom>
              <a:avLst/>
              <a:gdLst>
                <a:gd name="connsiteX0" fmla="*/ 0 w 295275"/>
                <a:gd name="connsiteY0" fmla="*/ 98108 h 190500"/>
                <a:gd name="connsiteX1" fmla="*/ 72771 w 295275"/>
                <a:gd name="connsiteY1" fmla="*/ 49054 h 190500"/>
                <a:gd name="connsiteX2" fmla="*/ 145542 w 295275"/>
                <a:gd name="connsiteY2" fmla="*/ 0 h 190500"/>
                <a:gd name="connsiteX3" fmla="*/ 145542 w 295275"/>
                <a:gd name="connsiteY3" fmla="*/ 47530 h 190500"/>
                <a:gd name="connsiteX4" fmla="*/ 298990 w 295275"/>
                <a:gd name="connsiteY4" fmla="*/ 47530 h 190500"/>
                <a:gd name="connsiteX5" fmla="*/ 298990 w 295275"/>
                <a:gd name="connsiteY5" fmla="*/ 148590 h 190500"/>
                <a:gd name="connsiteX6" fmla="*/ 145542 w 295275"/>
                <a:gd name="connsiteY6" fmla="*/ 148590 h 190500"/>
                <a:gd name="connsiteX7" fmla="*/ 145542 w 295275"/>
                <a:gd name="connsiteY7" fmla="*/ 196120 h 190500"/>
                <a:gd name="connsiteX8" fmla="*/ 72771 w 295275"/>
                <a:gd name="connsiteY8" fmla="*/ 147161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5275" h="190500">
                  <a:moveTo>
                    <a:pt x="0" y="98108"/>
                  </a:moveTo>
                  <a:lnTo>
                    <a:pt x="72771" y="49054"/>
                  </a:lnTo>
                  <a:lnTo>
                    <a:pt x="145542" y="0"/>
                  </a:lnTo>
                  <a:lnTo>
                    <a:pt x="145542" y="47530"/>
                  </a:lnTo>
                  <a:lnTo>
                    <a:pt x="298990" y="47530"/>
                  </a:lnTo>
                  <a:lnTo>
                    <a:pt x="298990" y="148590"/>
                  </a:lnTo>
                  <a:lnTo>
                    <a:pt x="145542" y="148590"/>
                  </a:lnTo>
                  <a:lnTo>
                    <a:pt x="145542" y="196120"/>
                  </a:lnTo>
                  <a:lnTo>
                    <a:pt x="72771" y="147161"/>
                  </a:lnTo>
                  <a:close/>
                </a:path>
              </a:pathLst>
            </a:custGeom>
            <a:noFill/>
            <a:ln w="12700" cap="rnd">
              <a:solidFill>
                <a:schemeClr val="bg1"/>
              </a:solidFill>
              <a:prstDash val="solid"/>
              <a:round/>
            </a:ln>
          </p:spPr>
          <p:txBody>
            <a:bodyPr rtlCol="0" anchor="ctr"/>
            <a:lstStyle/>
            <a:p>
              <a:endParaRPr lang="en-GB" sz="1600" dirty="0"/>
            </a:p>
          </p:txBody>
        </p:sp>
        <p:sp>
          <p:nvSpPr>
            <p:cNvPr id="186" name="Freeform: Shape 129">
              <a:extLst>
                <a:ext uri="{FF2B5EF4-FFF2-40B4-BE49-F238E27FC236}">
                  <a16:creationId xmlns:a16="http://schemas.microsoft.com/office/drawing/2014/main" id="{EBD88AB7-4DED-72C0-59B1-681CCF888342}"/>
                </a:ext>
              </a:extLst>
            </p:cNvPr>
            <p:cNvSpPr/>
            <p:nvPr/>
          </p:nvSpPr>
          <p:spPr>
            <a:xfrm>
              <a:off x="5194925" y="2618596"/>
              <a:ext cx="404842" cy="261189"/>
            </a:xfrm>
            <a:custGeom>
              <a:avLst/>
              <a:gdLst>
                <a:gd name="connsiteX0" fmla="*/ 299085 w 295275"/>
                <a:gd name="connsiteY0" fmla="*/ 98108 h 190500"/>
                <a:gd name="connsiteX1" fmla="*/ 226314 w 295275"/>
                <a:gd name="connsiteY1" fmla="*/ 147161 h 190500"/>
                <a:gd name="connsiteX2" fmla="*/ 153543 w 295275"/>
                <a:gd name="connsiteY2" fmla="*/ 196215 h 190500"/>
                <a:gd name="connsiteX3" fmla="*/ 153543 w 295275"/>
                <a:gd name="connsiteY3" fmla="*/ 148590 h 190500"/>
                <a:gd name="connsiteX4" fmla="*/ 0 w 295275"/>
                <a:gd name="connsiteY4" fmla="*/ 148590 h 190500"/>
                <a:gd name="connsiteX5" fmla="*/ 0 w 295275"/>
                <a:gd name="connsiteY5" fmla="*/ 47625 h 190500"/>
                <a:gd name="connsiteX6" fmla="*/ 153543 w 295275"/>
                <a:gd name="connsiteY6" fmla="*/ 47625 h 190500"/>
                <a:gd name="connsiteX7" fmla="*/ 153543 w 295275"/>
                <a:gd name="connsiteY7" fmla="*/ 0 h 190500"/>
                <a:gd name="connsiteX8" fmla="*/ 226314 w 295275"/>
                <a:gd name="connsiteY8" fmla="*/ 49054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5275" h="190500">
                  <a:moveTo>
                    <a:pt x="299085" y="98108"/>
                  </a:moveTo>
                  <a:lnTo>
                    <a:pt x="226314" y="147161"/>
                  </a:lnTo>
                  <a:lnTo>
                    <a:pt x="153543" y="196215"/>
                  </a:lnTo>
                  <a:lnTo>
                    <a:pt x="153543" y="148590"/>
                  </a:lnTo>
                  <a:lnTo>
                    <a:pt x="0" y="148590"/>
                  </a:lnTo>
                  <a:lnTo>
                    <a:pt x="0" y="47625"/>
                  </a:lnTo>
                  <a:lnTo>
                    <a:pt x="153543" y="47625"/>
                  </a:lnTo>
                  <a:lnTo>
                    <a:pt x="153543" y="0"/>
                  </a:lnTo>
                  <a:lnTo>
                    <a:pt x="226314" y="49054"/>
                  </a:lnTo>
                  <a:close/>
                </a:path>
              </a:pathLst>
            </a:custGeom>
            <a:noFill/>
            <a:ln w="12700" cap="rnd">
              <a:solidFill>
                <a:schemeClr val="bg1"/>
              </a:solidFill>
              <a:prstDash val="solid"/>
              <a:round/>
            </a:ln>
          </p:spPr>
          <p:txBody>
            <a:bodyPr rtlCol="0" anchor="ctr"/>
            <a:lstStyle/>
            <a:p>
              <a:endParaRPr lang="en-GB" sz="1600" dirty="0"/>
            </a:p>
          </p:txBody>
        </p:sp>
      </p:grpSp>
      <p:grpSp>
        <p:nvGrpSpPr>
          <p:cNvPr id="187" name="Group 186">
            <a:extLst>
              <a:ext uri="{FF2B5EF4-FFF2-40B4-BE49-F238E27FC236}">
                <a16:creationId xmlns:a16="http://schemas.microsoft.com/office/drawing/2014/main" id="{2FA6577E-DA1C-AF78-8A35-580D71D217A4}"/>
              </a:ext>
              <a:ext uri="{C183D7F6-B498-43B3-948B-1728B52AA6E4}">
                <adec:decorative xmlns:adec="http://schemas.microsoft.com/office/drawing/2017/decorative" val="1"/>
              </a:ext>
            </a:extLst>
          </p:cNvPr>
          <p:cNvGrpSpPr/>
          <p:nvPr userDrawn="1"/>
        </p:nvGrpSpPr>
        <p:grpSpPr>
          <a:xfrm>
            <a:off x="3360987" y="4447730"/>
            <a:ext cx="476774" cy="488864"/>
            <a:chOff x="8647438" y="5393592"/>
            <a:chExt cx="681361" cy="698639"/>
          </a:xfrm>
        </p:grpSpPr>
        <p:sp>
          <p:nvSpPr>
            <p:cNvPr id="188" name="Freeform: Shape 525">
              <a:extLst>
                <a:ext uri="{FF2B5EF4-FFF2-40B4-BE49-F238E27FC236}">
                  <a16:creationId xmlns:a16="http://schemas.microsoft.com/office/drawing/2014/main" id="{1C30ECC8-1415-74C5-37DA-1160F8FDA4C4}"/>
                </a:ext>
              </a:extLst>
            </p:cNvPr>
            <p:cNvSpPr/>
            <p:nvPr/>
          </p:nvSpPr>
          <p:spPr>
            <a:xfrm>
              <a:off x="8852158" y="5393592"/>
              <a:ext cx="338726" cy="338726"/>
            </a:xfrm>
            <a:custGeom>
              <a:avLst/>
              <a:gdLst>
                <a:gd name="connsiteX0" fmla="*/ 55759 w 338726"/>
                <a:gd name="connsiteY0" fmla="*/ 226947 h 338726"/>
                <a:gd name="connsiteX1" fmla="*/ 65009 w 338726"/>
                <a:gd name="connsiteY1" fmla="*/ 229292 h 338726"/>
                <a:gd name="connsiteX2" fmla="*/ 71914 w 338726"/>
                <a:gd name="connsiteY2" fmla="*/ 222387 h 338726"/>
                <a:gd name="connsiteX3" fmla="*/ 81815 w 338726"/>
                <a:gd name="connsiteY3" fmla="*/ 204929 h 338726"/>
                <a:gd name="connsiteX4" fmla="*/ 136663 w 338726"/>
                <a:gd name="connsiteY4" fmla="*/ 204929 h 338726"/>
                <a:gd name="connsiteX5" fmla="*/ 137054 w 338726"/>
                <a:gd name="connsiteY5" fmla="*/ 260038 h 338726"/>
                <a:gd name="connsiteX6" fmla="*/ 119597 w 338726"/>
                <a:gd name="connsiteY6" fmla="*/ 269939 h 338726"/>
                <a:gd name="connsiteX7" fmla="*/ 112692 w 338726"/>
                <a:gd name="connsiteY7" fmla="*/ 276844 h 338726"/>
                <a:gd name="connsiteX8" fmla="*/ 115037 w 338726"/>
                <a:gd name="connsiteY8" fmla="*/ 286093 h 338726"/>
                <a:gd name="connsiteX9" fmla="*/ 171187 w 338726"/>
                <a:gd name="connsiteY9" fmla="*/ 342244 h 338726"/>
                <a:gd name="connsiteX10" fmla="*/ 227728 w 338726"/>
                <a:gd name="connsiteY10" fmla="*/ 285703 h 338726"/>
                <a:gd name="connsiteX11" fmla="*/ 236978 w 338726"/>
                <a:gd name="connsiteY11" fmla="*/ 283358 h 338726"/>
                <a:gd name="connsiteX12" fmla="*/ 243883 w 338726"/>
                <a:gd name="connsiteY12" fmla="*/ 290262 h 338726"/>
                <a:gd name="connsiteX13" fmla="*/ 253784 w 338726"/>
                <a:gd name="connsiteY13" fmla="*/ 307720 h 338726"/>
                <a:gd name="connsiteX14" fmla="*/ 308632 w 338726"/>
                <a:gd name="connsiteY14" fmla="*/ 307720 h 338726"/>
                <a:gd name="connsiteX15" fmla="*/ 308632 w 338726"/>
                <a:gd name="connsiteY15" fmla="*/ 252872 h 338726"/>
                <a:gd name="connsiteX16" fmla="*/ 291174 w 338726"/>
                <a:gd name="connsiteY16" fmla="*/ 242971 h 338726"/>
                <a:gd name="connsiteX17" fmla="*/ 284270 w 338726"/>
                <a:gd name="connsiteY17" fmla="*/ 236066 h 338726"/>
                <a:gd name="connsiteX18" fmla="*/ 286614 w 338726"/>
                <a:gd name="connsiteY18" fmla="*/ 226816 h 338726"/>
                <a:gd name="connsiteX19" fmla="*/ 342374 w 338726"/>
                <a:gd name="connsiteY19" fmla="*/ 171057 h 338726"/>
                <a:gd name="connsiteX20" fmla="*/ 286224 w 338726"/>
                <a:gd name="connsiteY20" fmla="*/ 114906 h 338726"/>
                <a:gd name="connsiteX21" fmla="*/ 283879 w 338726"/>
                <a:gd name="connsiteY21" fmla="*/ 105657 h 338726"/>
                <a:gd name="connsiteX22" fmla="*/ 290783 w 338726"/>
                <a:gd name="connsiteY22" fmla="*/ 98752 h 338726"/>
                <a:gd name="connsiteX23" fmla="*/ 308241 w 338726"/>
                <a:gd name="connsiteY23" fmla="*/ 88850 h 338726"/>
                <a:gd name="connsiteX24" fmla="*/ 307850 w 338726"/>
                <a:gd name="connsiteY24" fmla="*/ 33742 h 338726"/>
                <a:gd name="connsiteX25" fmla="*/ 253003 w 338726"/>
                <a:gd name="connsiteY25" fmla="*/ 33742 h 338726"/>
                <a:gd name="connsiteX26" fmla="*/ 243101 w 338726"/>
                <a:gd name="connsiteY26" fmla="*/ 51200 h 338726"/>
                <a:gd name="connsiteX27" fmla="*/ 236196 w 338726"/>
                <a:gd name="connsiteY27" fmla="*/ 58104 h 338726"/>
                <a:gd name="connsiteX28" fmla="*/ 226947 w 338726"/>
                <a:gd name="connsiteY28" fmla="*/ 55760 h 338726"/>
                <a:gd name="connsiteX29" fmla="*/ 171187 w 338726"/>
                <a:gd name="connsiteY29" fmla="*/ 0 h 338726"/>
                <a:gd name="connsiteX30" fmla="*/ 114646 w 338726"/>
                <a:gd name="connsiteY30" fmla="*/ 56541 h 338726"/>
                <a:gd name="connsiteX31" fmla="*/ 105396 w 338726"/>
                <a:gd name="connsiteY31" fmla="*/ 58886 h 338726"/>
                <a:gd name="connsiteX32" fmla="*/ 98491 w 338726"/>
                <a:gd name="connsiteY32" fmla="*/ 51981 h 338726"/>
                <a:gd name="connsiteX33" fmla="*/ 88590 w 338726"/>
                <a:gd name="connsiteY33" fmla="*/ 34524 h 338726"/>
                <a:gd name="connsiteX34" fmla="*/ 33743 w 338726"/>
                <a:gd name="connsiteY34" fmla="*/ 34524 h 338726"/>
                <a:gd name="connsiteX35" fmla="*/ 33743 w 338726"/>
                <a:gd name="connsiteY35" fmla="*/ 89372 h 338726"/>
                <a:gd name="connsiteX36" fmla="*/ 51200 w 338726"/>
                <a:gd name="connsiteY36" fmla="*/ 99273 h 338726"/>
                <a:gd name="connsiteX37" fmla="*/ 58105 w 338726"/>
                <a:gd name="connsiteY37" fmla="*/ 106178 h 338726"/>
                <a:gd name="connsiteX38" fmla="*/ 55759 w 338726"/>
                <a:gd name="connsiteY38" fmla="*/ 115428 h 338726"/>
                <a:gd name="connsiteX39" fmla="*/ 0 w 338726"/>
                <a:gd name="connsiteY39" fmla="*/ 171187 h 338726"/>
                <a:gd name="connsiteX40" fmla="*/ 55759 w 338726"/>
                <a:gd name="connsiteY40" fmla="*/ 226947 h 338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38726" h="338726">
                  <a:moveTo>
                    <a:pt x="55759" y="226947"/>
                  </a:moveTo>
                  <a:cubicBezTo>
                    <a:pt x="58105" y="229292"/>
                    <a:pt x="61883" y="230334"/>
                    <a:pt x="65009" y="229292"/>
                  </a:cubicBezTo>
                  <a:cubicBezTo>
                    <a:pt x="68396" y="228640"/>
                    <a:pt x="71133" y="225904"/>
                    <a:pt x="71914" y="222387"/>
                  </a:cubicBezTo>
                  <a:cubicBezTo>
                    <a:pt x="73608" y="215873"/>
                    <a:pt x="76995" y="209750"/>
                    <a:pt x="81815" y="204929"/>
                  </a:cubicBezTo>
                  <a:cubicBezTo>
                    <a:pt x="96928" y="189817"/>
                    <a:pt x="121551" y="189817"/>
                    <a:pt x="136663" y="204929"/>
                  </a:cubicBezTo>
                  <a:cubicBezTo>
                    <a:pt x="151776" y="220042"/>
                    <a:pt x="152036" y="245056"/>
                    <a:pt x="137054" y="260038"/>
                  </a:cubicBezTo>
                  <a:cubicBezTo>
                    <a:pt x="132234" y="264858"/>
                    <a:pt x="126111" y="268245"/>
                    <a:pt x="119597" y="269939"/>
                  </a:cubicBezTo>
                  <a:cubicBezTo>
                    <a:pt x="116209" y="270590"/>
                    <a:pt x="113473" y="273326"/>
                    <a:pt x="112692" y="276844"/>
                  </a:cubicBezTo>
                  <a:cubicBezTo>
                    <a:pt x="112040" y="280231"/>
                    <a:pt x="112692" y="283749"/>
                    <a:pt x="115037" y="286093"/>
                  </a:cubicBezTo>
                  <a:lnTo>
                    <a:pt x="171187" y="342244"/>
                  </a:lnTo>
                  <a:lnTo>
                    <a:pt x="227728" y="285703"/>
                  </a:lnTo>
                  <a:cubicBezTo>
                    <a:pt x="230073" y="283358"/>
                    <a:pt x="233591" y="282576"/>
                    <a:pt x="236978" y="283358"/>
                  </a:cubicBezTo>
                  <a:cubicBezTo>
                    <a:pt x="240365" y="284009"/>
                    <a:pt x="243101" y="286745"/>
                    <a:pt x="243883" y="290262"/>
                  </a:cubicBezTo>
                  <a:cubicBezTo>
                    <a:pt x="245577" y="296776"/>
                    <a:pt x="248964" y="302900"/>
                    <a:pt x="253784" y="307720"/>
                  </a:cubicBezTo>
                  <a:cubicBezTo>
                    <a:pt x="268897" y="322832"/>
                    <a:pt x="293519" y="322832"/>
                    <a:pt x="308632" y="307720"/>
                  </a:cubicBezTo>
                  <a:cubicBezTo>
                    <a:pt x="323744" y="292607"/>
                    <a:pt x="323744" y="267985"/>
                    <a:pt x="308632" y="252872"/>
                  </a:cubicBezTo>
                  <a:cubicBezTo>
                    <a:pt x="303811" y="248052"/>
                    <a:pt x="297688" y="244665"/>
                    <a:pt x="291174" y="242971"/>
                  </a:cubicBezTo>
                  <a:cubicBezTo>
                    <a:pt x="287787" y="242320"/>
                    <a:pt x="285051" y="239584"/>
                    <a:pt x="284270" y="236066"/>
                  </a:cubicBezTo>
                  <a:cubicBezTo>
                    <a:pt x="283227" y="232940"/>
                    <a:pt x="284270" y="229161"/>
                    <a:pt x="286614" y="226816"/>
                  </a:cubicBezTo>
                  <a:lnTo>
                    <a:pt x="342374" y="171057"/>
                  </a:lnTo>
                  <a:lnTo>
                    <a:pt x="286224" y="114906"/>
                  </a:lnTo>
                  <a:cubicBezTo>
                    <a:pt x="283879" y="112561"/>
                    <a:pt x="283097" y="109044"/>
                    <a:pt x="283879" y="105657"/>
                  </a:cubicBezTo>
                  <a:cubicBezTo>
                    <a:pt x="284530" y="102269"/>
                    <a:pt x="287266" y="99533"/>
                    <a:pt x="290783" y="98752"/>
                  </a:cubicBezTo>
                  <a:cubicBezTo>
                    <a:pt x="297297" y="97058"/>
                    <a:pt x="303421" y="93671"/>
                    <a:pt x="308241" y="88850"/>
                  </a:cubicBezTo>
                  <a:cubicBezTo>
                    <a:pt x="323353" y="73738"/>
                    <a:pt x="322963" y="48724"/>
                    <a:pt x="307850" y="33742"/>
                  </a:cubicBezTo>
                  <a:cubicBezTo>
                    <a:pt x="292738" y="18630"/>
                    <a:pt x="268115" y="18630"/>
                    <a:pt x="253003" y="33742"/>
                  </a:cubicBezTo>
                  <a:cubicBezTo>
                    <a:pt x="248182" y="38563"/>
                    <a:pt x="244795" y="44686"/>
                    <a:pt x="243101" y="51200"/>
                  </a:cubicBezTo>
                  <a:cubicBezTo>
                    <a:pt x="242450" y="54587"/>
                    <a:pt x="239714" y="57323"/>
                    <a:pt x="236196" y="58104"/>
                  </a:cubicBezTo>
                  <a:cubicBezTo>
                    <a:pt x="233070" y="59147"/>
                    <a:pt x="229292" y="58104"/>
                    <a:pt x="226947" y="55760"/>
                  </a:cubicBezTo>
                  <a:lnTo>
                    <a:pt x="171187" y="0"/>
                  </a:lnTo>
                  <a:lnTo>
                    <a:pt x="114646" y="56541"/>
                  </a:lnTo>
                  <a:cubicBezTo>
                    <a:pt x="112301" y="58886"/>
                    <a:pt x="108783" y="59668"/>
                    <a:pt x="105396" y="58886"/>
                  </a:cubicBezTo>
                  <a:cubicBezTo>
                    <a:pt x="102009" y="58104"/>
                    <a:pt x="99273" y="55499"/>
                    <a:pt x="98491" y="51981"/>
                  </a:cubicBezTo>
                  <a:cubicBezTo>
                    <a:pt x="96798" y="45467"/>
                    <a:pt x="93410" y="39344"/>
                    <a:pt x="88590" y="34524"/>
                  </a:cubicBezTo>
                  <a:cubicBezTo>
                    <a:pt x="73478" y="19412"/>
                    <a:pt x="48855" y="19412"/>
                    <a:pt x="33743" y="34524"/>
                  </a:cubicBezTo>
                  <a:cubicBezTo>
                    <a:pt x="18630" y="49636"/>
                    <a:pt x="18630" y="74259"/>
                    <a:pt x="33743" y="89372"/>
                  </a:cubicBezTo>
                  <a:cubicBezTo>
                    <a:pt x="38563" y="94192"/>
                    <a:pt x="44686" y="97579"/>
                    <a:pt x="51200" y="99273"/>
                  </a:cubicBezTo>
                  <a:cubicBezTo>
                    <a:pt x="54587" y="99924"/>
                    <a:pt x="57323" y="102660"/>
                    <a:pt x="58105" y="106178"/>
                  </a:cubicBezTo>
                  <a:cubicBezTo>
                    <a:pt x="59147" y="109304"/>
                    <a:pt x="58105" y="113082"/>
                    <a:pt x="55759" y="115428"/>
                  </a:cubicBezTo>
                  <a:lnTo>
                    <a:pt x="0" y="171187"/>
                  </a:lnTo>
                  <a:lnTo>
                    <a:pt x="55759" y="226947"/>
                  </a:lnTo>
                  <a:close/>
                </a:path>
              </a:pathLst>
            </a:custGeom>
            <a:noFill/>
            <a:ln w="12700" cap="flat">
              <a:solidFill>
                <a:schemeClr val="bg1"/>
              </a:solidFill>
              <a:prstDash val="solid"/>
              <a:miter/>
            </a:ln>
          </p:spPr>
          <p:txBody>
            <a:bodyPr rtlCol="0" anchor="ctr"/>
            <a:lstStyle/>
            <a:p>
              <a:endParaRPr lang="en-GB" sz="1600" dirty="0"/>
            </a:p>
          </p:txBody>
        </p:sp>
        <p:grpSp>
          <p:nvGrpSpPr>
            <p:cNvPr id="189" name="Group 188">
              <a:extLst>
                <a:ext uri="{FF2B5EF4-FFF2-40B4-BE49-F238E27FC236}">
                  <a16:creationId xmlns:a16="http://schemas.microsoft.com/office/drawing/2014/main" id="{853CF2F8-044B-C485-4B69-0880D9EA1959}"/>
                </a:ext>
              </a:extLst>
            </p:cNvPr>
            <p:cNvGrpSpPr/>
            <p:nvPr/>
          </p:nvGrpSpPr>
          <p:grpSpPr>
            <a:xfrm>
              <a:off x="8647438" y="5753505"/>
              <a:ext cx="681361" cy="338726"/>
              <a:chOff x="8647438" y="5753505"/>
              <a:chExt cx="681361" cy="338726"/>
            </a:xfrm>
          </p:grpSpPr>
          <p:sp>
            <p:nvSpPr>
              <p:cNvPr id="190" name="Freeform: Shape 527">
                <a:extLst>
                  <a:ext uri="{FF2B5EF4-FFF2-40B4-BE49-F238E27FC236}">
                    <a16:creationId xmlns:a16="http://schemas.microsoft.com/office/drawing/2014/main" id="{948CFE3C-EA93-235E-BF28-69A8F32893AA}"/>
                  </a:ext>
                </a:extLst>
              </p:cNvPr>
              <p:cNvSpPr/>
              <p:nvPr/>
            </p:nvSpPr>
            <p:spPr>
              <a:xfrm>
                <a:off x="8647438" y="5753505"/>
                <a:ext cx="338726" cy="338726"/>
              </a:xfrm>
              <a:custGeom>
                <a:avLst/>
                <a:gdLst>
                  <a:gd name="connsiteX0" fmla="*/ 55760 w 338726"/>
                  <a:gd name="connsiteY0" fmla="*/ 226947 h 338726"/>
                  <a:gd name="connsiteX1" fmla="*/ 65009 w 338726"/>
                  <a:gd name="connsiteY1" fmla="*/ 229292 h 338726"/>
                  <a:gd name="connsiteX2" fmla="*/ 71914 w 338726"/>
                  <a:gd name="connsiteY2" fmla="*/ 222387 h 338726"/>
                  <a:gd name="connsiteX3" fmla="*/ 81815 w 338726"/>
                  <a:gd name="connsiteY3" fmla="*/ 204929 h 338726"/>
                  <a:gd name="connsiteX4" fmla="*/ 136663 w 338726"/>
                  <a:gd name="connsiteY4" fmla="*/ 204929 h 338726"/>
                  <a:gd name="connsiteX5" fmla="*/ 137054 w 338726"/>
                  <a:gd name="connsiteY5" fmla="*/ 260038 h 338726"/>
                  <a:gd name="connsiteX6" fmla="*/ 119597 w 338726"/>
                  <a:gd name="connsiteY6" fmla="*/ 269939 h 338726"/>
                  <a:gd name="connsiteX7" fmla="*/ 112692 w 338726"/>
                  <a:gd name="connsiteY7" fmla="*/ 276844 h 338726"/>
                  <a:gd name="connsiteX8" fmla="*/ 115037 w 338726"/>
                  <a:gd name="connsiteY8" fmla="*/ 286094 h 338726"/>
                  <a:gd name="connsiteX9" fmla="*/ 171187 w 338726"/>
                  <a:gd name="connsiteY9" fmla="*/ 342244 h 338726"/>
                  <a:gd name="connsiteX10" fmla="*/ 227728 w 338726"/>
                  <a:gd name="connsiteY10" fmla="*/ 285703 h 338726"/>
                  <a:gd name="connsiteX11" fmla="*/ 236978 w 338726"/>
                  <a:gd name="connsiteY11" fmla="*/ 283358 h 338726"/>
                  <a:gd name="connsiteX12" fmla="*/ 243883 w 338726"/>
                  <a:gd name="connsiteY12" fmla="*/ 290262 h 338726"/>
                  <a:gd name="connsiteX13" fmla="*/ 253784 w 338726"/>
                  <a:gd name="connsiteY13" fmla="*/ 307720 h 338726"/>
                  <a:gd name="connsiteX14" fmla="*/ 308632 w 338726"/>
                  <a:gd name="connsiteY14" fmla="*/ 307720 h 338726"/>
                  <a:gd name="connsiteX15" fmla="*/ 308632 w 338726"/>
                  <a:gd name="connsiteY15" fmla="*/ 252872 h 338726"/>
                  <a:gd name="connsiteX16" fmla="*/ 291174 w 338726"/>
                  <a:gd name="connsiteY16" fmla="*/ 242971 h 338726"/>
                  <a:gd name="connsiteX17" fmla="*/ 284270 w 338726"/>
                  <a:gd name="connsiteY17" fmla="*/ 236066 h 338726"/>
                  <a:gd name="connsiteX18" fmla="*/ 286615 w 338726"/>
                  <a:gd name="connsiteY18" fmla="*/ 226816 h 338726"/>
                  <a:gd name="connsiteX19" fmla="*/ 342374 w 338726"/>
                  <a:gd name="connsiteY19" fmla="*/ 171057 h 338726"/>
                  <a:gd name="connsiteX20" fmla="*/ 286224 w 338726"/>
                  <a:gd name="connsiteY20" fmla="*/ 114907 h 338726"/>
                  <a:gd name="connsiteX21" fmla="*/ 283879 w 338726"/>
                  <a:gd name="connsiteY21" fmla="*/ 105657 h 338726"/>
                  <a:gd name="connsiteX22" fmla="*/ 290783 w 338726"/>
                  <a:gd name="connsiteY22" fmla="*/ 98752 h 338726"/>
                  <a:gd name="connsiteX23" fmla="*/ 308241 w 338726"/>
                  <a:gd name="connsiteY23" fmla="*/ 88851 h 338726"/>
                  <a:gd name="connsiteX24" fmla="*/ 307850 w 338726"/>
                  <a:gd name="connsiteY24" fmla="*/ 33742 h 338726"/>
                  <a:gd name="connsiteX25" fmla="*/ 253003 w 338726"/>
                  <a:gd name="connsiteY25" fmla="*/ 33742 h 338726"/>
                  <a:gd name="connsiteX26" fmla="*/ 243101 w 338726"/>
                  <a:gd name="connsiteY26" fmla="*/ 51200 h 338726"/>
                  <a:gd name="connsiteX27" fmla="*/ 236196 w 338726"/>
                  <a:gd name="connsiteY27" fmla="*/ 58105 h 338726"/>
                  <a:gd name="connsiteX28" fmla="*/ 226947 w 338726"/>
                  <a:gd name="connsiteY28" fmla="*/ 55760 h 338726"/>
                  <a:gd name="connsiteX29" fmla="*/ 171187 w 338726"/>
                  <a:gd name="connsiteY29" fmla="*/ 0 h 338726"/>
                  <a:gd name="connsiteX30" fmla="*/ 114646 w 338726"/>
                  <a:gd name="connsiteY30" fmla="*/ 56541 h 338726"/>
                  <a:gd name="connsiteX31" fmla="*/ 105396 w 338726"/>
                  <a:gd name="connsiteY31" fmla="*/ 58886 h 338726"/>
                  <a:gd name="connsiteX32" fmla="*/ 98491 w 338726"/>
                  <a:gd name="connsiteY32" fmla="*/ 51982 h 338726"/>
                  <a:gd name="connsiteX33" fmla="*/ 88590 w 338726"/>
                  <a:gd name="connsiteY33" fmla="*/ 34524 h 338726"/>
                  <a:gd name="connsiteX34" fmla="*/ 33742 w 338726"/>
                  <a:gd name="connsiteY34" fmla="*/ 34524 h 338726"/>
                  <a:gd name="connsiteX35" fmla="*/ 33742 w 338726"/>
                  <a:gd name="connsiteY35" fmla="*/ 89372 h 338726"/>
                  <a:gd name="connsiteX36" fmla="*/ 51200 w 338726"/>
                  <a:gd name="connsiteY36" fmla="*/ 99273 h 338726"/>
                  <a:gd name="connsiteX37" fmla="*/ 58105 w 338726"/>
                  <a:gd name="connsiteY37" fmla="*/ 106178 h 338726"/>
                  <a:gd name="connsiteX38" fmla="*/ 55760 w 338726"/>
                  <a:gd name="connsiteY38" fmla="*/ 115428 h 338726"/>
                  <a:gd name="connsiteX39" fmla="*/ 0 w 338726"/>
                  <a:gd name="connsiteY39" fmla="*/ 171187 h 338726"/>
                  <a:gd name="connsiteX40" fmla="*/ 55760 w 338726"/>
                  <a:gd name="connsiteY40" fmla="*/ 226947 h 338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38726" h="338726">
                    <a:moveTo>
                      <a:pt x="55760" y="226947"/>
                    </a:moveTo>
                    <a:cubicBezTo>
                      <a:pt x="58105" y="229292"/>
                      <a:pt x="61883" y="230334"/>
                      <a:pt x="65009" y="229292"/>
                    </a:cubicBezTo>
                    <a:cubicBezTo>
                      <a:pt x="68397" y="228640"/>
                      <a:pt x="71133" y="225904"/>
                      <a:pt x="71914" y="222387"/>
                    </a:cubicBezTo>
                    <a:cubicBezTo>
                      <a:pt x="73608" y="215873"/>
                      <a:pt x="76995" y="209750"/>
                      <a:pt x="81815" y="204929"/>
                    </a:cubicBezTo>
                    <a:cubicBezTo>
                      <a:pt x="96928" y="189817"/>
                      <a:pt x="121551" y="189817"/>
                      <a:pt x="136663" y="204929"/>
                    </a:cubicBezTo>
                    <a:cubicBezTo>
                      <a:pt x="151775" y="220042"/>
                      <a:pt x="152036" y="245056"/>
                      <a:pt x="137054" y="260038"/>
                    </a:cubicBezTo>
                    <a:cubicBezTo>
                      <a:pt x="132233" y="264858"/>
                      <a:pt x="126111" y="268245"/>
                      <a:pt x="119597" y="269939"/>
                    </a:cubicBezTo>
                    <a:cubicBezTo>
                      <a:pt x="116209" y="270590"/>
                      <a:pt x="113473" y="273326"/>
                      <a:pt x="112692" y="276844"/>
                    </a:cubicBezTo>
                    <a:cubicBezTo>
                      <a:pt x="112040" y="280231"/>
                      <a:pt x="112692" y="283749"/>
                      <a:pt x="115037" y="286094"/>
                    </a:cubicBezTo>
                    <a:lnTo>
                      <a:pt x="171187" y="342244"/>
                    </a:lnTo>
                    <a:lnTo>
                      <a:pt x="227728" y="285703"/>
                    </a:lnTo>
                    <a:cubicBezTo>
                      <a:pt x="230073" y="283358"/>
                      <a:pt x="233591" y="282576"/>
                      <a:pt x="236978" y="283358"/>
                    </a:cubicBezTo>
                    <a:cubicBezTo>
                      <a:pt x="240365" y="284009"/>
                      <a:pt x="243101" y="286745"/>
                      <a:pt x="243883" y="290262"/>
                    </a:cubicBezTo>
                    <a:cubicBezTo>
                      <a:pt x="245577" y="296776"/>
                      <a:pt x="248964" y="302900"/>
                      <a:pt x="253784" y="307720"/>
                    </a:cubicBezTo>
                    <a:cubicBezTo>
                      <a:pt x="268897" y="322832"/>
                      <a:pt x="293520" y="322832"/>
                      <a:pt x="308632" y="307720"/>
                    </a:cubicBezTo>
                    <a:cubicBezTo>
                      <a:pt x="323744" y="292608"/>
                      <a:pt x="323744" y="267985"/>
                      <a:pt x="308632" y="252872"/>
                    </a:cubicBezTo>
                    <a:cubicBezTo>
                      <a:pt x="303811" y="248052"/>
                      <a:pt x="297688" y="244665"/>
                      <a:pt x="291174" y="242971"/>
                    </a:cubicBezTo>
                    <a:cubicBezTo>
                      <a:pt x="287787" y="242320"/>
                      <a:pt x="285051" y="239584"/>
                      <a:pt x="284270" y="236066"/>
                    </a:cubicBezTo>
                    <a:cubicBezTo>
                      <a:pt x="283227" y="232940"/>
                      <a:pt x="284270" y="229161"/>
                      <a:pt x="286615" y="226816"/>
                    </a:cubicBezTo>
                    <a:lnTo>
                      <a:pt x="342374" y="171057"/>
                    </a:lnTo>
                    <a:lnTo>
                      <a:pt x="286224" y="114907"/>
                    </a:lnTo>
                    <a:cubicBezTo>
                      <a:pt x="283879" y="112561"/>
                      <a:pt x="283097" y="109044"/>
                      <a:pt x="283879" y="105657"/>
                    </a:cubicBezTo>
                    <a:cubicBezTo>
                      <a:pt x="284530" y="102269"/>
                      <a:pt x="287266" y="99533"/>
                      <a:pt x="290783" y="98752"/>
                    </a:cubicBezTo>
                    <a:cubicBezTo>
                      <a:pt x="297297" y="97058"/>
                      <a:pt x="303421" y="93671"/>
                      <a:pt x="308241" y="88851"/>
                    </a:cubicBezTo>
                    <a:cubicBezTo>
                      <a:pt x="323353" y="73738"/>
                      <a:pt x="322963" y="48725"/>
                      <a:pt x="307850" y="33742"/>
                    </a:cubicBezTo>
                    <a:cubicBezTo>
                      <a:pt x="292738" y="18630"/>
                      <a:pt x="268115" y="18630"/>
                      <a:pt x="253003" y="33742"/>
                    </a:cubicBezTo>
                    <a:cubicBezTo>
                      <a:pt x="248182" y="38563"/>
                      <a:pt x="244795" y="44686"/>
                      <a:pt x="243101" y="51200"/>
                    </a:cubicBezTo>
                    <a:cubicBezTo>
                      <a:pt x="242450" y="54587"/>
                      <a:pt x="239714" y="57323"/>
                      <a:pt x="236196" y="58105"/>
                    </a:cubicBezTo>
                    <a:cubicBezTo>
                      <a:pt x="233070" y="59147"/>
                      <a:pt x="229292" y="58105"/>
                      <a:pt x="226947" y="55760"/>
                    </a:cubicBezTo>
                    <a:lnTo>
                      <a:pt x="171187" y="0"/>
                    </a:lnTo>
                    <a:lnTo>
                      <a:pt x="114646" y="56541"/>
                    </a:lnTo>
                    <a:cubicBezTo>
                      <a:pt x="112301" y="58886"/>
                      <a:pt x="108783" y="59668"/>
                      <a:pt x="105396" y="58886"/>
                    </a:cubicBezTo>
                    <a:cubicBezTo>
                      <a:pt x="102009" y="58235"/>
                      <a:pt x="99273" y="55499"/>
                      <a:pt x="98491" y="51982"/>
                    </a:cubicBezTo>
                    <a:cubicBezTo>
                      <a:pt x="96798" y="45468"/>
                      <a:pt x="93410" y="39344"/>
                      <a:pt x="88590" y="34524"/>
                    </a:cubicBezTo>
                    <a:cubicBezTo>
                      <a:pt x="73478" y="19412"/>
                      <a:pt x="48855" y="19412"/>
                      <a:pt x="33742" y="34524"/>
                    </a:cubicBezTo>
                    <a:cubicBezTo>
                      <a:pt x="18630" y="49636"/>
                      <a:pt x="18630" y="74259"/>
                      <a:pt x="33742" y="89372"/>
                    </a:cubicBezTo>
                    <a:cubicBezTo>
                      <a:pt x="38563" y="94192"/>
                      <a:pt x="44686" y="97579"/>
                      <a:pt x="51200" y="99273"/>
                    </a:cubicBezTo>
                    <a:cubicBezTo>
                      <a:pt x="54587" y="99924"/>
                      <a:pt x="57323" y="102660"/>
                      <a:pt x="58105" y="106178"/>
                    </a:cubicBezTo>
                    <a:cubicBezTo>
                      <a:pt x="59147" y="109304"/>
                      <a:pt x="58105" y="113083"/>
                      <a:pt x="55760" y="115428"/>
                    </a:cubicBezTo>
                    <a:lnTo>
                      <a:pt x="0" y="171187"/>
                    </a:lnTo>
                    <a:lnTo>
                      <a:pt x="55760" y="226947"/>
                    </a:lnTo>
                    <a:close/>
                  </a:path>
                </a:pathLst>
              </a:custGeom>
              <a:noFill/>
              <a:ln w="12700" cap="flat">
                <a:solidFill>
                  <a:schemeClr val="bg1"/>
                </a:solidFill>
                <a:prstDash val="solid"/>
                <a:miter/>
              </a:ln>
            </p:spPr>
            <p:txBody>
              <a:bodyPr rtlCol="0" anchor="ctr"/>
              <a:lstStyle/>
              <a:p>
                <a:endParaRPr lang="en-GB" sz="1600" dirty="0"/>
              </a:p>
            </p:txBody>
          </p:sp>
          <p:sp>
            <p:nvSpPr>
              <p:cNvPr id="191" name="Freeform: Shape 528">
                <a:extLst>
                  <a:ext uri="{FF2B5EF4-FFF2-40B4-BE49-F238E27FC236}">
                    <a16:creationId xmlns:a16="http://schemas.microsoft.com/office/drawing/2014/main" id="{3C6838F9-281B-6128-8F22-16ADF06D3307}"/>
                  </a:ext>
                </a:extLst>
              </p:cNvPr>
              <p:cNvSpPr/>
              <p:nvPr/>
            </p:nvSpPr>
            <p:spPr>
              <a:xfrm>
                <a:off x="8990073" y="5753505"/>
                <a:ext cx="338726" cy="338726"/>
              </a:xfrm>
              <a:custGeom>
                <a:avLst/>
                <a:gdLst>
                  <a:gd name="connsiteX0" fmla="*/ 115297 w 338726"/>
                  <a:gd name="connsiteY0" fmla="*/ 55760 h 338726"/>
                  <a:gd name="connsiteX1" fmla="*/ 112952 w 338726"/>
                  <a:gd name="connsiteY1" fmla="*/ 65009 h 338726"/>
                  <a:gd name="connsiteX2" fmla="*/ 119857 w 338726"/>
                  <a:gd name="connsiteY2" fmla="*/ 71914 h 338726"/>
                  <a:gd name="connsiteX3" fmla="*/ 137315 w 338726"/>
                  <a:gd name="connsiteY3" fmla="*/ 81815 h 338726"/>
                  <a:gd name="connsiteX4" fmla="*/ 137315 w 338726"/>
                  <a:gd name="connsiteY4" fmla="*/ 136663 h 338726"/>
                  <a:gd name="connsiteX5" fmla="*/ 82206 w 338726"/>
                  <a:gd name="connsiteY5" fmla="*/ 137054 h 338726"/>
                  <a:gd name="connsiteX6" fmla="*/ 72305 w 338726"/>
                  <a:gd name="connsiteY6" fmla="*/ 119597 h 338726"/>
                  <a:gd name="connsiteX7" fmla="*/ 65400 w 338726"/>
                  <a:gd name="connsiteY7" fmla="*/ 112692 h 338726"/>
                  <a:gd name="connsiteX8" fmla="*/ 56150 w 338726"/>
                  <a:gd name="connsiteY8" fmla="*/ 115037 h 338726"/>
                  <a:gd name="connsiteX9" fmla="*/ 0 w 338726"/>
                  <a:gd name="connsiteY9" fmla="*/ 171187 h 338726"/>
                  <a:gd name="connsiteX10" fmla="*/ 56541 w 338726"/>
                  <a:gd name="connsiteY10" fmla="*/ 227728 h 338726"/>
                  <a:gd name="connsiteX11" fmla="*/ 58886 w 338726"/>
                  <a:gd name="connsiteY11" fmla="*/ 236978 h 338726"/>
                  <a:gd name="connsiteX12" fmla="*/ 51981 w 338726"/>
                  <a:gd name="connsiteY12" fmla="*/ 243883 h 338726"/>
                  <a:gd name="connsiteX13" fmla="*/ 34524 w 338726"/>
                  <a:gd name="connsiteY13" fmla="*/ 253784 h 338726"/>
                  <a:gd name="connsiteX14" fmla="*/ 34524 w 338726"/>
                  <a:gd name="connsiteY14" fmla="*/ 308632 h 338726"/>
                  <a:gd name="connsiteX15" fmla="*/ 89371 w 338726"/>
                  <a:gd name="connsiteY15" fmla="*/ 308632 h 338726"/>
                  <a:gd name="connsiteX16" fmla="*/ 99273 w 338726"/>
                  <a:gd name="connsiteY16" fmla="*/ 291175 h 338726"/>
                  <a:gd name="connsiteX17" fmla="*/ 106178 w 338726"/>
                  <a:gd name="connsiteY17" fmla="*/ 284270 h 338726"/>
                  <a:gd name="connsiteX18" fmla="*/ 115427 w 338726"/>
                  <a:gd name="connsiteY18" fmla="*/ 286615 h 338726"/>
                  <a:gd name="connsiteX19" fmla="*/ 171187 w 338726"/>
                  <a:gd name="connsiteY19" fmla="*/ 342374 h 338726"/>
                  <a:gd name="connsiteX20" fmla="*/ 227338 w 338726"/>
                  <a:gd name="connsiteY20" fmla="*/ 286224 h 338726"/>
                  <a:gd name="connsiteX21" fmla="*/ 236587 w 338726"/>
                  <a:gd name="connsiteY21" fmla="*/ 283879 h 338726"/>
                  <a:gd name="connsiteX22" fmla="*/ 243492 w 338726"/>
                  <a:gd name="connsiteY22" fmla="*/ 290784 h 338726"/>
                  <a:gd name="connsiteX23" fmla="*/ 253394 w 338726"/>
                  <a:gd name="connsiteY23" fmla="*/ 308241 h 338726"/>
                  <a:gd name="connsiteX24" fmla="*/ 308501 w 338726"/>
                  <a:gd name="connsiteY24" fmla="*/ 307850 h 338726"/>
                  <a:gd name="connsiteX25" fmla="*/ 308501 w 338726"/>
                  <a:gd name="connsiteY25" fmla="*/ 253003 h 338726"/>
                  <a:gd name="connsiteX26" fmla="*/ 291044 w 338726"/>
                  <a:gd name="connsiteY26" fmla="*/ 243101 h 338726"/>
                  <a:gd name="connsiteX27" fmla="*/ 284139 w 338726"/>
                  <a:gd name="connsiteY27" fmla="*/ 236197 h 338726"/>
                  <a:gd name="connsiteX28" fmla="*/ 286484 w 338726"/>
                  <a:gd name="connsiteY28" fmla="*/ 226947 h 338726"/>
                  <a:gd name="connsiteX29" fmla="*/ 342244 w 338726"/>
                  <a:gd name="connsiteY29" fmla="*/ 171187 h 338726"/>
                  <a:gd name="connsiteX30" fmla="*/ 285703 w 338726"/>
                  <a:gd name="connsiteY30" fmla="*/ 114646 h 338726"/>
                  <a:gd name="connsiteX31" fmla="*/ 283358 w 338726"/>
                  <a:gd name="connsiteY31" fmla="*/ 105396 h 338726"/>
                  <a:gd name="connsiteX32" fmla="*/ 290262 w 338726"/>
                  <a:gd name="connsiteY32" fmla="*/ 98491 h 338726"/>
                  <a:gd name="connsiteX33" fmla="*/ 307720 w 338726"/>
                  <a:gd name="connsiteY33" fmla="*/ 88590 h 338726"/>
                  <a:gd name="connsiteX34" fmla="*/ 307720 w 338726"/>
                  <a:gd name="connsiteY34" fmla="*/ 33742 h 338726"/>
                  <a:gd name="connsiteX35" fmla="*/ 252872 w 338726"/>
                  <a:gd name="connsiteY35" fmla="*/ 33742 h 338726"/>
                  <a:gd name="connsiteX36" fmla="*/ 242971 w 338726"/>
                  <a:gd name="connsiteY36" fmla="*/ 51200 h 338726"/>
                  <a:gd name="connsiteX37" fmla="*/ 236066 w 338726"/>
                  <a:gd name="connsiteY37" fmla="*/ 58105 h 338726"/>
                  <a:gd name="connsiteX38" fmla="*/ 226816 w 338726"/>
                  <a:gd name="connsiteY38" fmla="*/ 55760 h 338726"/>
                  <a:gd name="connsiteX39" fmla="*/ 171057 w 338726"/>
                  <a:gd name="connsiteY39" fmla="*/ 0 h 338726"/>
                  <a:gd name="connsiteX40" fmla="*/ 115297 w 338726"/>
                  <a:gd name="connsiteY40" fmla="*/ 55760 h 338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38726" h="338726">
                    <a:moveTo>
                      <a:pt x="115297" y="55760"/>
                    </a:moveTo>
                    <a:cubicBezTo>
                      <a:pt x="112952" y="58105"/>
                      <a:pt x="111910" y="61883"/>
                      <a:pt x="112952" y="65009"/>
                    </a:cubicBezTo>
                    <a:cubicBezTo>
                      <a:pt x="113604" y="68397"/>
                      <a:pt x="116339" y="71133"/>
                      <a:pt x="119857" y="71914"/>
                    </a:cubicBezTo>
                    <a:cubicBezTo>
                      <a:pt x="126371" y="73608"/>
                      <a:pt x="132494" y="76995"/>
                      <a:pt x="137315" y="81815"/>
                    </a:cubicBezTo>
                    <a:cubicBezTo>
                      <a:pt x="152427" y="96928"/>
                      <a:pt x="152427" y="121551"/>
                      <a:pt x="137315" y="136663"/>
                    </a:cubicBezTo>
                    <a:cubicBezTo>
                      <a:pt x="122202" y="151775"/>
                      <a:pt x="97188" y="152036"/>
                      <a:pt x="82206" y="137054"/>
                    </a:cubicBezTo>
                    <a:cubicBezTo>
                      <a:pt x="77386" y="132234"/>
                      <a:pt x="73999" y="126111"/>
                      <a:pt x="72305" y="119597"/>
                    </a:cubicBezTo>
                    <a:cubicBezTo>
                      <a:pt x="71654" y="116209"/>
                      <a:pt x="68918" y="113473"/>
                      <a:pt x="65400" y="112692"/>
                    </a:cubicBezTo>
                    <a:cubicBezTo>
                      <a:pt x="62013" y="112040"/>
                      <a:pt x="58495" y="112692"/>
                      <a:pt x="56150" y="115037"/>
                    </a:cubicBezTo>
                    <a:lnTo>
                      <a:pt x="0" y="171187"/>
                    </a:lnTo>
                    <a:lnTo>
                      <a:pt x="56541" y="227728"/>
                    </a:lnTo>
                    <a:cubicBezTo>
                      <a:pt x="58886" y="230073"/>
                      <a:pt x="59668" y="233591"/>
                      <a:pt x="58886" y="236978"/>
                    </a:cubicBezTo>
                    <a:cubicBezTo>
                      <a:pt x="58235" y="240365"/>
                      <a:pt x="55499" y="243101"/>
                      <a:pt x="51981" y="243883"/>
                    </a:cubicBezTo>
                    <a:cubicBezTo>
                      <a:pt x="45467" y="245577"/>
                      <a:pt x="39344" y="248964"/>
                      <a:pt x="34524" y="253784"/>
                    </a:cubicBezTo>
                    <a:cubicBezTo>
                      <a:pt x="19412" y="268897"/>
                      <a:pt x="19412" y="293519"/>
                      <a:pt x="34524" y="308632"/>
                    </a:cubicBezTo>
                    <a:cubicBezTo>
                      <a:pt x="49636" y="323744"/>
                      <a:pt x="74259" y="323744"/>
                      <a:pt x="89371" y="308632"/>
                    </a:cubicBezTo>
                    <a:cubicBezTo>
                      <a:pt x="94192" y="303812"/>
                      <a:pt x="97579" y="297688"/>
                      <a:pt x="99273" y="291175"/>
                    </a:cubicBezTo>
                    <a:cubicBezTo>
                      <a:pt x="99924" y="287787"/>
                      <a:pt x="102660" y="285051"/>
                      <a:pt x="106178" y="284270"/>
                    </a:cubicBezTo>
                    <a:cubicBezTo>
                      <a:pt x="109304" y="283227"/>
                      <a:pt x="113082" y="284270"/>
                      <a:pt x="115427" y="286615"/>
                    </a:cubicBezTo>
                    <a:lnTo>
                      <a:pt x="171187" y="342374"/>
                    </a:lnTo>
                    <a:lnTo>
                      <a:pt x="227338" y="286224"/>
                    </a:lnTo>
                    <a:cubicBezTo>
                      <a:pt x="229683" y="283879"/>
                      <a:pt x="233200" y="283097"/>
                      <a:pt x="236587" y="283879"/>
                    </a:cubicBezTo>
                    <a:cubicBezTo>
                      <a:pt x="239974" y="284530"/>
                      <a:pt x="242711" y="287266"/>
                      <a:pt x="243492" y="290784"/>
                    </a:cubicBezTo>
                    <a:cubicBezTo>
                      <a:pt x="245186" y="297298"/>
                      <a:pt x="248573" y="303421"/>
                      <a:pt x="253394" y="308241"/>
                    </a:cubicBezTo>
                    <a:cubicBezTo>
                      <a:pt x="268506" y="323354"/>
                      <a:pt x="293519" y="322963"/>
                      <a:pt x="308501" y="307850"/>
                    </a:cubicBezTo>
                    <a:cubicBezTo>
                      <a:pt x="323614" y="292738"/>
                      <a:pt x="323614" y="268115"/>
                      <a:pt x="308501" y="253003"/>
                    </a:cubicBezTo>
                    <a:cubicBezTo>
                      <a:pt x="303681" y="248182"/>
                      <a:pt x="297558" y="244795"/>
                      <a:pt x="291044" y="243101"/>
                    </a:cubicBezTo>
                    <a:cubicBezTo>
                      <a:pt x="287657" y="242450"/>
                      <a:pt x="284921" y="239714"/>
                      <a:pt x="284139" y="236197"/>
                    </a:cubicBezTo>
                    <a:cubicBezTo>
                      <a:pt x="283097" y="233070"/>
                      <a:pt x="284139" y="229292"/>
                      <a:pt x="286484" y="226947"/>
                    </a:cubicBezTo>
                    <a:lnTo>
                      <a:pt x="342244" y="171187"/>
                    </a:lnTo>
                    <a:lnTo>
                      <a:pt x="285703" y="114646"/>
                    </a:lnTo>
                    <a:cubicBezTo>
                      <a:pt x="283358" y="112301"/>
                      <a:pt x="282576" y="108783"/>
                      <a:pt x="283358" y="105396"/>
                    </a:cubicBezTo>
                    <a:cubicBezTo>
                      <a:pt x="284009" y="102009"/>
                      <a:pt x="286745" y="99273"/>
                      <a:pt x="290262" y="98491"/>
                    </a:cubicBezTo>
                    <a:cubicBezTo>
                      <a:pt x="296776" y="96798"/>
                      <a:pt x="302900" y="93410"/>
                      <a:pt x="307720" y="88590"/>
                    </a:cubicBezTo>
                    <a:cubicBezTo>
                      <a:pt x="322832" y="73478"/>
                      <a:pt x="322832" y="48855"/>
                      <a:pt x="307720" y="33742"/>
                    </a:cubicBezTo>
                    <a:cubicBezTo>
                      <a:pt x="292607" y="18630"/>
                      <a:pt x="267985" y="18630"/>
                      <a:pt x="252872" y="33742"/>
                    </a:cubicBezTo>
                    <a:cubicBezTo>
                      <a:pt x="248052" y="38563"/>
                      <a:pt x="244665" y="44686"/>
                      <a:pt x="242971" y="51200"/>
                    </a:cubicBezTo>
                    <a:cubicBezTo>
                      <a:pt x="242320" y="54587"/>
                      <a:pt x="239584" y="57323"/>
                      <a:pt x="236066" y="58105"/>
                    </a:cubicBezTo>
                    <a:cubicBezTo>
                      <a:pt x="232940" y="59147"/>
                      <a:pt x="229161" y="58105"/>
                      <a:pt x="226816" y="55760"/>
                    </a:cubicBezTo>
                    <a:lnTo>
                      <a:pt x="171057" y="0"/>
                    </a:lnTo>
                    <a:lnTo>
                      <a:pt x="115297" y="55760"/>
                    </a:lnTo>
                    <a:close/>
                  </a:path>
                </a:pathLst>
              </a:custGeom>
              <a:noFill/>
              <a:ln w="12700" cap="flat">
                <a:solidFill>
                  <a:schemeClr val="bg1"/>
                </a:solidFill>
                <a:prstDash val="solid"/>
                <a:miter/>
              </a:ln>
            </p:spPr>
            <p:txBody>
              <a:bodyPr rtlCol="0" anchor="ctr"/>
              <a:lstStyle/>
              <a:p>
                <a:endParaRPr lang="en-GB" sz="1600" dirty="0"/>
              </a:p>
            </p:txBody>
          </p:sp>
        </p:grpSp>
      </p:grpSp>
      <p:grpSp>
        <p:nvGrpSpPr>
          <p:cNvPr id="192" name="Group 191">
            <a:extLst>
              <a:ext uri="{FF2B5EF4-FFF2-40B4-BE49-F238E27FC236}">
                <a16:creationId xmlns:a16="http://schemas.microsoft.com/office/drawing/2014/main" id="{667B90F5-C273-5470-AFCA-7677E35282D3}"/>
              </a:ext>
              <a:ext uri="{C183D7F6-B498-43B3-948B-1728B52AA6E4}">
                <adec:decorative xmlns:adec="http://schemas.microsoft.com/office/drawing/2017/decorative" val="1"/>
              </a:ext>
            </a:extLst>
          </p:cNvPr>
          <p:cNvGrpSpPr/>
          <p:nvPr userDrawn="1"/>
        </p:nvGrpSpPr>
        <p:grpSpPr>
          <a:xfrm>
            <a:off x="4193487" y="5504688"/>
            <a:ext cx="444337" cy="436705"/>
            <a:chOff x="4105453" y="1314571"/>
            <a:chExt cx="578417" cy="568482"/>
          </a:xfrm>
          <a:noFill/>
        </p:grpSpPr>
        <p:sp>
          <p:nvSpPr>
            <p:cNvPr id="193" name="Freeform: Shape 66">
              <a:extLst>
                <a:ext uri="{FF2B5EF4-FFF2-40B4-BE49-F238E27FC236}">
                  <a16:creationId xmlns:a16="http://schemas.microsoft.com/office/drawing/2014/main" id="{6CAD09E9-CEC7-C6AD-A854-1AE8CB0F3882}"/>
                </a:ext>
              </a:extLst>
            </p:cNvPr>
            <p:cNvSpPr/>
            <p:nvPr/>
          </p:nvSpPr>
          <p:spPr>
            <a:xfrm>
              <a:off x="4178980" y="1396313"/>
              <a:ext cx="172227" cy="13248"/>
            </a:xfrm>
            <a:custGeom>
              <a:avLst/>
              <a:gdLst>
                <a:gd name="connsiteX0" fmla="*/ 0 w 172227"/>
                <a:gd name="connsiteY0" fmla="*/ 0 h 0"/>
                <a:gd name="connsiteX1" fmla="*/ 180573 w 172227"/>
                <a:gd name="connsiteY1" fmla="*/ 0 h 0"/>
              </a:gdLst>
              <a:ahLst/>
              <a:cxnLst>
                <a:cxn ang="0">
                  <a:pos x="connsiteX0" y="connsiteY0"/>
                </a:cxn>
                <a:cxn ang="0">
                  <a:pos x="connsiteX1" y="connsiteY1"/>
                </a:cxn>
              </a:cxnLst>
              <a:rect l="l" t="t" r="r" b="b"/>
              <a:pathLst>
                <a:path w="172227">
                  <a:moveTo>
                    <a:pt x="0" y="0"/>
                  </a:moveTo>
                  <a:lnTo>
                    <a:pt x="180573" y="0"/>
                  </a:lnTo>
                </a:path>
              </a:pathLst>
            </a:custGeom>
            <a:grpFill/>
            <a:ln w="12700" cap="rnd">
              <a:solidFill>
                <a:schemeClr val="bg1"/>
              </a:solidFill>
              <a:prstDash val="solid"/>
              <a:round/>
            </a:ln>
          </p:spPr>
          <p:txBody>
            <a:bodyPr rtlCol="0" anchor="ctr"/>
            <a:lstStyle/>
            <a:p>
              <a:endParaRPr lang="en-GB" sz="1600" dirty="0"/>
            </a:p>
          </p:txBody>
        </p:sp>
        <p:sp>
          <p:nvSpPr>
            <p:cNvPr id="194" name="Freeform: Shape 67">
              <a:extLst>
                <a:ext uri="{FF2B5EF4-FFF2-40B4-BE49-F238E27FC236}">
                  <a16:creationId xmlns:a16="http://schemas.microsoft.com/office/drawing/2014/main" id="{1C316F72-B187-B99E-E565-6E9F14306695}"/>
                </a:ext>
              </a:extLst>
            </p:cNvPr>
            <p:cNvSpPr/>
            <p:nvPr/>
          </p:nvSpPr>
          <p:spPr>
            <a:xfrm>
              <a:off x="4178980" y="1469973"/>
              <a:ext cx="172227" cy="13248"/>
            </a:xfrm>
            <a:custGeom>
              <a:avLst/>
              <a:gdLst>
                <a:gd name="connsiteX0" fmla="*/ 0 w 172227"/>
                <a:gd name="connsiteY0" fmla="*/ 0 h 0"/>
                <a:gd name="connsiteX1" fmla="*/ 180706 w 172227"/>
                <a:gd name="connsiteY1" fmla="*/ 0 h 0"/>
              </a:gdLst>
              <a:ahLst/>
              <a:cxnLst>
                <a:cxn ang="0">
                  <a:pos x="connsiteX0" y="connsiteY0"/>
                </a:cxn>
                <a:cxn ang="0">
                  <a:pos x="connsiteX1" y="connsiteY1"/>
                </a:cxn>
              </a:cxnLst>
              <a:rect l="l" t="t" r="r" b="b"/>
              <a:pathLst>
                <a:path w="172227">
                  <a:moveTo>
                    <a:pt x="0" y="0"/>
                  </a:moveTo>
                  <a:lnTo>
                    <a:pt x="180706" y="0"/>
                  </a:lnTo>
                </a:path>
              </a:pathLst>
            </a:custGeom>
            <a:grpFill/>
            <a:ln w="12700" cap="rnd">
              <a:solidFill>
                <a:schemeClr val="bg1"/>
              </a:solidFill>
              <a:prstDash val="solid"/>
              <a:round/>
            </a:ln>
          </p:spPr>
          <p:txBody>
            <a:bodyPr rtlCol="0" anchor="ctr"/>
            <a:lstStyle/>
            <a:p>
              <a:endParaRPr lang="en-GB" sz="1600" dirty="0"/>
            </a:p>
          </p:txBody>
        </p:sp>
        <p:sp>
          <p:nvSpPr>
            <p:cNvPr id="195" name="Freeform: Shape 68">
              <a:extLst>
                <a:ext uri="{FF2B5EF4-FFF2-40B4-BE49-F238E27FC236}">
                  <a16:creationId xmlns:a16="http://schemas.microsoft.com/office/drawing/2014/main" id="{8034CBC8-73EB-47CD-7D24-5647B2619572}"/>
                </a:ext>
              </a:extLst>
            </p:cNvPr>
            <p:cNvSpPr/>
            <p:nvPr/>
          </p:nvSpPr>
          <p:spPr>
            <a:xfrm>
              <a:off x="4105453" y="1314571"/>
              <a:ext cx="317958" cy="278213"/>
            </a:xfrm>
            <a:custGeom>
              <a:avLst/>
              <a:gdLst>
                <a:gd name="connsiteX0" fmla="*/ 0 w 317957"/>
                <a:gd name="connsiteY0" fmla="*/ 0 h 278213"/>
                <a:gd name="connsiteX1" fmla="*/ 0 w 317957"/>
                <a:gd name="connsiteY1" fmla="*/ 231049 h 278213"/>
                <a:gd name="connsiteX2" fmla="*/ 242708 w 317957"/>
                <a:gd name="connsiteY2" fmla="*/ 231049 h 278213"/>
                <a:gd name="connsiteX3" fmla="*/ 286162 w 317957"/>
                <a:gd name="connsiteY3" fmla="*/ 280730 h 278213"/>
                <a:gd name="connsiteX4" fmla="*/ 286162 w 317957"/>
                <a:gd name="connsiteY4" fmla="*/ 231049 h 278213"/>
                <a:gd name="connsiteX5" fmla="*/ 327629 w 317957"/>
                <a:gd name="connsiteY5" fmla="*/ 231049 h 278213"/>
                <a:gd name="connsiteX6" fmla="*/ 327629 w 317957"/>
                <a:gd name="connsiteY6" fmla="*/ 0 h 278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7957" h="278213">
                  <a:moveTo>
                    <a:pt x="0" y="0"/>
                  </a:moveTo>
                  <a:lnTo>
                    <a:pt x="0" y="231049"/>
                  </a:lnTo>
                  <a:lnTo>
                    <a:pt x="242708" y="231049"/>
                  </a:lnTo>
                  <a:lnTo>
                    <a:pt x="286162" y="280730"/>
                  </a:lnTo>
                  <a:lnTo>
                    <a:pt x="286162" y="231049"/>
                  </a:lnTo>
                  <a:lnTo>
                    <a:pt x="327629" y="231049"/>
                  </a:lnTo>
                  <a:lnTo>
                    <a:pt x="327629" y="0"/>
                  </a:lnTo>
                  <a:close/>
                </a:path>
              </a:pathLst>
            </a:custGeom>
            <a:grpFill/>
            <a:ln w="12700" cap="rnd">
              <a:solidFill>
                <a:schemeClr val="bg1"/>
              </a:solidFill>
              <a:prstDash val="solid"/>
              <a:round/>
            </a:ln>
          </p:spPr>
          <p:txBody>
            <a:bodyPr rtlCol="0" anchor="ctr"/>
            <a:lstStyle/>
            <a:p>
              <a:endParaRPr lang="en-GB" sz="1600" dirty="0"/>
            </a:p>
          </p:txBody>
        </p:sp>
        <p:sp>
          <p:nvSpPr>
            <p:cNvPr id="196" name="Freeform: Shape 69">
              <a:extLst>
                <a:ext uri="{FF2B5EF4-FFF2-40B4-BE49-F238E27FC236}">
                  <a16:creationId xmlns:a16="http://schemas.microsoft.com/office/drawing/2014/main" id="{86F143F5-6ABD-DA80-09DE-C06C3F3EDC24}"/>
                </a:ext>
              </a:extLst>
            </p:cNvPr>
            <p:cNvSpPr/>
            <p:nvPr/>
          </p:nvSpPr>
          <p:spPr>
            <a:xfrm>
              <a:off x="4326168" y="1657833"/>
              <a:ext cx="357702" cy="225220"/>
            </a:xfrm>
            <a:custGeom>
              <a:avLst/>
              <a:gdLst>
                <a:gd name="connsiteX0" fmla="*/ 0 w 357702"/>
                <a:gd name="connsiteY0" fmla="*/ 0 h 225220"/>
                <a:gd name="connsiteX1" fmla="*/ 359425 w 357702"/>
                <a:gd name="connsiteY1" fmla="*/ 0 h 225220"/>
                <a:gd name="connsiteX2" fmla="*/ 359425 w 357702"/>
                <a:gd name="connsiteY2" fmla="*/ 231712 h 225220"/>
                <a:gd name="connsiteX3" fmla="*/ 0 w 357702"/>
                <a:gd name="connsiteY3" fmla="*/ 231712 h 225220"/>
              </a:gdLst>
              <a:ahLst/>
              <a:cxnLst>
                <a:cxn ang="0">
                  <a:pos x="connsiteX0" y="connsiteY0"/>
                </a:cxn>
                <a:cxn ang="0">
                  <a:pos x="connsiteX1" y="connsiteY1"/>
                </a:cxn>
                <a:cxn ang="0">
                  <a:pos x="connsiteX2" y="connsiteY2"/>
                </a:cxn>
                <a:cxn ang="0">
                  <a:pos x="connsiteX3" y="connsiteY3"/>
                </a:cxn>
              </a:cxnLst>
              <a:rect l="l" t="t" r="r" b="b"/>
              <a:pathLst>
                <a:path w="357702" h="225220">
                  <a:moveTo>
                    <a:pt x="0" y="0"/>
                  </a:moveTo>
                  <a:lnTo>
                    <a:pt x="359425" y="0"/>
                  </a:lnTo>
                  <a:lnTo>
                    <a:pt x="359425" y="231712"/>
                  </a:lnTo>
                  <a:lnTo>
                    <a:pt x="0" y="231712"/>
                  </a:lnTo>
                  <a:close/>
                </a:path>
              </a:pathLst>
            </a:custGeom>
            <a:grpFill/>
            <a:ln w="12700" cap="rnd">
              <a:solidFill>
                <a:schemeClr val="bg1"/>
              </a:solidFill>
              <a:prstDash val="solid"/>
              <a:round/>
            </a:ln>
          </p:spPr>
          <p:txBody>
            <a:bodyPr rtlCol="0" anchor="ctr"/>
            <a:lstStyle/>
            <a:p>
              <a:endParaRPr lang="en-GB" sz="1600" dirty="0"/>
            </a:p>
          </p:txBody>
        </p:sp>
        <p:sp>
          <p:nvSpPr>
            <p:cNvPr id="197" name="Freeform: Shape 70">
              <a:extLst>
                <a:ext uri="{FF2B5EF4-FFF2-40B4-BE49-F238E27FC236}">
                  <a16:creationId xmlns:a16="http://schemas.microsoft.com/office/drawing/2014/main" id="{751AEC16-F401-7E2C-29D1-94BFB3653BAF}"/>
                </a:ext>
              </a:extLst>
            </p:cNvPr>
            <p:cNvSpPr/>
            <p:nvPr/>
          </p:nvSpPr>
          <p:spPr>
            <a:xfrm>
              <a:off x="4394794" y="1804359"/>
              <a:ext cx="211972" cy="26496"/>
            </a:xfrm>
            <a:custGeom>
              <a:avLst/>
              <a:gdLst>
                <a:gd name="connsiteX0" fmla="*/ 0 w 211971"/>
                <a:gd name="connsiteY0" fmla="*/ 0 h 26496"/>
                <a:gd name="connsiteX1" fmla="*/ 222173 w 211971"/>
                <a:gd name="connsiteY1" fmla="*/ 0 h 26496"/>
                <a:gd name="connsiteX2" fmla="*/ 222173 w 211971"/>
                <a:gd name="connsiteY2" fmla="*/ 33121 h 26496"/>
                <a:gd name="connsiteX3" fmla="*/ 0 w 211971"/>
                <a:gd name="connsiteY3" fmla="*/ 33121 h 26496"/>
              </a:gdLst>
              <a:ahLst/>
              <a:cxnLst>
                <a:cxn ang="0">
                  <a:pos x="connsiteX0" y="connsiteY0"/>
                </a:cxn>
                <a:cxn ang="0">
                  <a:pos x="connsiteX1" y="connsiteY1"/>
                </a:cxn>
                <a:cxn ang="0">
                  <a:pos x="connsiteX2" y="connsiteY2"/>
                </a:cxn>
                <a:cxn ang="0">
                  <a:pos x="connsiteX3" y="connsiteY3"/>
                </a:cxn>
              </a:cxnLst>
              <a:rect l="l" t="t" r="r" b="b"/>
              <a:pathLst>
                <a:path w="211971" h="26496">
                  <a:moveTo>
                    <a:pt x="0" y="0"/>
                  </a:moveTo>
                  <a:lnTo>
                    <a:pt x="222173" y="0"/>
                  </a:lnTo>
                  <a:lnTo>
                    <a:pt x="222173" y="33121"/>
                  </a:lnTo>
                  <a:lnTo>
                    <a:pt x="0" y="33121"/>
                  </a:lnTo>
                  <a:close/>
                </a:path>
              </a:pathLst>
            </a:custGeom>
            <a:grpFill/>
            <a:ln w="12700" cap="rnd">
              <a:solidFill>
                <a:schemeClr val="bg1"/>
              </a:solidFill>
              <a:prstDash val="solid"/>
              <a:round/>
            </a:ln>
          </p:spPr>
          <p:txBody>
            <a:bodyPr rtlCol="0" anchor="ctr"/>
            <a:lstStyle/>
            <a:p>
              <a:endParaRPr lang="en-GB" sz="1600" dirty="0"/>
            </a:p>
          </p:txBody>
        </p:sp>
        <p:sp>
          <p:nvSpPr>
            <p:cNvPr id="198" name="Freeform: Shape 71">
              <a:extLst>
                <a:ext uri="{FF2B5EF4-FFF2-40B4-BE49-F238E27FC236}">
                  <a16:creationId xmlns:a16="http://schemas.microsoft.com/office/drawing/2014/main" id="{484883EF-833F-AD73-CEDF-F9CA705B5D0B}"/>
                </a:ext>
              </a:extLst>
            </p:cNvPr>
            <p:cNvSpPr/>
            <p:nvPr/>
          </p:nvSpPr>
          <p:spPr>
            <a:xfrm>
              <a:off x="4417184" y="1710959"/>
              <a:ext cx="26496" cy="26496"/>
            </a:xfrm>
            <a:custGeom>
              <a:avLst/>
              <a:gdLst>
                <a:gd name="connsiteX0" fmla="*/ 0 w 26496"/>
                <a:gd name="connsiteY0" fmla="*/ 0 h 26496"/>
                <a:gd name="connsiteX1" fmla="*/ 33253 w 26496"/>
                <a:gd name="connsiteY1" fmla="*/ 33253 h 26496"/>
              </a:gdLst>
              <a:ahLst/>
              <a:cxnLst>
                <a:cxn ang="0">
                  <a:pos x="connsiteX0" y="connsiteY0"/>
                </a:cxn>
                <a:cxn ang="0">
                  <a:pos x="connsiteX1" y="connsiteY1"/>
                </a:cxn>
              </a:cxnLst>
              <a:rect l="l" t="t" r="r" b="b"/>
              <a:pathLst>
                <a:path w="26496" h="26496">
                  <a:moveTo>
                    <a:pt x="0" y="0"/>
                  </a:moveTo>
                  <a:lnTo>
                    <a:pt x="33253" y="33253"/>
                  </a:lnTo>
                </a:path>
              </a:pathLst>
            </a:custGeom>
            <a:grpFill/>
            <a:ln w="12700" cap="rnd">
              <a:solidFill>
                <a:schemeClr val="bg1"/>
              </a:solidFill>
              <a:prstDash val="solid"/>
              <a:round/>
            </a:ln>
          </p:spPr>
          <p:txBody>
            <a:bodyPr rtlCol="0" anchor="ctr"/>
            <a:lstStyle/>
            <a:p>
              <a:endParaRPr lang="en-GB" sz="1600" dirty="0"/>
            </a:p>
          </p:txBody>
        </p:sp>
        <p:sp>
          <p:nvSpPr>
            <p:cNvPr id="199" name="Freeform: Shape 72">
              <a:extLst>
                <a:ext uri="{FF2B5EF4-FFF2-40B4-BE49-F238E27FC236}">
                  <a16:creationId xmlns:a16="http://schemas.microsoft.com/office/drawing/2014/main" id="{FC774FFE-5367-E88D-0C49-3C99482880AE}"/>
                </a:ext>
              </a:extLst>
            </p:cNvPr>
            <p:cNvSpPr/>
            <p:nvPr/>
          </p:nvSpPr>
          <p:spPr>
            <a:xfrm>
              <a:off x="4417184" y="1710959"/>
              <a:ext cx="26496" cy="26496"/>
            </a:xfrm>
            <a:custGeom>
              <a:avLst/>
              <a:gdLst>
                <a:gd name="connsiteX0" fmla="*/ 33253 w 26496"/>
                <a:gd name="connsiteY0" fmla="*/ 0 h 26496"/>
                <a:gd name="connsiteX1" fmla="*/ 0 w 26496"/>
                <a:gd name="connsiteY1" fmla="*/ 33253 h 26496"/>
              </a:gdLst>
              <a:ahLst/>
              <a:cxnLst>
                <a:cxn ang="0">
                  <a:pos x="connsiteX0" y="connsiteY0"/>
                </a:cxn>
                <a:cxn ang="0">
                  <a:pos x="connsiteX1" y="connsiteY1"/>
                </a:cxn>
              </a:cxnLst>
              <a:rect l="l" t="t" r="r" b="b"/>
              <a:pathLst>
                <a:path w="26496" h="26496">
                  <a:moveTo>
                    <a:pt x="33253" y="0"/>
                  </a:moveTo>
                  <a:lnTo>
                    <a:pt x="0" y="33253"/>
                  </a:lnTo>
                </a:path>
              </a:pathLst>
            </a:custGeom>
            <a:grpFill/>
            <a:ln w="12700" cap="rnd">
              <a:solidFill>
                <a:schemeClr val="bg1"/>
              </a:solidFill>
              <a:prstDash val="solid"/>
              <a:round/>
            </a:ln>
          </p:spPr>
          <p:txBody>
            <a:bodyPr rtlCol="0" anchor="ctr"/>
            <a:lstStyle/>
            <a:p>
              <a:endParaRPr lang="en-GB" sz="1600" dirty="0"/>
            </a:p>
          </p:txBody>
        </p:sp>
        <p:sp>
          <p:nvSpPr>
            <p:cNvPr id="200" name="Freeform: Shape 73">
              <a:extLst>
                <a:ext uri="{FF2B5EF4-FFF2-40B4-BE49-F238E27FC236}">
                  <a16:creationId xmlns:a16="http://schemas.microsoft.com/office/drawing/2014/main" id="{FD2A2A61-FE52-3E59-B6B8-D07424A1A9D4}"/>
                </a:ext>
              </a:extLst>
            </p:cNvPr>
            <p:cNvSpPr/>
            <p:nvPr/>
          </p:nvSpPr>
          <p:spPr>
            <a:xfrm>
              <a:off x="4561457" y="1710959"/>
              <a:ext cx="26496" cy="26496"/>
            </a:xfrm>
            <a:custGeom>
              <a:avLst/>
              <a:gdLst>
                <a:gd name="connsiteX0" fmla="*/ 0 w 26496"/>
                <a:gd name="connsiteY0" fmla="*/ 0 h 26496"/>
                <a:gd name="connsiteX1" fmla="*/ 33121 w 26496"/>
                <a:gd name="connsiteY1" fmla="*/ 33253 h 26496"/>
              </a:gdLst>
              <a:ahLst/>
              <a:cxnLst>
                <a:cxn ang="0">
                  <a:pos x="connsiteX0" y="connsiteY0"/>
                </a:cxn>
                <a:cxn ang="0">
                  <a:pos x="connsiteX1" y="connsiteY1"/>
                </a:cxn>
              </a:cxnLst>
              <a:rect l="l" t="t" r="r" b="b"/>
              <a:pathLst>
                <a:path w="26496" h="26496">
                  <a:moveTo>
                    <a:pt x="0" y="0"/>
                  </a:moveTo>
                  <a:lnTo>
                    <a:pt x="33121" y="33253"/>
                  </a:lnTo>
                </a:path>
              </a:pathLst>
            </a:custGeom>
            <a:grpFill/>
            <a:ln w="12700" cap="rnd">
              <a:solidFill>
                <a:schemeClr val="bg1"/>
              </a:solidFill>
              <a:prstDash val="solid"/>
              <a:round/>
            </a:ln>
          </p:spPr>
          <p:txBody>
            <a:bodyPr rtlCol="0" anchor="ctr"/>
            <a:lstStyle/>
            <a:p>
              <a:endParaRPr lang="en-GB" sz="1600" dirty="0"/>
            </a:p>
          </p:txBody>
        </p:sp>
        <p:sp>
          <p:nvSpPr>
            <p:cNvPr id="201" name="Freeform: Shape 74">
              <a:extLst>
                <a:ext uri="{FF2B5EF4-FFF2-40B4-BE49-F238E27FC236}">
                  <a16:creationId xmlns:a16="http://schemas.microsoft.com/office/drawing/2014/main" id="{958FADFB-1640-5213-FF47-A430ECFE285C}"/>
                </a:ext>
              </a:extLst>
            </p:cNvPr>
            <p:cNvSpPr/>
            <p:nvPr/>
          </p:nvSpPr>
          <p:spPr>
            <a:xfrm>
              <a:off x="4561457" y="1710959"/>
              <a:ext cx="26496" cy="26496"/>
            </a:xfrm>
            <a:custGeom>
              <a:avLst/>
              <a:gdLst>
                <a:gd name="connsiteX0" fmla="*/ 33121 w 26496"/>
                <a:gd name="connsiteY0" fmla="*/ 0 h 26496"/>
                <a:gd name="connsiteX1" fmla="*/ 0 w 26496"/>
                <a:gd name="connsiteY1" fmla="*/ 33253 h 26496"/>
              </a:gdLst>
              <a:ahLst/>
              <a:cxnLst>
                <a:cxn ang="0">
                  <a:pos x="connsiteX0" y="connsiteY0"/>
                </a:cxn>
                <a:cxn ang="0">
                  <a:pos x="connsiteX1" y="connsiteY1"/>
                </a:cxn>
              </a:cxnLst>
              <a:rect l="l" t="t" r="r" b="b"/>
              <a:pathLst>
                <a:path w="26496" h="26496">
                  <a:moveTo>
                    <a:pt x="33121" y="0"/>
                  </a:moveTo>
                  <a:lnTo>
                    <a:pt x="0" y="33253"/>
                  </a:lnTo>
                </a:path>
              </a:pathLst>
            </a:custGeom>
            <a:grpFill/>
            <a:ln w="12700" cap="rnd">
              <a:solidFill>
                <a:schemeClr val="bg1"/>
              </a:solidFill>
              <a:prstDash val="solid"/>
              <a:round/>
            </a:ln>
          </p:spPr>
          <p:txBody>
            <a:bodyPr rtlCol="0" anchor="ctr"/>
            <a:lstStyle/>
            <a:p>
              <a:endParaRPr lang="en-GB" sz="1600" dirty="0"/>
            </a:p>
          </p:txBody>
        </p:sp>
        <p:sp>
          <p:nvSpPr>
            <p:cNvPr id="202" name="Freeform: Shape 75">
              <a:extLst>
                <a:ext uri="{FF2B5EF4-FFF2-40B4-BE49-F238E27FC236}">
                  <a16:creationId xmlns:a16="http://schemas.microsoft.com/office/drawing/2014/main" id="{C974164A-1642-0004-FC3B-4DB4C038AFF0}"/>
                </a:ext>
              </a:extLst>
            </p:cNvPr>
            <p:cNvSpPr/>
            <p:nvPr/>
          </p:nvSpPr>
          <p:spPr>
            <a:xfrm>
              <a:off x="4505947" y="1608152"/>
              <a:ext cx="13248" cy="39745"/>
            </a:xfrm>
            <a:custGeom>
              <a:avLst/>
              <a:gdLst>
                <a:gd name="connsiteX0" fmla="*/ 0 w 0"/>
                <a:gd name="connsiteY0" fmla="*/ 44912 h 39744"/>
                <a:gd name="connsiteX1" fmla="*/ 0 w 0"/>
                <a:gd name="connsiteY1" fmla="*/ 0 h 39744"/>
              </a:gdLst>
              <a:ahLst/>
              <a:cxnLst>
                <a:cxn ang="0">
                  <a:pos x="connsiteX0" y="connsiteY0"/>
                </a:cxn>
                <a:cxn ang="0">
                  <a:pos x="connsiteX1" y="connsiteY1"/>
                </a:cxn>
              </a:cxnLst>
              <a:rect l="l" t="t" r="r" b="b"/>
              <a:pathLst>
                <a:path h="39744">
                  <a:moveTo>
                    <a:pt x="0" y="44912"/>
                  </a:moveTo>
                  <a:lnTo>
                    <a:pt x="0" y="0"/>
                  </a:lnTo>
                </a:path>
              </a:pathLst>
            </a:custGeom>
            <a:grpFill/>
            <a:ln w="12700" cap="rnd">
              <a:solidFill>
                <a:schemeClr val="bg1"/>
              </a:solidFill>
              <a:prstDash val="solid"/>
              <a:round/>
            </a:ln>
          </p:spPr>
          <p:txBody>
            <a:bodyPr rtlCol="0" anchor="ctr"/>
            <a:lstStyle/>
            <a:p>
              <a:endParaRPr lang="en-GB" sz="1600" dirty="0"/>
            </a:p>
          </p:txBody>
        </p:sp>
        <p:sp>
          <p:nvSpPr>
            <p:cNvPr id="203" name="Freeform: Shape 76">
              <a:extLst>
                <a:ext uri="{FF2B5EF4-FFF2-40B4-BE49-F238E27FC236}">
                  <a16:creationId xmlns:a16="http://schemas.microsoft.com/office/drawing/2014/main" id="{E1FAF0DA-2748-C622-0896-1CF44272EA4E}"/>
                </a:ext>
              </a:extLst>
            </p:cNvPr>
            <p:cNvSpPr/>
            <p:nvPr/>
          </p:nvSpPr>
          <p:spPr>
            <a:xfrm>
              <a:off x="4488062" y="1568010"/>
              <a:ext cx="26496" cy="26496"/>
            </a:xfrm>
            <a:custGeom>
              <a:avLst/>
              <a:gdLst>
                <a:gd name="connsiteX0" fmla="*/ 35770 w 26496"/>
                <a:gd name="connsiteY0" fmla="*/ 17885 h 26496"/>
                <a:gd name="connsiteX1" fmla="*/ 17885 w 26496"/>
                <a:gd name="connsiteY1" fmla="*/ 35770 h 26496"/>
                <a:gd name="connsiteX2" fmla="*/ 0 w 26496"/>
                <a:gd name="connsiteY2" fmla="*/ 17885 h 26496"/>
                <a:gd name="connsiteX3" fmla="*/ 17885 w 26496"/>
                <a:gd name="connsiteY3" fmla="*/ 0 h 26496"/>
                <a:gd name="connsiteX4" fmla="*/ 35770 w 26496"/>
                <a:gd name="connsiteY4" fmla="*/ 17885 h 264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96" h="26496">
                  <a:moveTo>
                    <a:pt x="35770" y="17885"/>
                  </a:moveTo>
                  <a:cubicBezTo>
                    <a:pt x="35770" y="27763"/>
                    <a:pt x="27763" y="35770"/>
                    <a:pt x="17885" y="35770"/>
                  </a:cubicBezTo>
                  <a:cubicBezTo>
                    <a:pt x="8007" y="35770"/>
                    <a:pt x="0" y="27763"/>
                    <a:pt x="0" y="17885"/>
                  </a:cubicBezTo>
                  <a:cubicBezTo>
                    <a:pt x="0" y="8007"/>
                    <a:pt x="8007" y="0"/>
                    <a:pt x="17885" y="0"/>
                  </a:cubicBezTo>
                  <a:cubicBezTo>
                    <a:pt x="27763" y="0"/>
                    <a:pt x="35770" y="8007"/>
                    <a:pt x="35770" y="17885"/>
                  </a:cubicBezTo>
                  <a:close/>
                </a:path>
              </a:pathLst>
            </a:custGeom>
            <a:grpFill/>
            <a:ln w="12700" cap="rnd">
              <a:solidFill>
                <a:schemeClr val="bg1"/>
              </a:solidFill>
              <a:prstDash val="solid"/>
              <a:round/>
            </a:ln>
          </p:spPr>
          <p:txBody>
            <a:bodyPr rtlCol="0" anchor="ctr"/>
            <a:lstStyle/>
            <a:p>
              <a:endParaRPr lang="en-GB" sz="1600" dirty="0"/>
            </a:p>
          </p:txBody>
        </p:sp>
      </p:grpSp>
      <p:grpSp>
        <p:nvGrpSpPr>
          <p:cNvPr id="204" name="Group 203">
            <a:extLst>
              <a:ext uri="{FF2B5EF4-FFF2-40B4-BE49-F238E27FC236}">
                <a16:creationId xmlns:a16="http://schemas.microsoft.com/office/drawing/2014/main" id="{11BFB624-53BA-3956-E384-55ADD582EE4D}"/>
              </a:ext>
              <a:ext uri="{C183D7F6-B498-43B3-948B-1728B52AA6E4}">
                <adec:decorative xmlns:adec="http://schemas.microsoft.com/office/drawing/2017/decorative" val="1"/>
              </a:ext>
            </a:extLst>
          </p:cNvPr>
          <p:cNvGrpSpPr/>
          <p:nvPr userDrawn="1"/>
        </p:nvGrpSpPr>
        <p:grpSpPr>
          <a:xfrm>
            <a:off x="6559527" y="5590082"/>
            <a:ext cx="438168" cy="265916"/>
            <a:chOff x="4139310" y="2382327"/>
            <a:chExt cx="561027" cy="340478"/>
          </a:xfrm>
          <a:noFill/>
        </p:grpSpPr>
        <p:sp>
          <p:nvSpPr>
            <p:cNvPr id="205" name="Freeform: Shape 91">
              <a:extLst>
                <a:ext uri="{FF2B5EF4-FFF2-40B4-BE49-F238E27FC236}">
                  <a16:creationId xmlns:a16="http://schemas.microsoft.com/office/drawing/2014/main" id="{243FAA23-CF7F-7F75-22D4-4504B6FBC4E9}"/>
                </a:ext>
              </a:extLst>
            </p:cNvPr>
            <p:cNvSpPr/>
            <p:nvPr/>
          </p:nvSpPr>
          <p:spPr>
            <a:xfrm>
              <a:off x="4139310" y="2382327"/>
              <a:ext cx="340478" cy="340478"/>
            </a:xfrm>
            <a:custGeom>
              <a:avLst/>
              <a:gdLst>
                <a:gd name="connsiteX0" fmla="*/ 336148 w 340477"/>
                <a:gd name="connsiteY0" fmla="*/ 118636 h 340477"/>
                <a:gd name="connsiteX1" fmla="*/ 335494 w 340477"/>
                <a:gd name="connsiteY1" fmla="*/ 227981 h 340477"/>
                <a:gd name="connsiteX2" fmla="*/ 116802 w 340477"/>
                <a:gd name="connsiteY2" fmla="*/ 335494 h 340477"/>
                <a:gd name="connsiteX3" fmla="*/ 9290 w 340477"/>
                <a:gd name="connsiteY3" fmla="*/ 116802 h 340477"/>
                <a:gd name="connsiteX4" fmla="*/ 227981 w 340477"/>
                <a:gd name="connsiteY4" fmla="*/ 9290 h 340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477" h="340477">
                  <a:moveTo>
                    <a:pt x="336148" y="118636"/>
                  </a:moveTo>
                  <a:cubicBezTo>
                    <a:pt x="347410" y="152945"/>
                    <a:pt x="348065" y="191183"/>
                    <a:pt x="335494" y="227981"/>
                  </a:cubicBezTo>
                  <a:cubicBezTo>
                    <a:pt x="304851" y="318077"/>
                    <a:pt x="206898" y="366267"/>
                    <a:pt x="116802" y="335494"/>
                  </a:cubicBezTo>
                  <a:cubicBezTo>
                    <a:pt x="26707" y="304851"/>
                    <a:pt x="-21484" y="206898"/>
                    <a:pt x="9290" y="116802"/>
                  </a:cubicBezTo>
                  <a:cubicBezTo>
                    <a:pt x="40064" y="26707"/>
                    <a:pt x="137886" y="-21484"/>
                    <a:pt x="227981" y="9290"/>
                  </a:cubicBezTo>
                </a:path>
              </a:pathLst>
            </a:custGeom>
            <a:grpFill/>
            <a:ln w="12700" cap="flat">
              <a:solidFill>
                <a:schemeClr val="bg1"/>
              </a:solidFill>
              <a:prstDash val="solid"/>
              <a:round/>
            </a:ln>
          </p:spPr>
          <p:txBody>
            <a:bodyPr rtlCol="0" anchor="ctr"/>
            <a:lstStyle/>
            <a:p>
              <a:endParaRPr lang="en-GB" sz="1600" dirty="0"/>
            </a:p>
          </p:txBody>
        </p:sp>
        <p:sp>
          <p:nvSpPr>
            <p:cNvPr id="206" name="Freeform: Shape 92">
              <a:extLst>
                <a:ext uri="{FF2B5EF4-FFF2-40B4-BE49-F238E27FC236}">
                  <a16:creationId xmlns:a16="http://schemas.microsoft.com/office/drawing/2014/main" id="{B72F2B67-B118-6A31-2079-EBFA9D00D903}"/>
                </a:ext>
              </a:extLst>
            </p:cNvPr>
            <p:cNvSpPr/>
            <p:nvPr/>
          </p:nvSpPr>
          <p:spPr>
            <a:xfrm>
              <a:off x="4359859" y="2382327"/>
              <a:ext cx="340478" cy="340478"/>
            </a:xfrm>
            <a:custGeom>
              <a:avLst/>
              <a:gdLst>
                <a:gd name="connsiteX0" fmla="*/ 8610 w 340477"/>
                <a:gd name="connsiteY0" fmla="*/ 226148 h 340477"/>
                <a:gd name="connsiteX1" fmla="*/ 9265 w 340477"/>
                <a:gd name="connsiteY1" fmla="*/ 116802 h 340477"/>
                <a:gd name="connsiteX2" fmla="*/ 227956 w 340477"/>
                <a:gd name="connsiteY2" fmla="*/ 9290 h 340477"/>
                <a:gd name="connsiteX3" fmla="*/ 335469 w 340477"/>
                <a:gd name="connsiteY3" fmla="*/ 227981 h 340477"/>
                <a:gd name="connsiteX4" fmla="*/ 116777 w 340477"/>
                <a:gd name="connsiteY4" fmla="*/ 335494 h 340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477" h="340477">
                  <a:moveTo>
                    <a:pt x="8610" y="226148"/>
                  </a:moveTo>
                  <a:cubicBezTo>
                    <a:pt x="-2652" y="191838"/>
                    <a:pt x="-3307" y="153600"/>
                    <a:pt x="9265" y="116802"/>
                  </a:cubicBezTo>
                  <a:cubicBezTo>
                    <a:pt x="39908" y="26707"/>
                    <a:pt x="137861" y="-21484"/>
                    <a:pt x="227956" y="9290"/>
                  </a:cubicBezTo>
                  <a:cubicBezTo>
                    <a:pt x="318052" y="39933"/>
                    <a:pt x="366243" y="137886"/>
                    <a:pt x="335469" y="227981"/>
                  </a:cubicBezTo>
                  <a:cubicBezTo>
                    <a:pt x="304826" y="318077"/>
                    <a:pt x="206873" y="366267"/>
                    <a:pt x="116777" y="335494"/>
                  </a:cubicBezTo>
                </a:path>
              </a:pathLst>
            </a:custGeom>
            <a:grpFill/>
            <a:ln w="12700" cap="flat">
              <a:solidFill>
                <a:schemeClr val="bg1"/>
              </a:solidFill>
              <a:prstDash val="solid"/>
              <a:round/>
            </a:ln>
          </p:spPr>
          <p:txBody>
            <a:bodyPr rtlCol="0" anchor="ctr"/>
            <a:lstStyle/>
            <a:p>
              <a:endParaRPr lang="en-GB" sz="1600" dirty="0"/>
            </a:p>
          </p:txBody>
        </p:sp>
      </p:grpSp>
      <p:sp>
        <p:nvSpPr>
          <p:cNvPr id="207" name="Freeform: Shape 171">
            <a:extLst>
              <a:ext uri="{FF2B5EF4-FFF2-40B4-BE49-F238E27FC236}">
                <a16:creationId xmlns:a16="http://schemas.microsoft.com/office/drawing/2014/main" id="{A93A9519-39C1-01C7-54E4-92C5D2919E36}"/>
              </a:ext>
              <a:ext uri="{C183D7F6-B498-43B3-948B-1728B52AA6E4}">
                <adec:decorative xmlns:adec="http://schemas.microsoft.com/office/drawing/2017/decorative" val="1"/>
              </a:ext>
            </a:extLst>
          </p:cNvPr>
          <p:cNvSpPr/>
          <p:nvPr userDrawn="1"/>
        </p:nvSpPr>
        <p:spPr>
          <a:xfrm>
            <a:off x="8928119" y="5511775"/>
            <a:ext cx="262654" cy="422530"/>
          </a:xfrm>
          <a:custGeom>
            <a:avLst/>
            <a:gdLst>
              <a:gd name="connsiteX0" fmla="*/ 311668 w 301191"/>
              <a:gd name="connsiteY0" fmla="*/ 89179 h 484525"/>
              <a:gd name="connsiteX1" fmla="*/ 311668 w 301191"/>
              <a:gd name="connsiteY1" fmla="*/ 323977 h 484525"/>
              <a:gd name="connsiteX2" fmla="*/ 155834 w 301191"/>
              <a:gd name="connsiteY2" fmla="*/ 490550 h 484525"/>
              <a:gd name="connsiteX3" fmla="*/ 0 w 301191"/>
              <a:gd name="connsiteY3" fmla="*/ 325156 h 484525"/>
              <a:gd name="connsiteX4" fmla="*/ 0 w 301191"/>
              <a:gd name="connsiteY4" fmla="*/ 90489 h 484525"/>
              <a:gd name="connsiteX5" fmla="*/ 155834 w 301191"/>
              <a:gd name="connsiteY5" fmla="*/ 0 h 484525"/>
              <a:gd name="connsiteX6" fmla="*/ 311668 w 301191"/>
              <a:gd name="connsiteY6" fmla="*/ 89179 h 48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1191" h="484525">
                <a:moveTo>
                  <a:pt x="311668" y="89179"/>
                </a:moveTo>
                <a:lnTo>
                  <a:pt x="311668" y="323977"/>
                </a:lnTo>
                <a:cubicBezTo>
                  <a:pt x="311668" y="399930"/>
                  <a:pt x="155834" y="490550"/>
                  <a:pt x="155834" y="490550"/>
                </a:cubicBezTo>
                <a:cubicBezTo>
                  <a:pt x="155834" y="490550"/>
                  <a:pt x="0" y="400061"/>
                  <a:pt x="0" y="325156"/>
                </a:cubicBezTo>
                <a:lnTo>
                  <a:pt x="0" y="90489"/>
                </a:lnTo>
                <a:cubicBezTo>
                  <a:pt x="0" y="90489"/>
                  <a:pt x="155834" y="71500"/>
                  <a:pt x="155834" y="0"/>
                </a:cubicBezTo>
                <a:cubicBezTo>
                  <a:pt x="155834" y="71238"/>
                  <a:pt x="311668" y="89179"/>
                  <a:pt x="311668" y="89179"/>
                </a:cubicBezTo>
                <a:close/>
              </a:path>
            </a:pathLst>
          </a:custGeom>
          <a:noFill/>
          <a:ln w="12700" cap="flat">
            <a:solidFill>
              <a:schemeClr val="bg1"/>
            </a:solidFill>
            <a:prstDash val="solid"/>
            <a:round/>
          </a:ln>
        </p:spPr>
        <p:txBody>
          <a:bodyPr rtlCol="0" anchor="ctr"/>
          <a:lstStyle/>
          <a:p>
            <a:endParaRPr lang="en-GB" sz="1600" dirty="0"/>
          </a:p>
        </p:txBody>
      </p:sp>
      <p:grpSp>
        <p:nvGrpSpPr>
          <p:cNvPr id="208" name="Group 207">
            <a:extLst>
              <a:ext uri="{FF2B5EF4-FFF2-40B4-BE49-F238E27FC236}">
                <a16:creationId xmlns:a16="http://schemas.microsoft.com/office/drawing/2014/main" id="{1404B479-2846-F226-1C7A-ED218AF855D8}"/>
              </a:ext>
              <a:ext uri="{C183D7F6-B498-43B3-948B-1728B52AA6E4}">
                <adec:decorative xmlns:adec="http://schemas.microsoft.com/office/drawing/2017/decorative" val="1"/>
              </a:ext>
            </a:extLst>
          </p:cNvPr>
          <p:cNvGrpSpPr/>
          <p:nvPr userDrawn="1"/>
        </p:nvGrpSpPr>
        <p:grpSpPr>
          <a:xfrm>
            <a:off x="670282" y="5327041"/>
            <a:ext cx="792000" cy="792000"/>
            <a:chOff x="616942" y="5297414"/>
            <a:chExt cx="792000" cy="792000"/>
          </a:xfrm>
        </p:grpSpPr>
        <p:sp>
          <p:nvSpPr>
            <p:cNvPr id="209" name="Oval 208">
              <a:extLst>
                <a:ext uri="{FF2B5EF4-FFF2-40B4-BE49-F238E27FC236}">
                  <a16:creationId xmlns:a16="http://schemas.microsoft.com/office/drawing/2014/main" id="{93F02B5D-99C8-8F28-426B-FF67E4A401C9}"/>
                </a:ext>
              </a:extLst>
            </p:cNvPr>
            <p:cNvSpPr/>
            <p:nvPr userDrawn="1"/>
          </p:nvSpPr>
          <p:spPr>
            <a:xfrm>
              <a:off x="616942" y="5297414"/>
              <a:ext cx="792000" cy="79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210" name="Group 209">
              <a:extLst>
                <a:ext uri="{FF2B5EF4-FFF2-40B4-BE49-F238E27FC236}">
                  <a16:creationId xmlns:a16="http://schemas.microsoft.com/office/drawing/2014/main" id="{E5CD9CFC-E4EF-3086-66F9-8A1593DBA0B7}"/>
                </a:ext>
              </a:extLst>
            </p:cNvPr>
            <p:cNvGrpSpPr/>
            <p:nvPr userDrawn="1"/>
          </p:nvGrpSpPr>
          <p:grpSpPr>
            <a:xfrm>
              <a:off x="784573" y="5468065"/>
              <a:ext cx="456737" cy="450699"/>
              <a:chOff x="8707777" y="3799709"/>
              <a:chExt cx="463408" cy="457281"/>
            </a:xfrm>
          </p:grpSpPr>
          <p:sp>
            <p:nvSpPr>
              <p:cNvPr id="211" name="Freeform: Shape 386">
                <a:extLst>
                  <a:ext uri="{FF2B5EF4-FFF2-40B4-BE49-F238E27FC236}">
                    <a16:creationId xmlns:a16="http://schemas.microsoft.com/office/drawing/2014/main" id="{B34FEEA2-C2D4-E653-2DE4-8A1C5410B29B}"/>
                  </a:ext>
                </a:extLst>
              </p:cNvPr>
              <p:cNvSpPr/>
              <p:nvPr/>
            </p:nvSpPr>
            <p:spPr>
              <a:xfrm>
                <a:off x="8707777" y="3799709"/>
                <a:ext cx="260559" cy="351754"/>
              </a:xfrm>
              <a:custGeom>
                <a:avLst/>
                <a:gdLst>
                  <a:gd name="connsiteX0" fmla="*/ 262513 w 260558"/>
                  <a:gd name="connsiteY0" fmla="*/ 131192 h 351754"/>
                  <a:gd name="connsiteX1" fmla="*/ 257302 w 260558"/>
                  <a:gd name="connsiteY1" fmla="*/ 167800 h 351754"/>
                  <a:gd name="connsiteX2" fmla="*/ 256520 w 260558"/>
                  <a:gd name="connsiteY2" fmla="*/ 170275 h 351754"/>
                  <a:gd name="connsiteX3" fmla="*/ 246228 w 260558"/>
                  <a:gd name="connsiteY3" fmla="*/ 194507 h 351754"/>
                  <a:gd name="connsiteX4" fmla="*/ 197894 w 260558"/>
                  <a:gd name="connsiteY4" fmla="*/ 358008 h 351754"/>
                  <a:gd name="connsiteX5" fmla="*/ 64749 w 260558"/>
                  <a:gd name="connsiteY5" fmla="*/ 358008 h 351754"/>
                  <a:gd name="connsiteX6" fmla="*/ 16676 w 260558"/>
                  <a:gd name="connsiteY6" fmla="*/ 195289 h 351754"/>
                  <a:gd name="connsiteX7" fmla="*/ 5732 w 260558"/>
                  <a:gd name="connsiteY7" fmla="*/ 169363 h 351754"/>
                  <a:gd name="connsiteX8" fmla="*/ 5211 w 260558"/>
                  <a:gd name="connsiteY8" fmla="*/ 167930 h 351754"/>
                  <a:gd name="connsiteX9" fmla="*/ 0 w 260558"/>
                  <a:gd name="connsiteY9" fmla="*/ 131322 h 351754"/>
                  <a:gd name="connsiteX10" fmla="*/ 131322 w 260558"/>
                  <a:gd name="connsiteY10" fmla="*/ 0 h 351754"/>
                  <a:gd name="connsiteX11" fmla="*/ 262513 w 260558"/>
                  <a:gd name="connsiteY11" fmla="*/ 131192 h 35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0558" h="351754">
                    <a:moveTo>
                      <a:pt x="262513" y="131192"/>
                    </a:moveTo>
                    <a:cubicBezTo>
                      <a:pt x="262513" y="143959"/>
                      <a:pt x="260689" y="156205"/>
                      <a:pt x="257302" y="167800"/>
                    </a:cubicBezTo>
                    <a:cubicBezTo>
                      <a:pt x="257041" y="168712"/>
                      <a:pt x="256781" y="169494"/>
                      <a:pt x="256520" y="170275"/>
                    </a:cubicBezTo>
                    <a:cubicBezTo>
                      <a:pt x="256520" y="170275"/>
                      <a:pt x="249485" y="186039"/>
                      <a:pt x="246228" y="194507"/>
                    </a:cubicBezTo>
                    <a:cubicBezTo>
                      <a:pt x="218348" y="265119"/>
                      <a:pt x="197894" y="358008"/>
                      <a:pt x="197894" y="358008"/>
                    </a:cubicBezTo>
                    <a:lnTo>
                      <a:pt x="64749" y="358008"/>
                    </a:lnTo>
                    <a:cubicBezTo>
                      <a:pt x="64749" y="358008"/>
                      <a:pt x="44425" y="265770"/>
                      <a:pt x="16676" y="195289"/>
                    </a:cubicBezTo>
                    <a:cubicBezTo>
                      <a:pt x="13028" y="186169"/>
                      <a:pt x="9380" y="177441"/>
                      <a:pt x="5732" y="169363"/>
                    </a:cubicBezTo>
                    <a:cubicBezTo>
                      <a:pt x="5472" y="168973"/>
                      <a:pt x="5342" y="168451"/>
                      <a:pt x="5211" y="167930"/>
                    </a:cubicBezTo>
                    <a:cubicBezTo>
                      <a:pt x="1824" y="156335"/>
                      <a:pt x="0" y="144089"/>
                      <a:pt x="0" y="131322"/>
                    </a:cubicBezTo>
                    <a:cubicBezTo>
                      <a:pt x="0" y="58756"/>
                      <a:pt x="58886" y="0"/>
                      <a:pt x="131322" y="0"/>
                    </a:cubicBezTo>
                    <a:cubicBezTo>
                      <a:pt x="203757" y="-130"/>
                      <a:pt x="262513" y="58626"/>
                      <a:pt x="262513" y="131192"/>
                    </a:cubicBezTo>
                    <a:close/>
                  </a:path>
                </a:pathLst>
              </a:custGeom>
              <a:noFill/>
              <a:ln w="12700" cap="flat">
                <a:solidFill>
                  <a:schemeClr val="bg1"/>
                </a:solidFill>
                <a:prstDash val="solid"/>
                <a:round/>
              </a:ln>
            </p:spPr>
            <p:txBody>
              <a:bodyPr rtlCol="0" anchor="ctr"/>
              <a:lstStyle/>
              <a:p>
                <a:endParaRPr lang="en-GB" sz="1600" dirty="0"/>
              </a:p>
            </p:txBody>
          </p:sp>
          <p:sp>
            <p:nvSpPr>
              <p:cNvPr id="212" name="Freeform: Shape 387">
                <a:extLst>
                  <a:ext uri="{FF2B5EF4-FFF2-40B4-BE49-F238E27FC236}">
                    <a16:creationId xmlns:a16="http://schemas.microsoft.com/office/drawing/2014/main" id="{BEE58ACF-44F4-E301-98A0-3E583BA1BFEE}"/>
                  </a:ext>
                </a:extLst>
              </p:cNvPr>
              <p:cNvSpPr/>
              <p:nvPr/>
            </p:nvSpPr>
            <p:spPr>
              <a:xfrm>
                <a:off x="8772396" y="4191850"/>
                <a:ext cx="130279" cy="65140"/>
              </a:xfrm>
              <a:custGeom>
                <a:avLst/>
                <a:gdLst>
                  <a:gd name="connsiteX0" fmla="*/ 37130 w 130279"/>
                  <a:gd name="connsiteY0" fmla="*/ 76344 h 65139"/>
                  <a:gd name="connsiteX1" fmla="*/ 95886 w 130279"/>
                  <a:gd name="connsiteY1" fmla="*/ 76344 h 65139"/>
                  <a:gd name="connsiteX2" fmla="*/ 0 w 130279"/>
                  <a:gd name="connsiteY2" fmla="*/ 38172 h 65139"/>
                  <a:gd name="connsiteX3" fmla="*/ 133276 w 130279"/>
                  <a:gd name="connsiteY3" fmla="*/ 38172 h 65139"/>
                  <a:gd name="connsiteX4" fmla="*/ 0 w 130279"/>
                  <a:gd name="connsiteY4" fmla="*/ 0 h 65139"/>
                  <a:gd name="connsiteX5" fmla="*/ 133276 w 130279"/>
                  <a:gd name="connsiteY5" fmla="*/ 0 h 65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279" h="65139">
                    <a:moveTo>
                      <a:pt x="37130" y="76344"/>
                    </a:moveTo>
                    <a:lnTo>
                      <a:pt x="95886" y="76344"/>
                    </a:lnTo>
                    <a:moveTo>
                      <a:pt x="0" y="38172"/>
                    </a:moveTo>
                    <a:lnTo>
                      <a:pt x="133276" y="38172"/>
                    </a:lnTo>
                    <a:moveTo>
                      <a:pt x="0" y="0"/>
                    </a:moveTo>
                    <a:lnTo>
                      <a:pt x="133276" y="0"/>
                    </a:lnTo>
                  </a:path>
                </a:pathLst>
              </a:custGeom>
              <a:noFill/>
              <a:ln w="12700" cap="rnd">
                <a:solidFill>
                  <a:schemeClr val="bg1"/>
                </a:solidFill>
                <a:prstDash val="solid"/>
                <a:round/>
              </a:ln>
            </p:spPr>
            <p:txBody>
              <a:bodyPr rtlCol="0" anchor="ctr"/>
              <a:lstStyle/>
              <a:p>
                <a:endParaRPr lang="en-GB" sz="1600" dirty="0"/>
              </a:p>
            </p:txBody>
          </p:sp>
          <p:sp>
            <p:nvSpPr>
              <p:cNvPr id="213" name="Freeform: Shape 388">
                <a:extLst>
                  <a:ext uri="{FF2B5EF4-FFF2-40B4-BE49-F238E27FC236}">
                    <a16:creationId xmlns:a16="http://schemas.microsoft.com/office/drawing/2014/main" id="{7F133D10-368D-0068-6CE6-755287B99DB9}"/>
                  </a:ext>
                </a:extLst>
              </p:cNvPr>
              <p:cNvSpPr/>
              <p:nvPr/>
            </p:nvSpPr>
            <p:spPr>
              <a:xfrm>
                <a:off x="8949710" y="3891299"/>
                <a:ext cx="221475" cy="325698"/>
              </a:xfrm>
              <a:custGeom>
                <a:avLst/>
                <a:gdLst>
                  <a:gd name="connsiteX0" fmla="*/ 3123 w 221474"/>
                  <a:gd name="connsiteY0" fmla="*/ 303027 h 325698"/>
                  <a:gd name="connsiteX1" fmla="*/ 257 w 221474"/>
                  <a:gd name="connsiteY1" fmla="*/ 317488 h 325698"/>
                  <a:gd name="connsiteX2" fmla="*/ 10940 w 221474"/>
                  <a:gd name="connsiteY2" fmla="*/ 333512 h 325698"/>
                  <a:gd name="connsiteX3" fmla="*/ 35302 w 221474"/>
                  <a:gd name="connsiteY3" fmla="*/ 338463 h 325698"/>
                  <a:gd name="connsiteX4" fmla="*/ 51327 w 221474"/>
                  <a:gd name="connsiteY4" fmla="*/ 327780 h 325698"/>
                  <a:gd name="connsiteX5" fmla="*/ 54193 w 221474"/>
                  <a:gd name="connsiteY5" fmla="*/ 313319 h 325698"/>
                  <a:gd name="connsiteX6" fmla="*/ 114121 w 221474"/>
                  <a:gd name="connsiteY6" fmla="*/ 301333 h 325698"/>
                  <a:gd name="connsiteX7" fmla="*/ 121678 w 221474"/>
                  <a:gd name="connsiteY7" fmla="*/ 312797 h 325698"/>
                  <a:gd name="connsiteX8" fmla="*/ 140438 w 221474"/>
                  <a:gd name="connsiteY8" fmla="*/ 316576 h 325698"/>
                  <a:gd name="connsiteX9" fmla="*/ 161283 w 221474"/>
                  <a:gd name="connsiteY9" fmla="*/ 302766 h 325698"/>
                  <a:gd name="connsiteX10" fmla="*/ 165061 w 221474"/>
                  <a:gd name="connsiteY10" fmla="*/ 284006 h 325698"/>
                  <a:gd name="connsiteX11" fmla="*/ 157244 w 221474"/>
                  <a:gd name="connsiteY11" fmla="*/ 272150 h 325698"/>
                  <a:gd name="connsiteX12" fmla="*/ 190205 w 221474"/>
                  <a:gd name="connsiteY12" fmla="*/ 222774 h 325698"/>
                  <a:gd name="connsiteX13" fmla="*/ 204796 w 221474"/>
                  <a:gd name="connsiteY13" fmla="*/ 225771 h 325698"/>
                  <a:gd name="connsiteX14" fmla="*/ 220690 w 221474"/>
                  <a:gd name="connsiteY14" fmla="*/ 215218 h 325698"/>
                  <a:gd name="connsiteX15" fmla="*/ 225641 w 221474"/>
                  <a:gd name="connsiteY15" fmla="*/ 190726 h 325698"/>
                  <a:gd name="connsiteX16" fmla="*/ 215088 w 221474"/>
                  <a:gd name="connsiteY16" fmla="*/ 174832 h 325698"/>
                  <a:gd name="connsiteX17" fmla="*/ 200497 w 221474"/>
                  <a:gd name="connsiteY17" fmla="*/ 171835 h 325698"/>
                  <a:gd name="connsiteX18" fmla="*/ 186036 w 221474"/>
                  <a:gd name="connsiteY18" fmla="*/ 106305 h 325698"/>
                  <a:gd name="connsiteX19" fmla="*/ 198282 w 221474"/>
                  <a:gd name="connsiteY19" fmla="*/ 98227 h 325698"/>
                  <a:gd name="connsiteX20" fmla="*/ 202060 w 221474"/>
                  <a:gd name="connsiteY20" fmla="*/ 79467 h 325698"/>
                  <a:gd name="connsiteX21" fmla="*/ 188381 w 221474"/>
                  <a:gd name="connsiteY21" fmla="*/ 58622 h 325698"/>
                  <a:gd name="connsiteX22" fmla="*/ 169620 w 221474"/>
                  <a:gd name="connsiteY22" fmla="*/ 54844 h 325698"/>
                  <a:gd name="connsiteX23" fmla="*/ 155420 w 221474"/>
                  <a:gd name="connsiteY23" fmla="*/ 64355 h 325698"/>
                  <a:gd name="connsiteX24" fmla="*/ 110474 w 221474"/>
                  <a:gd name="connsiteY24" fmla="*/ 35693 h 325698"/>
                  <a:gd name="connsiteX25" fmla="*/ 113340 w 221474"/>
                  <a:gd name="connsiteY25" fmla="*/ 21232 h 325698"/>
                  <a:gd name="connsiteX26" fmla="*/ 102657 w 221474"/>
                  <a:gd name="connsiteY26" fmla="*/ 5208 h 325698"/>
                  <a:gd name="connsiteX27" fmla="*/ 78295 w 221474"/>
                  <a:gd name="connsiteY27" fmla="*/ 257 h 325698"/>
                  <a:gd name="connsiteX28" fmla="*/ 62270 w 221474"/>
                  <a:gd name="connsiteY28" fmla="*/ 10940 h 325698"/>
                  <a:gd name="connsiteX29" fmla="*/ 59404 w 221474"/>
                  <a:gd name="connsiteY29" fmla="*/ 25401 h 325698"/>
                  <a:gd name="connsiteX30" fmla="*/ 50675 w 221474"/>
                  <a:gd name="connsiteY30" fmla="*/ 67872 h 325698"/>
                  <a:gd name="connsiteX31" fmla="*/ 76862 w 221474"/>
                  <a:gd name="connsiteY31" fmla="*/ 69696 h 325698"/>
                  <a:gd name="connsiteX32" fmla="*/ 156332 w 221474"/>
                  <a:gd name="connsiteY32" fmla="*/ 189553 h 325698"/>
                  <a:gd name="connsiteX33" fmla="*/ 36475 w 221474"/>
                  <a:gd name="connsiteY33" fmla="*/ 269154 h 325698"/>
                  <a:gd name="connsiteX34" fmla="*/ 11592 w 221474"/>
                  <a:gd name="connsiteY34" fmla="*/ 260686 h 325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21474" h="325698">
                    <a:moveTo>
                      <a:pt x="3123" y="303027"/>
                    </a:moveTo>
                    <a:lnTo>
                      <a:pt x="257" y="317488"/>
                    </a:lnTo>
                    <a:cubicBezTo>
                      <a:pt x="-1176" y="324783"/>
                      <a:pt x="3514" y="332079"/>
                      <a:pt x="10940" y="333512"/>
                    </a:cubicBezTo>
                    <a:lnTo>
                      <a:pt x="35302" y="338463"/>
                    </a:lnTo>
                    <a:cubicBezTo>
                      <a:pt x="42598" y="339896"/>
                      <a:pt x="49763" y="335206"/>
                      <a:pt x="51327" y="327780"/>
                    </a:cubicBezTo>
                    <a:lnTo>
                      <a:pt x="54193" y="313319"/>
                    </a:lnTo>
                    <a:cubicBezTo>
                      <a:pt x="75298" y="313709"/>
                      <a:pt x="95622" y="309541"/>
                      <a:pt x="114121" y="301333"/>
                    </a:cubicBezTo>
                    <a:lnTo>
                      <a:pt x="121678" y="312797"/>
                    </a:lnTo>
                    <a:cubicBezTo>
                      <a:pt x="125847" y="319051"/>
                      <a:pt x="134315" y="320745"/>
                      <a:pt x="140438" y="316576"/>
                    </a:cubicBezTo>
                    <a:lnTo>
                      <a:pt x="161283" y="302766"/>
                    </a:lnTo>
                    <a:cubicBezTo>
                      <a:pt x="167536" y="298597"/>
                      <a:pt x="169230" y="290259"/>
                      <a:pt x="165061" y="284006"/>
                    </a:cubicBezTo>
                    <a:lnTo>
                      <a:pt x="157244" y="272150"/>
                    </a:lnTo>
                    <a:cubicBezTo>
                      <a:pt x="171314" y="258471"/>
                      <a:pt x="182648" y="241795"/>
                      <a:pt x="190205" y="222774"/>
                    </a:cubicBezTo>
                    <a:lnTo>
                      <a:pt x="204796" y="225771"/>
                    </a:lnTo>
                    <a:cubicBezTo>
                      <a:pt x="212092" y="227204"/>
                      <a:pt x="219257" y="222514"/>
                      <a:pt x="220690" y="215218"/>
                    </a:cubicBezTo>
                    <a:lnTo>
                      <a:pt x="225641" y="190726"/>
                    </a:lnTo>
                    <a:cubicBezTo>
                      <a:pt x="227074" y="183430"/>
                      <a:pt x="222384" y="176265"/>
                      <a:pt x="215088" y="174832"/>
                    </a:cubicBezTo>
                    <a:lnTo>
                      <a:pt x="200497" y="171835"/>
                    </a:lnTo>
                    <a:cubicBezTo>
                      <a:pt x="201018" y="148776"/>
                      <a:pt x="195807" y="126368"/>
                      <a:pt x="186036" y="106305"/>
                    </a:cubicBezTo>
                    <a:lnTo>
                      <a:pt x="198282" y="98227"/>
                    </a:lnTo>
                    <a:cubicBezTo>
                      <a:pt x="204535" y="94058"/>
                      <a:pt x="206229" y="85721"/>
                      <a:pt x="202060" y="79467"/>
                    </a:cubicBezTo>
                    <a:lnTo>
                      <a:pt x="188381" y="58622"/>
                    </a:lnTo>
                    <a:cubicBezTo>
                      <a:pt x="184212" y="52369"/>
                      <a:pt x="175874" y="50675"/>
                      <a:pt x="169620" y="54844"/>
                    </a:cubicBezTo>
                    <a:lnTo>
                      <a:pt x="155420" y="64355"/>
                    </a:lnTo>
                    <a:cubicBezTo>
                      <a:pt x="142653" y="52369"/>
                      <a:pt x="127410" y="42468"/>
                      <a:pt x="110474" y="35693"/>
                    </a:cubicBezTo>
                    <a:lnTo>
                      <a:pt x="113340" y="21232"/>
                    </a:lnTo>
                    <a:cubicBezTo>
                      <a:pt x="114773" y="13937"/>
                      <a:pt x="110083" y="6771"/>
                      <a:pt x="102657" y="5208"/>
                    </a:cubicBezTo>
                    <a:lnTo>
                      <a:pt x="78295" y="257"/>
                    </a:lnTo>
                    <a:cubicBezTo>
                      <a:pt x="70999" y="-1176"/>
                      <a:pt x="63703" y="3514"/>
                      <a:pt x="62270" y="10940"/>
                    </a:cubicBezTo>
                    <a:lnTo>
                      <a:pt x="59404" y="25401"/>
                    </a:lnTo>
                    <a:moveTo>
                      <a:pt x="50675" y="67872"/>
                    </a:moveTo>
                    <a:cubicBezTo>
                      <a:pt x="59274" y="67351"/>
                      <a:pt x="68003" y="68003"/>
                      <a:pt x="76862" y="69696"/>
                    </a:cubicBezTo>
                    <a:cubicBezTo>
                      <a:pt x="131839" y="80770"/>
                      <a:pt x="167536" y="134575"/>
                      <a:pt x="156332" y="189553"/>
                    </a:cubicBezTo>
                    <a:cubicBezTo>
                      <a:pt x="145258" y="244531"/>
                      <a:pt x="91583" y="280228"/>
                      <a:pt x="36475" y="269154"/>
                    </a:cubicBezTo>
                    <a:cubicBezTo>
                      <a:pt x="27616" y="267330"/>
                      <a:pt x="19278" y="264464"/>
                      <a:pt x="11592" y="260686"/>
                    </a:cubicBezTo>
                  </a:path>
                </a:pathLst>
              </a:custGeom>
              <a:noFill/>
              <a:ln w="12700" cap="rnd">
                <a:solidFill>
                  <a:schemeClr val="bg1"/>
                </a:solidFill>
                <a:prstDash val="solid"/>
                <a:miter/>
              </a:ln>
            </p:spPr>
            <p:txBody>
              <a:bodyPr rtlCol="0" anchor="ctr"/>
              <a:lstStyle/>
              <a:p>
                <a:endParaRPr lang="en-GB" sz="1600" dirty="0"/>
              </a:p>
            </p:txBody>
          </p:sp>
        </p:grpSp>
      </p:grpSp>
      <p:grpSp>
        <p:nvGrpSpPr>
          <p:cNvPr id="214" name="Group 213">
            <a:extLst>
              <a:ext uri="{FF2B5EF4-FFF2-40B4-BE49-F238E27FC236}">
                <a16:creationId xmlns:a16="http://schemas.microsoft.com/office/drawing/2014/main" id="{1D0E7B0F-AF0C-8BC9-143F-033AB76D9167}"/>
              </a:ext>
              <a:ext uri="{C183D7F6-B498-43B3-948B-1728B52AA6E4}">
                <adec:decorative xmlns:adec="http://schemas.microsoft.com/office/drawing/2017/decorative" val="1"/>
              </a:ext>
            </a:extLst>
          </p:cNvPr>
          <p:cNvGrpSpPr/>
          <p:nvPr userDrawn="1"/>
        </p:nvGrpSpPr>
        <p:grpSpPr>
          <a:xfrm>
            <a:off x="670282" y="3265284"/>
            <a:ext cx="792000" cy="792000"/>
            <a:chOff x="616942" y="2848838"/>
            <a:chExt cx="792000" cy="792000"/>
          </a:xfrm>
        </p:grpSpPr>
        <p:sp>
          <p:nvSpPr>
            <p:cNvPr id="215" name="Oval 214">
              <a:extLst>
                <a:ext uri="{FF2B5EF4-FFF2-40B4-BE49-F238E27FC236}">
                  <a16:creationId xmlns:a16="http://schemas.microsoft.com/office/drawing/2014/main" id="{3D4884F7-261F-5BD8-A67A-60CD9EF4C32D}"/>
                </a:ext>
              </a:extLst>
            </p:cNvPr>
            <p:cNvSpPr/>
            <p:nvPr userDrawn="1"/>
          </p:nvSpPr>
          <p:spPr>
            <a:xfrm>
              <a:off x="616942" y="2848838"/>
              <a:ext cx="792000" cy="792000"/>
            </a:xfrm>
            <a:prstGeom prst="ellipse">
              <a:avLst/>
            </a:prstGeom>
            <a:solidFill>
              <a:srgbClr val="8C16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216" name="Group 215">
              <a:extLst>
                <a:ext uri="{FF2B5EF4-FFF2-40B4-BE49-F238E27FC236}">
                  <a16:creationId xmlns:a16="http://schemas.microsoft.com/office/drawing/2014/main" id="{E4836CDD-2918-55C8-8A51-7BADB3294DE2}"/>
                </a:ext>
              </a:extLst>
            </p:cNvPr>
            <p:cNvGrpSpPr>
              <a:grpSpLocks noChangeAspect="1"/>
            </p:cNvGrpSpPr>
            <p:nvPr userDrawn="1"/>
          </p:nvGrpSpPr>
          <p:grpSpPr>
            <a:xfrm>
              <a:off x="861436" y="2993589"/>
              <a:ext cx="303012" cy="502498"/>
              <a:chOff x="7330925" y="1169779"/>
              <a:chExt cx="343825" cy="570179"/>
            </a:xfrm>
          </p:grpSpPr>
          <p:sp>
            <p:nvSpPr>
              <p:cNvPr id="217" name="Freeform: Shape 182">
                <a:extLst>
                  <a:ext uri="{FF2B5EF4-FFF2-40B4-BE49-F238E27FC236}">
                    <a16:creationId xmlns:a16="http://schemas.microsoft.com/office/drawing/2014/main" id="{8221EB50-05D6-C0E3-030A-C9BF7F5D0BEB}"/>
                  </a:ext>
                </a:extLst>
              </p:cNvPr>
              <p:cNvSpPr/>
              <p:nvPr/>
            </p:nvSpPr>
            <p:spPr>
              <a:xfrm>
                <a:off x="7361324" y="1169779"/>
                <a:ext cx="313426" cy="261189"/>
              </a:xfrm>
              <a:custGeom>
                <a:avLst/>
                <a:gdLst>
                  <a:gd name="connsiteX0" fmla="*/ 198428 w 228600"/>
                  <a:gd name="connsiteY0" fmla="*/ 198409 h 190500"/>
                  <a:gd name="connsiteX1" fmla="*/ 232432 w 228600"/>
                  <a:gd name="connsiteY1" fmla="*/ 116209 h 190500"/>
                  <a:gd name="connsiteX2" fmla="*/ 198428 w 228600"/>
                  <a:gd name="connsiteY2" fmla="*/ 34008 h 190500"/>
                  <a:gd name="connsiteX3" fmla="*/ 188045 w 228600"/>
                  <a:gd name="connsiteY3" fmla="*/ 24769 h 190500"/>
                  <a:gd name="connsiteX4" fmla="*/ 64506 w 228600"/>
                  <a:gd name="connsiteY4" fmla="*/ 12100 h 190500"/>
                  <a:gd name="connsiteX5" fmla="*/ 61554 w 228600"/>
                  <a:gd name="connsiteY5" fmla="*/ 13624 h 190500"/>
                  <a:gd name="connsiteX6" fmla="*/ 34026 w 228600"/>
                  <a:gd name="connsiteY6" fmla="*/ 34008 h 190500"/>
                  <a:gd name="connsiteX7" fmla="*/ 593 w 228600"/>
                  <a:gd name="connsiteY7" fmla="*/ 104493 h 190500"/>
                  <a:gd name="connsiteX8" fmla="*/ 18501 w 228600"/>
                  <a:gd name="connsiteY8" fmla="*/ 179169 h 190500"/>
                  <a:gd name="connsiteX9" fmla="*/ 34026 w 228600"/>
                  <a:gd name="connsiteY9" fmla="*/ 198409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8600" h="190500">
                    <a:moveTo>
                      <a:pt x="198428" y="198409"/>
                    </a:moveTo>
                    <a:cubicBezTo>
                      <a:pt x="220335" y="176407"/>
                      <a:pt x="232432" y="147260"/>
                      <a:pt x="232432" y="116209"/>
                    </a:cubicBezTo>
                    <a:cubicBezTo>
                      <a:pt x="232432" y="85157"/>
                      <a:pt x="220335" y="56011"/>
                      <a:pt x="198428" y="34008"/>
                    </a:cubicBezTo>
                    <a:cubicBezTo>
                      <a:pt x="195189" y="30769"/>
                      <a:pt x="191665" y="27626"/>
                      <a:pt x="188045" y="24769"/>
                    </a:cubicBezTo>
                    <a:cubicBezTo>
                      <a:pt x="152993" y="-2854"/>
                      <a:pt x="104511" y="-7807"/>
                      <a:pt x="64506" y="12100"/>
                    </a:cubicBezTo>
                    <a:cubicBezTo>
                      <a:pt x="64030" y="12386"/>
                      <a:pt x="62125" y="13339"/>
                      <a:pt x="61554" y="13624"/>
                    </a:cubicBezTo>
                    <a:cubicBezTo>
                      <a:pt x="51457" y="19054"/>
                      <a:pt x="42218" y="25912"/>
                      <a:pt x="34026" y="34008"/>
                    </a:cubicBezTo>
                    <a:cubicBezTo>
                      <a:pt x="15167" y="52867"/>
                      <a:pt x="3261" y="77918"/>
                      <a:pt x="593" y="104493"/>
                    </a:cubicBezTo>
                    <a:cubicBezTo>
                      <a:pt x="-2073" y="130687"/>
                      <a:pt x="4308" y="157166"/>
                      <a:pt x="18501" y="179169"/>
                    </a:cubicBezTo>
                    <a:cubicBezTo>
                      <a:pt x="22977" y="186122"/>
                      <a:pt x="28216" y="192599"/>
                      <a:pt x="34026" y="198409"/>
                    </a:cubicBezTo>
                  </a:path>
                </a:pathLst>
              </a:custGeom>
              <a:noFill/>
              <a:ln w="12700" cap="rnd">
                <a:solidFill>
                  <a:schemeClr val="bg1"/>
                </a:solidFill>
                <a:prstDash val="solid"/>
                <a:miter/>
              </a:ln>
            </p:spPr>
            <p:txBody>
              <a:bodyPr rtlCol="0" anchor="ctr"/>
              <a:lstStyle/>
              <a:p>
                <a:endParaRPr lang="en-GB" sz="1600" dirty="0"/>
              </a:p>
            </p:txBody>
          </p:sp>
          <p:sp>
            <p:nvSpPr>
              <p:cNvPr id="218" name="Freeform: Shape 183">
                <a:extLst>
                  <a:ext uri="{FF2B5EF4-FFF2-40B4-BE49-F238E27FC236}">
                    <a16:creationId xmlns:a16="http://schemas.microsoft.com/office/drawing/2014/main" id="{24B0BB4C-6F65-D47F-CDCD-8B12A63F20B1}"/>
                  </a:ext>
                </a:extLst>
              </p:cNvPr>
              <p:cNvSpPr/>
              <p:nvPr/>
            </p:nvSpPr>
            <p:spPr>
              <a:xfrm>
                <a:off x="7420031" y="1228656"/>
                <a:ext cx="195891" cy="169773"/>
              </a:xfrm>
              <a:custGeom>
                <a:avLst/>
                <a:gdLst>
                  <a:gd name="connsiteX0" fmla="*/ 125320 w 142875"/>
                  <a:gd name="connsiteY0" fmla="*/ 125272 h 123825"/>
                  <a:gd name="connsiteX1" fmla="*/ 125320 w 142875"/>
                  <a:gd name="connsiteY1" fmla="*/ 21449 h 123825"/>
                  <a:gd name="connsiteX2" fmla="*/ 118748 w 142875"/>
                  <a:gd name="connsiteY2" fmla="*/ 15639 h 123825"/>
                  <a:gd name="connsiteX3" fmla="*/ 40643 w 142875"/>
                  <a:gd name="connsiteY3" fmla="*/ 7638 h 123825"/>
                  <a:gd name="connsiteX4" fmla="*/ 38833 w 142875"/>
                  <a:gd name="connsiteY4" fmla="*/ 8590 h 123825"/>
                  <a:gd name="connsiteX5" fmla="*/ 21497 w 142875"/>
                  <a:gd name="connsiteY5" fmla="*/ 21449 h 123825"/>
                  <a:gd name="connsiteX6" fmla="*/ 352 w 142875"/>
                  <a:gd name="connsiteY6" fmla="*/ 66026 h 123825"/>
                  <a:gd name="connsiteX7" fmla="*/ 11686 w 142875"/>
                  <a:gd name="connsiteY7" fmla="*/ 113175 h 123825"/>
                  <a:gd name="connsiteX8" fmla="*/ 21497 w 142875"/>
                  <a:gd name="connsiteY8" fmla="*/ 125367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875" h="123825">
                    <a:moveTo>
                      <a:pt x="125320" y="125272"/>
                    </a:moveTo>
                    <a:cubicBezTo>
                      <a:pt x="153990" y="96601"/>
                      <a:pt x="153990" y="50024"/>
                      <a:pt x="125320" y="21449"/>
                    </a:cubicBezTo>
                    <a:cubicBezTo>
                      <a:pt x="123224" y="19354"/>
                      <a:pt x="121034" y="17449"/>
                      <a:pt x="118748" y="15639"/>
                    </a:cubicBezTo>
                    <a:cubicBezTo>
                      <a:pt x="96554" y="-1792"/>
                      <a:pt x="65979" y="-4935"/>
                      <a:pt x="40643" y="7638"/>
                    </a:cubicBezTo>
                    <a:lnTo>
                      <a:pt x="38833" y="8590"/>
                    </a:lnTo>
                    <a:cubicBezTo>
                      <a:pt x="32451" y="12019"/>
                      <a:pt x="26641" y="16306"/>
                      <a:pt x="21497" y="21449"/>
                    </a:cubicBezTo>
                    <a:cubicBezTo>
                      <a:pt x="9591" y="33355"/>
                      <a:pt x="2067" y="49167"/>
                      <a:pt x="352" y="66026"/>
                    </a:cubicBezTo>
                    <a:cubicBezTo>
                      <a:pt x="-1268" y="82600"/>
                      <a:pt x="2733" y="99364"/>
                      <a:pt x="11686" y="113175"/>
                    </a:cubicBezTo>
                    <a:cubicBezTo>
                      <a:pt x="14544" y="117556"/>
                      <a:pt x="17782" y="121652"/>
                      <a:pt x="21497" y="125367"/>
                    </a:cubicBezTo>
                  </a:path>
                </a:pathLst>
              </a:custGeom>
              <a:noFill/>
              <a:ln w="12700" cap="rnd">
                <a:solidFill>
                  <a:schemeClr val="bg1"/>
                </a:solidFill>
                <a:prstDash val="solid"/>
                <a:miter/>
              </a:ln>
            </p:spPr>
            <p:txBody>
              <a:bodyPr rtlCol="0" anchor="ctr"/>
              <a:lstStyle/>
              <a:p>
                <a:endParaRPr lang="en-GB" sz="1600" dirty="0"/>
              </a:p>
            </p:txBody>
          </p:sp>
          <p:sp>
            <p:nvSpPr>
              <p:cNvPr id="219" name="Freeform: Shape 184">
                <a:extLst>
                  <a:ext uri="{FF2B5EF4-FFF2-40B4-BE49-F238E27FC236}">
                    <a16:creationId xmlns:a16="http://schemas.microsoft.com/office/drawing/2014/main" id="{FEB05D38-2E1E-1DF8-C690-4EE682F978CE}"/>
                  </a:ext>
                </a:extLst>
              </p:cNvPr>
              <p:cNvSpPr/>
              <p:nvPr/>
            </p:nvSpPr>
            <p:spPr>
              <a:xfrm>
                <a:off x="7330925" y="1335116"/>
                <a:ext cx="274248" cy="404842"/>
              </a:xfrm>
              <a:custGeom>
                <a:avLst/>
                <a:gdLst>
                  <a:gd name="connsiteX0" fmla="*/ 133445 w 200025"/>
                  <a:gd name="connsiteY0" fmla="*/ 297371 h 295275"/>
                  <a:gd name="connsiteX1" fmla="*/ 44863 w 200025"/>
                  <a:gd name="connsiteY1" fmla="*/ 297371 h 295275"/>
                  <a:gd name="connsiteX2" fmla="*/ 286 w 200025"/>
                  <a:gd name="connsiteY2" fmla="*/ 252889 h 295275"/>
                  <a:gd name="connsiteX3" fmla="*/ 0 w 200025"/>
                  <a:gd name="connsiteY3" fmla="*/ 125540 h 295275"/>
                  <a:gd name="connsiteX4" fmla="*/ 23908 w 200025"/>
                  <a:gd name="connsiteY4" fmla="*/ 98870 h 295275"/>
                  <a:gd name="connsiteX5" fmla="*/ 24289 w 200025"/>
                  <a:gd name="connsiteY5" fmla="*/ 98870 h 295275"/>
                  <a:gd name="connsiteX6" fmla="*/ 42672 w 200025"/>
                  <a:gd name="connsiteY6" fmla="*/ 105346 h 295275"/>
                  <a:gd name="connsiteX7" fmla="*/ 61817 w 200025"/>
                  <a:gd name="connsiteY7" fmla="*/ 97917 h 295275"/>
                  <a:gd name="connsiteX8" fmla="*/ 81439 w 200025"/>
                  <a:gd name="connsiteY8" fmla="*/ 105537 h 295275"/>
                  <a:gd name="connsiteX9" fmla="*/ 100394 w 200025"/>
                  <a:gd name="connsiteY9" fmla="*/ 97917 h 295275"/>
                  <a:gd name="connsiteX10" fmla="*/ 113538 w 200025"/>
                  <a:gd name="connsiteY10" fmla="*/ 100870 h 295275"/>
                  <a:gd name="connsiteX11" fmla="*/ 113538 w 200025"/>
                  <a:gd name="connsiteY11" fmla="*/ 27718 h 295275"/>
                  <a:gd name="connsiteX12" fmla="*/ 138208 w 200025"/>
                  <a:gd name="connsiteY12" fmla="*/ 0 h 295275"/>
                  <a:gd name="connsiteX13" fmla="*/ 155448 w 200025"/>
                  <a:gd name="connsiteY13" fmla="*/ 6382 h 295275"/>
                  <a:gd name="connsiteX14" fmla="*/ 162496 w 200025"/>
                  <a:gd name="connsiteY14" fmla="*/ 27527 h 295275"/>
                  <a:gd name="connsiteX15" fmla="*/ 162496 w 200025"/>
                  <a:gd name="connsiteY15" fmla="*/ 27813 h 295275"/>
                  <a:gd name="connsiteX16" fmla="*/ 162496 w 200025"/>
                  <a:gd name="connsiteY16" fmla="*/ 132683 h 295275"/>
                  <a:gd name="connsiteX17" fmla="*/ 175832 w 200025"/>
                  <a:gd name="connsiteY17" fmla="*/ 129159 h 295275"/>
                  <a:gd name="connsiteX18" fmla="*/ 193263 w 200025"/>
                  <a:gd name="connsiteY18" fmla="*/ 135731 h 295275"/>
                  <a:gd name="connsiteX19" fmla="*/ 200311 w 200025"/>
                  <a:gd name="connsiteY19" fmla="*/ 156591 h 295275"/>
                  <a:gd name="connsiteX20" fmla="*/ 200311 w 200025"/>
                  <a:gd name="connsiteY20" fmla="*/ 156782 h 295275"/>
                  <a:gd name="connsiteX21" fmla="*/ 200120 w 200025"/>
                  <a:gd name="connsiteY21" fmla="*/ 158210 h 295275"/>
                  <a:gd name="connsiteX22" fmla="*/ 170022 w 200025"/>
                  <a:gd name="connsiteY22" fmla="*/ 269462 h 295275"/>
                  <a:gd name="connsiteX23" fmla="*/ 133445 w 200025"/>
                  <a:gd name="connsiteY23" fmla="*/ 297371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0025" h="295275">
                    <a:moveTo>
                      <a:pt x="133445" y="297371"/>
                    </a:moveTo>
                    <a:lnTo>
                      <a:pt x="44863" y="297371"/>
                    </a:lnTo>
                    <a:cubicBezTo>
                      <a:pt x="20384" y="297371"/>
                      <a:pt x="381" y="277463"/>
                      <a:pt x="286" y="252889"/>
                    </a:cubicBezTo>
                    <a:lnTo>
                      <a:pt x="0" y="125540"/>
                    </a:lnTo>
                    <a:cubicBezTo>
                      <a:pt x="0" y="108966"/>
                      <a:pt x="8858" y="98965"/>
                      <a:pt x="23908" y="98870"/>
                    </a:cubicBezTo>
                    <a:lnTo>
                      <a:pt x="24289" y="98870"/>
                    </a:lnTo>
                    <a:cubicBezTo>
                      <a:pt x="33242" y="98870"/>
                      <a:pt x="38958" y="101727"/>
                      <a:pt x="42672" y="105346"/>
                    </a:cubicBezTo>
                    <a:cubicBezTo>
                      <a:pt x="46863" y="100584"/>
                      <a:pt x="53436" y="97917"/>
                      <a:pt x="61817" y="97917"/>
                    </a:cubicBezTo>
                    <a:cubicBezTo>
                      <a:pt x="70390" y="97917"/>
                      <a:pt x="77058" y="100584"/>
                      <a:pt x="81439" y="105537"/>
                    </a:cubicBezTo>
                    <a:cubicBezTo>
                      <a:pt x="85725" y="100584"/>
                      <a:pt x="92202" y="97917"/>
                      <a:pt x="100394" y="97917"/>
                    </a:cubicBezTo>
                    <a:cubicBezTo>
                      <a:pt x="105442" y="97917"/>
                      <a:pt x="109919" y="98965"/>
                      <a:pt x="113538" y="100870"/>
                    </a:cubicBezTo>
                    <a:lnTo>
                      <a:pt x="113538" y="27718"/>
                    </a:lnTo>
                    <a:cubicBezTo>
                      <a:pt x="113538" y="2667"/>
                      <a:pt x="130779" y="0"/>
                      <a:pt x="138208" y="0"/>
                    </a:cubicBezTo>
                    <a:cubicBezTo>
                      <a:pt x="145447" y="0"/>
                      <a:pt x="151257" y="2096"/>
                      <a:pt x="155448" y="6382"/>
                    </a:cubicBezTo>
                    <a:cubicBezTo>
                      <a:pt x="162496" y="13430"/>
                      <a:pt x="162496" y="24003"/>
                      <a:pt x="162496" y="27527"/>
                    </a:cubicBezTo>
                    <a:lnTo>
                      <a:pt x="162496" y="27813"/>
                    </a:lnTo>
                    <a:lnTo>
                      <a:pt x="162496" y="132683"/>
                    </a:lnTo>
                    <a:cubicBezTo>
                      <a:pt x="165831" y="130493"/>
                      <a:pt x="170212" y="129159"/>
                      <a:pt x="175832" y="129159"/>
                    </a:cubicBezTo>
                    <a:cubicBezTo>
                      <a:pt x="183071" y="129159"/>
                      <a:pt x="188976" y="131350"/>
                      <a:pt x="193263" y="135731"/>
                    </a:cubicBezTo>
                    <a:cubicBezTo>
                      <a:pt x="196596" y="139065"/>
                      <a:pt x="200501" y="145447"/>
                      <a:pt x="200311" y="156591"/>
                    </a:cubicBezTo>
                    <a:lnTo>
                      <a:pt x="200311" y="156782"/>
                    </a:lnTo>
                    <a:cubicBezTo>
                      <a:pt x="200311" y="157258"/>
                      <a:pt x="200216" y="157734"/>
                      <a:pt x="200120" y="158210"/>
                    </a:cubicBezTo>
                    <a:lnTo>
                      <a:pt x="170022" y="269462"/>
                    </a:lnTo>
                    <a:cubicBezTo>
                      <a:pt x="165545" y="285845"/>
                      <a:pt x="150495" y="297371"/>
                      <a:pt x="133445" y="297371"/>
                    </a:cubicBezTo>
                    <a:close/>
                  </a:path>
                </a:pathLst>
              </a:custGeom>
              <a:noFill/>
              <a:ln w="12700" cap="rnd">
                <a:solidFill>
                  <a:schemeClr val="bg1"/>
                </a:solidFill>
                <a:prstDash val="solid"/>
                <a:round/>
              </a:ln>
            </p:spPr>
            <p:txBody>
              <a:bodyPr rtlCol="0" anchor="ctr"/>
              <a:lstStyle/>
              <a:p>
                <a:endParaRPr lang="en-GB" sz="1600" dirty="0"/>
              </a:p>
            </p:txBody>
          </p:sp>
          <p:sp>
            <p:nvSpPr>
              <p:cNvPr id="220" name="Freeform: Shape 185">
                <a:extLst>
                  <a:ext uri="{FF2B5EF4-FFF2-40B4-BE49-F238E27FC236}">
                    <a16:creationId xmlns:a16="http://schemas.microsoft.com/office/drawing/2014/main" id="{B5D04CC8-6A4D-C52C-5DF0-A0A1E351E235}"/>
                  </a:ext>
                </a:extLst>
              </p:cNvPr>
              <p:cNvSpPr/>
              <p:nvPr/>
            </p:nvSpPr>
            <p:spPr>
              <a:xfrm>
                <a:off x="7482208" y="1290305"/>
                <a:ext cx="65297" cy="52238"/>
              </a:xfrm>
              <a:custGeom>
                <a:avLst/>
                <a:gdLst>
                  <a:gd name="connsiteX0" fmla="*/ 5293 w 47625"/>
                  <a:gd name="connsiteY0" fmla="*/ 44874 h 38100"/>
                  <a:gd name="connsiteX1" fmla="*/ 7294 w 47625"/>
                  <a:gd name="connsiteY1" fmla="*/ 9346 h 38100"/>
                  <a:gd name="connsiteX2" fmla="*/ 13771 w 47625"/>
                  <a:gd name="connsiteY2" fmla="*/ 4012 h 38100"/>
                  <a:gd name="connsiteX3" fmla="*/ 14438 w 47625"/>
                  <a:gd name="connsiteY3" fmla="*/ 3631 h 38100"/>
                  <a:gd name="connsiteX4" fmla="*/ 44727 w 47625"/>
                  <a:gd name="connsiteY4" fmla="*/ 5155 h 38100"/>
                  <a:gd name="connsiteX5" fmla="*/ 47394 w 47625"/>
                  <a:gd name="connsiteY5" fmla="*/ 7251 h 38100"/>
                  <a:gd name="connsiteX6" fmla="*/ 51204 w 47625"/>
                  <a:gd name="connsiteY6" fmla="*/ 45065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625" h="38100">
                    <a:moveTo>
                      <a:pt x="5293" y="44874"/>
                    </a:moveTo>
                    <a:cubicBezTo>
                      <a:pt x="-2422" y="34111"/>
                      <a:pt x="-1660" y="19157"/>
                      <a:pt x="7294" y="9346"/>
                    </a:cubicBezTo>
                    <a:cubicBezTo>
                      <a:pt x="9198" y="7251"/>
                      <a:pt x="11390" y="5441"/>
                      <a:pt x="13771" y="4012"/>
                    </a:cubicBezTo>
                    <a:lnTo>
                      <a:pt x="14438" y="3631"/>
                    </a:lnTo>
                    <a:cubicBezTo>
                      <a:pt x="23963" y="-1703"/>
                      <a:pt x="35869" y="-1131"/>
                      <a:pt x="44727" y="5155"/>
                    </a:cubicBezTo>
                    <a:cubicBezTo>
                      <a:pt x="45679" y="5822"/>
                      <a:pt x="46537" y="6489"/>
                      <a:pt x="47394" y="7251"/>
                    </a:cubicBezTo>
                    <a:cubicBezTo>
                      <a:pt x="58252" y="17061"/>
                      <a:pt x="59872" y="33349"/>
                      <a:pt x="51204" y="45065"/>
                    </a:cubicBezTo>
                  </a:path>
                </a:pathLst>
              </a:custGeom>
              <a:noFill/>
              <a:ln w="12700" cap="rnd">
                <a:solidFill>
                  <a:schemeClr val="bg1"/>
                </a:solidFill>
                <a:prstDash val="solid"/>
                <a:miter/>
              </a:ln>
            </p:spPr>
            <p:txBody>
              <a:bodyPr rtlCol="0" anchor="ctr"/>
              <a:lstStyle/>
              <a:p>
                <a:endParaRPr lang="en-GB" sz="1600" dirty="0"/>
              </a:p>
            </p:txBody>
          </p:sp>
        </p:grpSp>
      </p:grpSp>
      <p:grpSp>
        <p:nvGrpSpPr>
          <p:cNvPr id="221" name="Group 220">
            <a:extLst>
              <a:ext uri="{FF2B5EF4-FFF2-40B4-BE49-F238E27FC236}">
                <a16:creationId xmlns:a16="http://schemas.microsoft.com/office/drawing/2014/main" id="{09CD7B70-45FD-4292-2180-090E64A10F74}"/>
              </a:ext>
              <a:ext uri="{C183D7F6-B498-43B3-948B-1728B52AA6E4}">
                <adec:decorative xmlns:adec="http://schemas.microsoft.com/office/drawing/2017/decorative" val="1"/>
              </a:ext>
            </a:extLst>
          </p:cNvPr>
          <p:cNvGrpSpPr/>
          <p:nvPr userDrawn="1"/>
        </p:nvGrpSpPr>
        <p:grpSpPr>
          <a:xfrm>
            <a:off x="6610110" y="3477486"/>
            <a:ext cx="367596" cy="367596"/>
            <a:chOff x="6151532" y="1261203"/>
            <a:chExt cx="481497" cy="481497"/>
          </a:xfrm>
        </p:grpSpPr>
        <p:sp>
          <p:nvSpPr>
            <p:cNvPr id="222" name="Freeform: Shape 156">
              <a:extLst>
                <a:ext uri="{FF2B5EF4-FFF2-40B4-BE49-F238E27FC236}">
                  <a16:creationId xmlns:a16="http://schemas.microsoft.com/office/drawing/2014/main" id="{A752C42D-CC4D-7AA3-93BB-724CD2F524E0}"/>
                </a:ext>
              </a:extLst>
            </p:cNvPr>
            <p:cNvSpPr/>
            <p:nvPr/>
          </p:nvSpPr>
          <p:spPr>
            <a:xfrm>
              <a:off x="6162237" y="1271778"/>
              <a:ext cx="457080" cy="457080"/>
            </a:xfrm>
            <a:custGeom>
              <a:avLst/>
              <a:gdLst>
                <a:gd name="connsiteX0" fmla="*/ 112871 w 333375"/>
                <a:gd name="connsiteY0" fmla="*/ 204883 h 333375"/>
                <a:gd name="connsiteX1" fmla="*/ 106871 w 333375"/>
                <a:gd name="connsiteY1" fmla="*/ 198882 h 333375"/>
                <a:gd name="connsiteX2" fmla="*/ 305753 w 333375"/>
                <a:gd name="connsiteY2" fmla="*/ 0 h 333375"/>
                <a:gd name="connsiteX3" fmla="*/ 341947 w 333375"/>
                <a:gd name="connsiteY3" fmla="*/ 36290 h 333375"/>
                <a:gd name="connsiteX4" fmla="*/ 143066 w 333375"/>
                <a:gd name="connsiteY4" fmla="*/ 235172 h 333375"/>
                <a:gd name="connsiteX5" fmla="*/ 137160 w 333375"/>
                <a:gd name="connsiteY5" fmla="*/ 229267 h 333375"/>
                <a:gd name="connsiteX6" fmla="*/ 92393 w 333375"/>
                <a:gd name="connsiteY6" fmla="*/ 274034 h 333375"/>
                <a:gd name="connsiteX7" fmla="*/ 74771 w 333375"/>
                <a:gd name="connsiteY7" fmla="*/ 307181 h 333375"/>
                <a:gd name="connsiteX8" fmla="*/ 24289 w 333375"/>
                <a:gd name="connsiteY8" fmla="*/ 342043 h 333375"/>
                <a:gd name="connsiteX9" fmla="*/ 0 w 333375"/>
                <a:gd name="connsiteY9" fmla="*/ 317754 h 333375"/>
                <a:gd name="connsiteX10" fmla="*/ 34862 w 333375"/>
                <a:gd name="connsiteY10" fmla="*/ 267272 h 333375"/>
                <a:gd name="connsiteX11" fmla="*/ 68009 w 333375"/>
                <a:gd name="connsiteY11" fmla="*/ 249746 h 33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3375" h="333375">
                  <a:moveTo>
                    <a:pt x="112871" y="204883"/>
                  </a:moveTo>
                  <a:lnTo>
                    <a:pt x="106871" y="198882"/>
                  </a:lnTo>
                  <a:lnTo>
                    <a:pt x="305753" y="0"/>
                  </a:lnTo>
                  <a:lnTo>
                    <a:pt x="341947" y="36290"/>
                  </a:lnTo>
                  <a:lnTo>
                    <a:pt x="143066" y="235172"/>
                  </a:lnTo>
                  <a:lnTo>
                    <a:pt x="137160" y="229267"/>
                  </a:lnTo>
                  <a:lnTo>
                    <a:pt x="92393" y="274034"/>
                  </a:lnTo>
                  <a:lnTo>
                    <a:pt x="74771" y="307181"/>
                  </a:lnTo>
                  <a:lnTo>
                    <a:pt x="24289" y="342043"/>
                  </a:lnTo>
                  <a:lnTo>
                    <a:pt x="0" y="317754"/>
                  </a:lnTo>
                  <a:lnTo>
                    <a:pt x="34862" y="267272"/>
                  </a:lnTo>
                  <a:lnTo>
                    <a:pt x="68009" y="249746"/>
                  </a:lnTo>
                  <a:close/>
                </a:path>
              </a:pathLst>
            </a:custGeom>
            <a:noFill/>
            <a:ln w="12700" cap="rnd">
              <a:solidFill>
                <a:schemeClr val="bg1"/>
              </a:solidFill>
              <a:prstDash val="solid"/>
              <a:round/>
            </a:ln>
          </p:spPr>
          <p:txBody>
            <a:bodyPr rtlCol="0" anchor="ctr"/>
            <a:lstStyle/>
            <a:p>
              <a:endParaRPr lang="en-GB" sz="1600" dirty="0"/>
            </a:p>
          </p:txBody>
        </p:sp>
        <p:sp>
          <p:nvSpPr>
            <p:cNvPr id="223" name="Freeform: Shape 158">
              <a:extLst>
                <a:ext uri="{FF2B5EF4-FFF2-40B4-BE49-F238E27FC236}">
                  <a16:creationId xmlns:a16="http://schemas.microsoft.com/office/drawing/2014/main" id="{52EE9CB2-D32F-8A03-3687-6D3AD5F7EDB4}"/>
                </a:ext>
              </a:extLst>
            </p:cNvPr>
            <p:cNvSpPr/>
            <p:nvPr/>
          </p:nvSpPr>
          <p:spPr>
            <a:xfrm>
              <a:off x="6397959" y="1507630"/>
              <a:ext cx="235070" cy="235070"/>
            </a:xfrm>
            <a:custGeom>
              <a:avLst/>
              <a:gdLst>
                <a:gd name="connsiteX0" fmla="*/ 36290 w 171450"/>
                <a:gd name="connsiteY0" fmla="*/ 0 h 171450"/>
                <a:gd name="connsiteX1" fmla="*/ 177832 w 171450"/>
                <a:gd name="connsiteY1" fmla="*/ 141542 h 171450"/>
                <a:gd name="connsiteX2" fmla="*/ 141541 w 171450"/>
                <a:gd name="connsiteY2" fmla="*/ 177832 h 171450"/>
                <a:gd name="connsiteX3" fmla="*/ 0 w 171450"/>
                <a:gd name="connsiteY3" fmla="*/ 36290 h 171450"/>
              </a:gdLst>
              <a:ahLst/>
              <a:cxnLst>
                <a:cxn ang="0">
                  <a:pos x="connsiteX0" y="connsiteY0"/>
                </a:cxn>
                <a:cxn ang="0">
                  <a:pos x="connsiteX1" y="connsiteY1"/>
                </a:cxn>
                <a:cxn ang="0">
                  <a:pos x="connsiteX2" y="connsiteY2"/>
                </a:cxn>
                <a:cxn ang="0">
                  <a:pos x="connsiteX3" y="connsiteY3"/>
                </a:cxn>
              </a:cxnLst>
              <a:rect l="l" t="t" r="r" b="b"/>
              <a:pathLst>
                <a:path w="171450" h="171450">
                  <a:moveTo>
                    <a:pt x="36290" y="0"/>
                  </a:moveTo>
                  <a:lnTo>
                    <a:pt x="177832" y="141542"/>
                  </a:lnTo>
                  <a:lnTo>
                    <a:pt x="141541" y="177832"/>
                  </a:lnTo>
                  <a:lnTo>
                    <a:pt x="0" y="36290"/>
                  </a:lnTo>
                </a:path>
              </a:pathLst>
            </a:custGeom>
            <a:noFill/>
            <a:ln w="12700" cap="rnd">
              <a:solidFill>
                <a:schemeClr val="bg1"/>
              </a:solidFill>
              <a:prstDash val="solid"/>
              <a:round/>
            </a:ln>
          </p:spPr>
          <p:txBody>
            <a:bodyPr rtlCol="0" anchor="ctr"/>
            <a:lstStyle/>
            <a:p>
              <a:endParaRPr lang="en-GB" sz="1600" dirty="0"/>
            </a:p>
          </p:txBody>
        </p:sp>
        <p:sp>
          <p:nvSpPr>
            <p:cNvPr id="224" name="Freeform: Shape 160">
              <a:extLst>
                <a:ext uri="{FF2B5EF4-FFF2-40B4-BE49-F238E27FC236}">
                  <a16:creationId xmlns:a16="http://schemas.microsoft.com/office/drawing/2014/main" id="{E082B66F-8186-841E-F483-E0C7DCB451A1}"/>
                </a:ext>
              </a:extLst>
            </p:cNvPr>
            <p:cNvSpPr/>
            <p:nvPr/>
          </p:nvSpPr>
          <p:spPr>
            <a:xfrm>
              <a:off x="6151532" y="1261203"/>
              <a:ext cx="235070" cy="235070"/>
            </a:xfrm>
            <a:custGeom>
              <a:avLst/>
              <a:gdLst>
                <a:gd name="connsiteX0" fmla="*/ 141634 w 171450"/>
                <a:gd name="connsiteY0" fmla="*/ 177924 h 171450"/>
                <a:gd name="connsiteX1" fmla="*/ 112297 w 171450"/>
                <a:gd name="connsiteY1" fmla="*/ 148587 h 171450"/>
                <a:gd name="connsiteX2" fmla="*/ 22857 w 171450"/>
                <a:gd name="connsiteY2" fmla="*/ 133538 h 171450"/>
                <a:gd name="connsiteX3" fmla="*/ 5236 w 171450"/>
                <a:gd name="connsiteY3" fmla="*/ 50099 h 171450"/>
                <a:gd name="connsiteX4" fmla="*/ 49908 w 171450"/>
                <a:gd name="connsiteY4" fmla="*/ 94771 h 171450"/>
                <a:gd name="connsiteX5" fmla="*/ 88484 w 171450"/>
                <a:gd name="connsiteY5" fmla="*/ 94676 h 171450"/>
                <a:gd name="connsiteX6" fmla="*/ 94676 w 171450"/>
                <a:gd name="connsiteY6" fmla="*/ 88484 h 171450"/>
                <a:gd name="connsiteX7" fmla="*/ 94771 w 171450"/>
                <a:gd name="connsiteY7" fmla="*/ 49908 h 171450"/>
                <a:gd name="connsiteX8" fmla="*/ 50099 w 171450"/>
                <a:gd name="connsiteY8" fmla="*/ 5236 h 171450"/>
                <a:gd name="connsiteX9" fmla="*/ 133538 w 171450"/>
                <a:gd name="connsiteY9" fmla="*/ 22857 h 171450"/>
                <a:gd name="connsiteX10" fmla="*/ 148587 w 171450"/>
                <a:gd name="connsiteY10" fmla="*/ 112297 h 171450"/>
                <a:gd name="connsiteX11" fmla="*/ 178686 w 171450"/>
                <a:gd name="connsiteY11" fmla="*/ 142396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1450" h="171450">
                  <a:moveTo>
                    <a:pt x="141634" y="177924"/>
                  </a:moveTo>
                  <a:lnTo>
                    <a:pt x="112297" y="148587"/>
                  </a:lnTo>
                  <a:cubicBezTo>
                    <a:pt x="83150" y="162779"/>
                    <a:pt x="47051" y="157636"/>
                    <a:pt x="22857" y="133538"/>
                  </a:cubicBezTo>
                  <a:cubicBezTo>
                    <a:pt x="283" y="110963"/>
                    <a:pt x="-5527" y="78007"/>
                    <a:pt x="5236" y="50099"/>
                  </a:cubicBezTo>
                  <a:lnTo>
                    <a:pt x="49908" y="94771"/>
                  </a:lnTo>
                  <a:cubicBezTo>
                    <a:pt x="60481" y="105344"/>
                    <a:pt x="77912" y="105248"/>
                    <a:pt x="88484" y="94676"/>
                  </a:cubicBezTo>
                  <a:lnTo>
                    <a:pt x="94676" y="88484"/>
                  </a:lnTo>
                  <a:cubicBezTo>
                    <a:pt x="105248" y="77912"/>
                    <a:pt x="105344" y="60481"/>
                    <a:pt x="94771" y="49908"/>
                  </a:cubicBezTo>
                  <a:lnTo>
                    <a:pt x="50099" y="5236"/>
                  </a:lnTo>
                  <a:cubicBezTo>
                    <a:pt x="78102" y="-5527"/>
                    <a:pt x="110963" y="283"/>
                    <a:pt x="133538" y="22857"/>
                  </a:cubicBezTo>
                  <a:cubicBezTo>
                    <a:pt x="157636" y="46955"/>
                    <a:pt x="162780" y="83150"/>
                    <a:pt x="148587" y="112297"/>
                  </a:cubicBezTo>
                  <a:lnTo>
                    <a:pt x="178686" y="142396"/>
                  </a:lnTo>
                </a:path>
              </a:pathLst>
            </a:custGeom>
            <a:noFill/>
            <a:ln w="12700" cap="rnd">
              <a:solidFill>
                <a:schemeClr val="bg1"/>
              </a:solidFill>
              <a:prstDash val="solid"/>
              <a:round/>
            </a:ln>
          </p:spPr>
          <p:txBody>
            <a:bodyPr rtlCol="0" anchor="ctr"/>
            <a:lstStyle/>
            <a:p>
              <a:endParaRPr lang="en-GB" sz="1600" dirty="0"/>
            </a:p>
          </p:txBody>
        </p:sp>
      </p:grpSp>
      <p:grpSp>
        <p:nvGrpSpPr>
          <p:cNvPr id="225" name="Group 224">
            <a:extLst>
              <a:ext uri="{FF2B5EF4-FFF2-40B4-BE49-F238E27FC236}">
                <a16:creationId xmlns:a16="http://schemas.microsoft.com/office/drawing/2014/main" id="{485B6DE6-67C2-9971-2D31-95C8D52FA003}"/>
              </a:ext>
              <a:ext uri="{C183D7F6-B498-43B3-948B-1728B52AA6E4}">
                <adec:decorative xmlns:adec="http://schemas.microsoft.com/office/drawing/2017/decorative" val="1"/>
              </a:ext>
            </a:extLst>
          </p:cNvPr>
          <p:cNvGrpSpPr/>
          <p:nvPr userDrawn="1"/>
        </p:nvGrpSpPr>
        <p:grpSpPr>
          <a:xfrm>
            <a:off x="4235165" y="3450598"/>
            <a:ext cx="432810" cy="421372"/>
            <a:chOff x="2827687" y="2375038"/>
            <a:chExt cx="496315" cy="483199"/>
          </a:xfrm>
        </p:grpSpPr>
        <p:sp>
          <p:nvSpPr>
            <p:cNvPr id="226" name="Freeform: Shape 139">
              <a:extLst>
                <a:ext uri="{FF2B5EF4-FFF2-40B4-BE49-F238E27FC236}">
                  <a16:creationId xmlns:a16="http://schemas.microsoft.com/office/drawing/2014/main" id="{7BFF8FEA-A81F-947D-1DEC-EEC29FE49FE6}"/>
                </a:ext>
              </a:extLst>
            </p:cNvPr>
            <p:cNvSpPr/>
            <p:nvPr/>
          </p:nvSpPr>
          <p:spPr>
            <a:xfrm>
              <a:off x="3008517" y="2375038"/>
              <a:ext cx="130594" cy="483199"/>
            </a:xfrm>
            <a:custGeom>
              <a:avLst/>
              <a:gdLst>
                <a:gd name="connsiteX0" fmla="*/ 102108 w 95250"/>
                <a:gd name="connsiteY0" fmla="*/ 177070 h 352425"/>
                <a:gd name="connsiteX1" fmla="*/ 51054 w 95250"/>
                <a:gd name="connsiteY1" fmla="*/ 354140 h 352425"/>
                <a:gd name="connsiteX2" fmla="*/ 0 w 95250"/>
                <a:gd name="connsiteY2" fmla="*/ 177070 h 352425"/>
                <a:gd name="connsiteX3" fmla="*/ 51054 w 95250"/>
                <a:gd name="connsiteY3" fmla="*/ 0 h 352425"/>
                <a:gd name="connsiteX4" fmla="*/ 102108 w 95250"/>
                <a:gd name="connsiteY4" fmla="*/ 177070 h 3524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352425">
                  <a:moveTo>
                    <a:pt x="102108" y="177070"/>
                  </a:moveTo>
                  <a:cubicBezTo>
                    <a:pt x="102108" y="274863"/>
                    <a:pt x="79250" y="354140"/>
                    <a:pt x="51054" y="354140"/>
                  </a:cubicBezTo>
                  <a:cubicBezTo>
                    <a:pt x="22858" y="354140"/>
                    <a:pt x="0" y="274863"/>
                    <a:pt x="0" y="177070"/>
                  </a:cubicBezTo>
                  <a:cubicBezTo>
                    <a:pt x="0" y="79277"/>
                    <a:pt x="22858" y="0"/>
                    <a:pt x="51054" y="0"/>
                  </a:cubicBezTo>
                  <a:cubicBezTo>
                    <a:pt x="79250" y="0"/>
                    <a:pt x="102108" y="79277"/>
                    <a:pt x="102108" y="177070"/>
                  </a:cubicBezTo>
                  <a:close/>
                </a:path>
              </a:pathLst>
            </a:custGeom>
            <a:noFill/>
            <a:ln w="12700" cap="flat">
              <a:solidFill>
                <a:schemeClr val="bg1"/>
              </a:solidFill>
              <a:prstDash val="solid"/>
              <a:miter/>
            </a:ln>
          </p:spPr>
          <p:txBody>
            <a:bodyPr rtlCol="0" anchor="ctr"/>
            <a:lstStyle/>
            <a:p>
              <a:endParaRPr lang="en-GB" sz="1600" dirty="0"/>
            </a:p>
          </p:txBody>
        </p:sp>
        <p:sp>
          <p:nvSpPr>
            <p:cNvPr id="227" name="Freeform: Shape 140">
              <a:extLst>
                <a:ext uri="{FF2B5EF4-FFF2-40B4-BE49-F238E27FC236}">
                  <a16:creationId xmlns:a16="http://schemas.microsoft.com/office/drawing/2014/main" id="{17020E61-DC83-9BEB-84B2-9154A01F88BD}"/>
                </a:ext>
              </a:extLst>
            </p:cNvPr>
            <p:cNvSpPr/>
            <p:nvPr/>
          </p:nvSpPr>
          <p:spPr>
            <a:xfrm>
              <a:off x="2827687" y="2458076"/>
              <a:ext cx="496258" cy="313426"/>
            </a:xfrm>
            <a:custGeom>
              <a:avLst/>
              <a:gdLst>
                <a:gd name="connsiteX0" fmla="*/ 202936 w 361950"/>
                <a:gd name="connsiteY0" fmla="*/ 69482 h 228600"/>
                <a:gd name="connsiteX1" fmla="*/ 345771 w 361950"/>
                <a:gd name="connsiteY1" fmla="*/ 185924 h 228600"/>
                <a:gd name="connsiteX2" fmla="*/ 162869 w 361950"/>
                <a:gd name="connsiteY2" fmla="*/ 163401 h 228600"/>
                <a:gd name="connsiteX3" fmla="*/ 20034 w 361950"/>
                <a:gd name="connsiteY3" fmla="*/ 46959 h 228600"/>
                <a:gd name="connsiteX4" fmla="*/ 202936 w 361950"/>
                <a:gd name="connsiteY4" fmla="*/ 69482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1950" h="228600">
                  <a:moveTo>
                    <a:pt x="202936" y="69482"/>
                  </a:moveTo>
                  <a:cubicBezTo>
                    <a:pt x="292886" y="107856"/>
                    <a:pt x="356835" y="159989"/>
                    <a:pt x="345771" y="185924"/>
                  </a:cubicBezTo>
                  <a:cubicBezTo>
                    <a:pt x="334707" y="211859"/>
                    <a:pt x="252819" y="201775"/>
                    <a:pt x="162869" y="163401"/>
                  </a:cubicBezTo>
                  <a:cubicBezTo>
                    <a:pt x="72919" y="125027"/>
                    <a:pt x="8969" y="72895"/>
                    <a:pt x="20034" y="46959"/>
                  </a:cubicBezTo>
                  <a:cubicBezTo>
                    <a:pt x="31098" y="21024"/>
                    <a:pt x="112986" y="31108"/>
                    <a:pt x="202936" y="69482"/>
                  </a:cubicBezTo>
                  <a:close/>
                </a:path>
              </a:pathLst>
            </a:custGeom>
            <a:noFill/>
            <a:ln w="12700" cap="flat">
              <a:solidFill>
                <a:schemeClr val="bg1"/>
              </a:solidFill>
              <a:prstDash val="solid"/>
              <a:miter/>
            </a:ln>
          </p:spPr>
          <p:txBody>
            <a:bodyPr rtlCol="0" anchor="ctr"/>
            <a:lstStyle/>
            <a:p>
              <a:endParaRPr lang="en-GB" sz="1600" dirty="0"/>
            </a:p>
          </p:txBody>
        </p:sp>
        <p:sp>
          <p:nvSpPr>
            <p:cNvPr id="228" name="Freeform: Shape 141">
              <a:extLst>
                <a:ext uri="{FF2B5EF4-FFF2-40B4-BE49-F238E27FC236}">
                  <a16:creationId xmlns:a16="http://schemas.microsoft.com/office/drawing/2014/main" id="{85893C0B-92AB-DAAA-27FA-E31B4BF6163A}"/>
                </a:ext>
              </a:extLst>
            </p:cNvPr>
            <p:cNvSpPr/>
            <p:nvPr/>
          </p:nvSpPr>
          <p:spPr>
            <a:xfrm>
              <a:off x="2827744" y="2458188"/>
              <a:ext cx="496258" cy="313426"/>
            </a:xfrm>
            <a:custGeom>
              <a:avLst/>
              <a:gdLst>
                <a:gd name="connsiteX0" fmla="*/ 345771 w 361950"/>
                <a:gd name="connsiteY0" fmla="*/ 46959 h 228600"/>
                <a:gd name="connsiteX1" fmla="*/ 202936 w 361950"/>
                <a:gd name="connsiteY1" fmla="*/ 163401 h 228600"/>
                <a:gd name="connsiteX2" fmla="*/ 20034 w 361950"/>
                <a:gd name="connsiteY2" fmla="*/ 185924 h 228600"/>
                <a:gd name="connsiteX3" fmla="*/ 162869 w 361950"/>
                <a:gd name="connsiteY3" fmla="*/ 69482 h 228600"/>
                <a:gd name="connsiteX4" fmla="*/ 345771 w 361950"/>
                <a:gd name="connsiteY4" fmla="*/ 46959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1950" h="228600">
                  <a:moveTo>
                    <a:pt x="345771" y="46959"/>
                  </a:moveTo>
                  <a:cubicBezTo>
                    <a:pt x="356835" y="72894"/>
                    <a:pt x="292886" y="125027"/>
                    <a:pt x="202936" y="163401"/>
                  </a:cubicBezTo>
                  <a:cubicBezTo>
                    <a:pt x="112986" y="201775"/>
                    <a:pt x="31098" y="211859"/>
                    <a:pt x="20034" y="185924"/>
                  </a:cubicBezTo>
                  <a:cubicBezTo>
                    <a:pt x="8969" y="159989"/>
                    <a:pt x="72919" y="107856"/>
                    <a:pt x="162869" y="69482"/>
                  </a:cubicBezTo>
                  <a:cubicBezTo>
                    <a:pt x="252819" y="31108"/>
                    <a:pt x="334707" y="21025"/>
                    <a:pt x="345771" y="46959"/>
                  </a:cubicBezTo>
                  <a:close/>
                </a:path>
              </a:pathLst>
            </a:custGeom>
            <a:noFill/>
            <a:ln w="12700" cap="flat">
              <a:solidFill>
                <a:schemeClr val="bg1"/>
              </a:solidFill>
              <a:prstDash val="solid"/>
              <a:miter/>
            </a:ln>
          </p:spPr>
          <p:txBody>
            <a:bodyPr rtlCol="0" anchor="ctr"/>
            <a:lstStyle/>
            <a:p>
              <a:endParaRPr lang="en-GB" sz="1600" dirty="0"/>
            </a:p>
          </p:txBody>
        </p:sp>
        <p:sp>
          <p:nvSpPr>
            <p:cNvPr id="229" name="Freeform: Shape 142">
              <a:extLst>
                <a:ext uri="{FF2B5EF4-FFF2-40B4-BE49-F238E27FC236}">
                  <a16:creationId xmlns:a16="http://schemas.microsoft.com/office/drawing/2014/main" id="{0606ED6A-9CCF-052B-7968-CC76B30EBE9F}"/>
                </a:ext>
              </a:extLst>
            </p:cNvPr>
            <p:cNvSpPr/>
            <p:nvPr/>
          </p:nvSpPr>
          <p:spPr>
            <a:xfrm>
              <a:off x="3047173" y="2586469"/>
              <a:ext cx="52238" cy="52238"/>
            </a:xfrm>
            <a:custGeom>
              <a:avLst/>
              <a:gdLst>
                <a:gd name="connsiteX0" fmla="*/ 45720 w 38100"/>
                <a:gd name="connsiteY0" fmla="*/ 22860 h 38100"/>
                <a:gd name="connsiteX1" fmla="*/ 22860 w 38100"/>
                <a:gd name="connsiteY1" fmla="*/ 45720 h 38100"/>
                <a:gd name="connsiteX2" fmla="*/ 0 w 38100"/>
                <a:gd name="connsiteY2" fmla="*/ 22860 h 38100"/>
                <a:gd name="connsiteX3" fmla="*/ 22860 w 38100"/>
                <a:gd name="connsiteY3" fmla="*/ 0 h 38100"/>
                <a:gd name="connsiteX4" fmla="*/ 45720 w 38100"/>
                <a:gd name="connsiteY4" fmla="*/ 2286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45720" y="22860"/>
                  </a:moveTo>
                  <a:cubicBezTo>
                    <a:pt x="45720" y="35485"/>
                    <a:pt x="35485" y="45720"/>
                    <a:pt x="22860" y="45720"/>
                  </a:cubicBezTo>
                  <a:cubicBezTo>
                    <a:pt x="10235" y="45720"/>
                    <a:pt x="0" y="35485"/>
                    <a:pt x="0" y="22860"/>
                  </a:cubicBezTo>
                  <a:cubicBezTo>
                    <a:pt x="0" y="10235"/>
                    <a:pt x="10235" y="0"/>
                    <a:pt x="22860" y="0"/>
                  </a:cubicBezTo>
                  <a:cubicBezTo>
                    <a:pt x="35485" y="0"/>
                    <a:pt x="45720" y="10235"/>
                    <a:pt x="45720" y="22860"/>
                  </a:cubicBezTo>
                  <a:close/>
                </a:path>
              </a:pathLst>
            </a:custGeom>
            <a:solidFill>
              <a:schemeClr val="bg1"/>
            </a:solidFill>
            <a:ln w="12700" cap="flat">
              <a:solidFill>
                <a:schemeClr val="bg1"/>
              </a:solidFill>
              <a:prstDash val="solid"/>
              <a:miter/>
            </a:ln>
          </p:spPr>
          <p:txBody>
            <a:bodyPr rtlCol="0" anchor="ctr"/>
            <a:lstStyle/>
            <a:p>
              <a:endParaRPr lang="en-GB" sz="1600" dirty="0"/>
            </a:p>
          </p:txBody>
        </p:sp>
        <p:sp>
          <p:nvSpPr>
            <p:cNvPr id="230" name="Freeform: Shape 143">
              <a:extLst>
                <a:ext uri="{FF2B5EF4-FFF2-40B4-BE49-F238E27FC236}">
                  <a16:creationId xmlns:a16="http://schemas.microsoft.com/office/drawing/2014/main" id="{4ED31D7A-AB53-4D4E-FF19-958390D0F71F}"/>
                </a:ext>
              </a:extLst>
            </p:cNvPr>
            <p:cNvSpPr/>
            <p:nvPr/>
          </p:nvSpPr>
          <p:spPr>
            <a:xfrm>
              <a:off x="2930421" y="2490484"/>
              <a:ext cx="26119" cy="26119"/>
            </a:xfrm>
            <a:custGeom>
              <a:avLst/>
              <a:gdLst>
                <a:gd name="connsiteX0" fmla="*/ 23622 w 19050"/>
                <a:gd name="connsiteY0" fmla="*/ 11811 h 19050"/>
                <a:gd name="connsiteX1" fmla="*/ 11811 w 19050"/>
                <a:gd name="connsiteY1" fmla="*/ 23622 h 19050"/>
                <a:gd name="connsiteX2" fmla="*/ 0 w 19050"/>
                <a:gd name="connsiteY2" fmla="*/ 11811 h 19050"/>
                <a:gd name="connsiteX3" fmla="*/ 11811 w 19050"/>
                <a:gd name="connsiteY3" fmla="*/ 0 h 19050"/>
                <a:gd name="connsiteX4" fmla="*/ 23622 w 19050"/>
                <a:gd name="connsiteY4" fmla="*/ 11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3622" y="11811"/>
                  </a:moveTo>
                  <a:cubicBezTo>
                    <a:pt x="23622" y="18334"/>
                    <a:pt x="18334" y="23622"/>
                    <a:pt x="11811" y="23622"/>
                  </a:cubicBezTo>
                  <a:cubicBezTo>
                    <a:pt x="5288" y="23622"/>
                    <a:pt x="0" y="18334"/>
                    <a:pt x="0" y="11811"/>
                  </a:cubicBezTo>
                  <a:cubicBezTo>
                    <a:pt x="0" y="5288"/>
                    <a:pt x="5288" y="0"/>
                    <a:pt x="11811" y="0"/>
                  </a:cubicBezTo>
                  <a:cubicBezTo>
                    <a:pt x="18334" y="0"/>
                    <a:pt x="23622" y="5288"/>
                    <a:pt x="23622" y="11811"/>
                  </a:cubicBezTo>
                  <a:close/>
                </a:path>
              </a:pathLst>
            </a:custGeom>
            <a:solidFill>
              <a:schemeClr val="bg1"/>
            </a:solidFill>
            <a:ln w="12700" cap="flat">
              <a:solidFill>
                <a:schemeClr val="bg1"/>
              </a:solidFill>
              <a:prstDash val="solid"/>
              <a:miter/>
            </a:ln>
          </p:spPr>
          <p:txBody>
            <a:bodyPr rtlCol="0" anchor="ctr"/>
            <a:lstStyle/>
            <a:p>
              <a:endParaRPr lang="en-GB" sz="1600" dirty="0"/>
            </a:p>
          </p:txBody>
        </p:sp>
        <p:sp>
          <p:nvSpPr>
            <p:cNvPr id="231" name="Freeform: Shape 144">
              <a:extLst>
                <a:ext uri="{FF2B5EF4-FFF2-40B4-BE49-F238E27FC236}">
                  <a16:creationId xmlns:a16="http://schemas.microsoft.com/office/drawing/2014/main" id="{FE4BA34F-2035-B51D-6B85-64D1061AE3B3}"/>
                </a:ext>
              </a:extLst>
            </p:cNvPr>
            <p:cNvSpPr/>
            <p:nvPr/>
          </p:nvSpPr>
          <p:spPr>
            <a:xfrm>
              <a:off x="3250508" y="2570276"/>
              <a:ext cx="26119" cy="26119"/>
            </a:xfrm>
            <a:custGeom>
              <a:avLst/>
              <a:gdLst>
                <a:gd name="connsiteX0" fmla="*/ 23622 w 19050"/>
                <a:gd name="connsiteY0" fmla="*/ 11811 h 19050"/>
                <a:gd name="connsiteX1" fmla="*/ 11811 w 19050"/>
                <a:gd name="connsiteY1" fmla="*/ 23622 h 19050"/>
                <a:gd name="connsiteX2" fmla="*/ 0 w 19050"/>
                <a:gd name="connsiteY2" fmla="*/ 11811 h 19050"/>
                <a:gd name="connsiteX3" fmla="*/ 11811 w 19050"/>
                <a:gd name="connsiteY3" fmla="*/ 0 h 19050"/>
                <a:gd name="connsiteX4" fmla="*/ 23622 w 19050"/>
                <a:gd name="connsiteY4" fmla="*/ 11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3622" y="11811"/>
                  </a:moveTo>
                  <a:cubicBezTo>
                    <a:pt x="23622" y="18334"/>
                    <a:pt x="18334" y="23622"/>
                    <a:pt x="11811" y="23622"/>
                  </a:cubicBezTo>
                  <a:cubicBezTo>
                    <a:pt x="5288" y="23622"/>
                    <a:pt x="0" y="18334"/>
                    <a:pt x="0" y="11811"/>
                  </a:cubicBezTo>
                  <a:cubicBezTo>
                    <a:pt x="0" y="5288"/>
                    <a:pt x="5288" y="0"/>
                    <a:pt x="11811" y="0"/>
                  </a:cubicBezTo>
                  <a:cubicBezTo>
                    <a:pt x="18334" y="0"/>
                    <a:pt x="23622" y="5288"/>
                    <a:pt x="23622" y="11811"/>
                  </a:cubicBezTo>
                  <a:close/>
                </a:path>
              </a:pathLst>
            </a:custGeom>
            <a:solidFill>
              <a:schemeClr val="bg1"/>
            </a:solidFill>
            <a:ln w="12700" cap="flat">
              <a:solidFill>
                <a:schemeClr val="bg1"/>
              </a:solidFill>
              <a:prstDash val="solid"/>
              <a:miter/>
            </a:ln>
          </p:spPr>
          <p:txBody>
            <a:bodyPr rtlCol="0" anchor="ctr"/>
            <a:lstStyle/>
            <a:p>
              <a:endParaRPr lang="en-GB" sz="1600" dirty="0"/>
            </a:p>
          </p:txBody>
        </p:sp>
        <p:sp>
          <p:nvSpPr>
            <p:cNvPr id="232" name="Freeform: Shape 145">
              <a:extLst>
                <a:ext uri="{FF2B5EF4-FFF2-40B4-BE49-F238E27FC236}">
                  <a16:creationId xmlns:a16="http://schemas.microsoft.com/office/drawing/2014/main" id="{0F1158F5-B0E1-9028-E095-2872951290C6}"/>
                </a:ext>
              </a:extLst>
            </p:cNvPr>
            <p:cNvSpPr/>
            <p:nvPr/>
          </p:nvSpPr>
          <p:spPr>
            <a:xfrm>
              <a:off x="3102675" y="2800514"/>
              <a:ext cx="26119" cy="26119"/>
            </a:xfrm>
            <a:custGeom>
              <a:avLst/>
              <a:gdLst>
                <a:gd name="connsiteX0" fmla="*/ 23622 w 19050"/>
                <a:gd name="connsiteY0" fmla="*/ 11811 h 19050"/>
                <a:gd name="connsiteX1" fmla="*/ 11811 w 19050"/>
                <a:gd name="connsiteY1" fmla="*/ 23622 h 19050"/>
                <a:gd name="connsiteX2" fmla="*/ 0 w 19050"/>
                <a:gd name="connsiteY2" fmla="*/ 11811 h 19050"/>
                <a:gd name="connsiteX3" fmla="*/ 11811 w 19050"/>
                <a:gd name="connsiteY3" fmla="*/ 0 h 19050"/>
                <a:gd name="connsiteX4" fmla="*/ 23622 w 19050"/>
                <a:gd name="connsiteY4" fmla="*/ 11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3622" y="11811"/>
                  </a:moveTo>
                  <a:cubicBezTo>
                    <a:pt x="23622" y="18334"/>
                    <a:pt x="18334" y="23622"/>
                    <a:pt x="11811" y="23622"/>
                  </a:cubicBezTo>
                  <a:cubicBezTo>
                    <a:pt x="5288" y="23622"/>
                    <a:pt x="0" y="18334"/>
                    <a:pt x="0" y="11811"/>
                  </a:cubicBezTo>
                  <a:cubicBezTo>
                    <a:pt x="0" y="5288"/>
                    <a:pt x="5288" y="0"/>
                    <a:pt x="11811" y="0"/>
                  </a:cubicBezTo>
                  <a:cubicBezTo>
                    <a:pt x="18334" y="0"/>
                    <a:pt x="23622" y="5288"/>
                    <a:pt x="23622" y="11811"/>
                  </a:cubicBezTo>
                  <a:close/>
                </a:path>
              </a:pathLst>
            </a:custGeom>
            <a:solidFill>
              <a:schemeClr val="bg1"/>
            </a:solidFill>
            <a:ln w="12700" cap="flat">
              <a:solidFill>
                <a:schemeClr val="bg1"/>
              </a:solidFill>
              <a:prstDash val="solid"/>
              <a:miter/>
            </a:ln>
          </p:spPr>
          <p:txBody>
            <a:bodyPr rtlCol="0" anchor="ctr"/>
            <a:lstStyle/>
            <a:p>
              <a:endParaRPr lang="en-GB" sz="1600" dirty="0"/>
            </a:p>
          </p:txBody>
        </p:sp>
      </p:grpSp>
      <p:grpSp>
        <p:nvGrpSpPr>
          <p:cNvPr id="233" name="Group 232">
            <a:extLst>
              <a:ext uri="{FF2B5EF4-FFF2-40B4-BE49-F238E27FC236}">
                <a16:creationId xmlns:a16="http://schemas.microsoft.com/office/drawing/2014/main" id="{554672E4-62FC-CB80-9018-64944B76C42F}"/>
              </a:ext>
              <a:ext uri="{C183D7F6-B498-43B3-948B-1728B52AA6E4}">
                <adec:decorative xmlns:adec="http://schemas.microsoft.com/office/drawing/2017/decorative" val="1"/>
              </a:ext>
            </a:extLst>
          </p:cNvPr>
          <p:cNvGrpSpPr/>
          <p:nvPr userDrawn="1"/>
        </p:nvGrpSpPr>
        <p:grpSpPr>
          <a:xfrm>
            <a:off x="8766081" y="3469196"/>
            <a:ext cx="325438" cy="384175"/>
            <a:chOff x="9007476" y="2855913"/>
            <a:chExt cx="325438" cy="384175"/>
          </a:xfrm>
        </p:grpSpPr>
        <p:sp>
          <p:nvSpPr>
            <p:cNvPr id="234" name="Freeform 12">
              <a:extLst>
                <a:ext uri="{FF2B5EF4-FFF2-40B4-BE49-F238E27FC236}">
                  <a16:creationId xmlns:a16="http://schemas.microsoft.com/office/drawing/2014/main" id="{9546A247-DA2A-BC9C-6579-CEB4F5F33E43}"/>
                </a:ext>
              </a:extLst>
            </p:cNvPr>
            <p:cNvSpPr>
              <a:spLocks/>
            </p:cNvSpPr>
            <p:nvPr userDrawn="1"/>
          </p:nvSpPr>
          <p:spPr bwMode="auto">
            <a:xfrm>
              <a:off x="9007476" y="2855913"/>
              <a:ext cx="325438" cy="153988"/>
            </a:xfrm>
            <a:custGeom>
              <a:avLst/>
              <a:gdLst>
                <a:gd name="T0" fmla="*/ 378 w 378"/>
                <a:gd name="T1" fmla="*/ 91 h 182"/>
                <a:gd name="T2" fmla="*/ 378 w 378"/>
                <a:gd name="T3" fmla="*/ 91 h 182"/>
                <a:gd name="T4" fmla="*/ 189 w 378"/>
                <a:gd name="T5" fmla="*/ 0 h 182"/>
                <a:gd name="T6" fmla="*/ 0 w 378"/>
                <a:gd name="T7" fmla="*/ 91 h 182"/>
                <a:gd name="T8" fmla="*/ 189 w 378"/>
                <a:gd name="T9" fmla="*/ 182 h 182"/>
                <a:gd name="T10" fmla="*/ 378 w 378"/>
                <a:gd name="T11" fmla="*/ 91 h 182"/>
                <a:gd name="T12" fmla="*/ 378 w 378"/>
                <a:gd name="T13" fmla="*/ 91 h 182"/>
              </a:gdLst>
              <a:ahLst/>
              <a:cxnLst>
                <a:cxn ang="0">
                  <a:pos x="T0" y="T1"/>
                </a:cxn>
                <a:cxn ang="0">
                  <a:pos x="T2" y="T3"/>
                </a:cxn>
                <a:cxn ang="0">
                  <a:pos x="T4" y="T5"/>
                </a:cxn>
                <a:cxn ang="0">
                  <a:pos x="T6" y="T7"/>
                </a:cxn>
                <a:cxn ang="0">
                  <a:pos x="T8" y="T9"/>
                </a:cxn>
                <a:cxn ang="0">
                  <a:pos x="T10" y="T11"/>
                </a:cxn>
                <a:cxn ang="0">
                  <a:pos x="T12" y="T13"/>
                </a:cxn>
              </a:cxnLst>
              <a:rect l="0" t="0" r="r" b="b"/>
              <a:pathLst>
                <a:path w="378" h="182">
                  <a:moveTo>
                    <a:pt x="378" y="91"/>
                  </a:moveTo>
                  <a:lnTo>
                    <a:pt x="378" y="91"/>
                  </a:lnTo>
                  <a:cubicBezTo>
                    <a:pt x="378" y="40"/>
                    <a:pt x="294" y="0"/>
                    <a:pt x="189" y="0"/>
                  </a:cubicBezTo>
                  <a:cubicBezTo>
                    <a:pt x="85" y="0"/>
                    <a:pt x="0" y="40"/>
                    <a:pt x="0" y="91"/>
                  </a:cubicBezTo>
                  <a:cubicBezTo>
                    <a:pt x="0" y="141"/>
                    <a:pt x="85" y="182"/>
                    <a:pt x="189" y="182"/>
                  </a:cubicBezTo>
                  <a:cubicBezTo>
                    <a:pt x="294" y="182"/>
                    <a:pt x="378" y="141"/>
                    <a:pt x="378" y="91"/>
                  </a:cubicBezTo>
                  <a:lnTo>
                    <a:pt x="378" y="91"/>
                  </a:lnTo>
                  <a:close/>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35" name="Freeform 13">
              <a:extLst>
                <a:ext uri="{FF2B5EF4-FFF2-40B4-BE49-F238E27FC236}">
                  <a16:creationId xmlns:a16="http://schemas.microsoft.com/office/drawing/2014/main" id="{6662F282-463E-EAB0-E649-6C92B3A475DA}"/>
                </a:ext>
              </a:extLst>
            </p:cNvPr>
            <p:cNvSpPr>
              <a:spLocks/>
            </p:cNvSpPr>
            <p:nvPr userDrawn="1"/>
          </p:nvSpPr>
          <p:spPr bwMode="auto">
            <a:xfrm>
              <a:off x="9007476" y="3009900"/>
              <a:ext cx="325438" cy="76200"/>
            </a:xfrm>
            <a:custGeom>
              <a:avLst/>
              <a:gdLst>
                <a:gd name="T0" fmla="*/ 0 w 378"/>
                <a:gd name="T1" fmla="*/ 0 h 92"/>
                <a:gd name="T2" fmla="*/ 0 w 378"/>
                <a:gd name="T3" fmla="*/ 0 h 92"/>
                <a:gd name="T4" fmla="*/ 189 w 378"/>
                <a:gd name="T5" fmla="*/ 92 h 92"/>
                <a:gd name="T6" fmla="*/ 378 w 378"/>
                <a:gd name="T7" fmla="*/ 0 h 92"/>
              </a:gdLst>
              <a:ahLst/>
              <a:cxnLst>
                <a:cxn ang="0">
                  <a:pos x="T0" y="T1"/>
                </a:cxn>
                <a:cxn ang="0">
                  <a:pos x="T2" y="T3"/>
                </a:cxn>
                <a:cxn ang="0">
                  <a:pos x="T4" y="T5"/>
                </a:cxn>
                <a:cxn ang="0">
                  <a:pos x="T6" y="T7"/>
                </a:cxn>
              </a:cxnLst>
              <a:rect l="0" t="0" r="r" b="b"/>
              <a:pathLst>
                <a:path w="378" h="92">
                  <a:moveTo>
                    <a:pt x="0" y="0"/>
                  </a:moveTo>
                  <a:lnTo>
                    <a:pt x="0" y="0"/>
                  </a:lnTo>
                  <a:cubicBezTo>
                    <a:pt x="0" y="51"/>
                    <a:pt x="85" y="92"/>
                    <a:pt x="189" y="92"/>
                  </a:cubicBezTo>
                  <a:cubicBezTo>
                    <a:pt x="294" y="92"/>
                    <a:pt x="378" y="51"/>
                    <a:pt x="378" y="0"/>
                  </a:cubicBez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36" name="Freeform 14">
              <a:extLst>
                <a:ext uri="{FF2B5EF4-FFF2-40B4-BE49-F238E27FC236}">
                  <a16:creationId xmlns:a16="http://schemas.microsoft.com/office/drawing/2014/main" id="{30E0CFFA-348F-454F-E79D-DB7E5CD2E873}"/>
                </a:ext>
              </a:extLst>
            </p:cNvPr>
            <p:cNvSpPr>
              <a:spLocks/>
            </p:cNvSpPr>
            <p:nvPr userDrawn="1"/>
          </p:nvSpPr>
          <p:spPr bwMode="auto">
            <a:xfrm>
              <a:off x="9007476" y="3086100"/>
              <a:ext cx="325438" cy="77788"/>
            </a:xfrm>
            <a:custGeom>
              <a:avLst/>
              <a:gdLst>
                <a:gd name="T0" fmla="*/ 0 w 378"/>
                <a:gd name="T1" fmla="*/ 0 h 91"/>
                <a:gd name="T2" fmla="*/ 0 w 378"/>
                <a:gd name="T3" fmla="*/ 0 h 91"/>
                <a:gd name="T4" fmla="*/ 189 w 378"/>
                <a:gd name="T5" fmla="*/ 91 h 91"/>
                <a:gd name="T6" fmla="*/ 378 w 378"/>
                <a:gd name="T7" fmla="*/ 0 h 91"/>
              </a:gdLst>
              <a:ahLst/>
              <a:cxnLst>
                <a:cxn ang="0">
                  <a:pos x="T0" y="T1"/>
                </a:cxn>
                <a:cxn ang="0">
                  <a:pos x="T2" y="T3"/>
                </a:cxn>
                <a:cxn ang="0">
                  <a:pos x="T4" y="T5"/>
                </a:cxn>
                <a:cxn ang="0">
                  <a:pos x="T6" y="T7"/>
                </a:cxn>
              </a:cxnLst>
              <a:rect l="0" t="0" r="r" b="b"/>
              <a:pathLst>
                <a:path w="378" h="91">
                  <a:moveTo>
                    <a:pt x="0" y="0"/>
                  </a:moveTo>
                  <a:lnTo>
                    <a:pt x="0" y="0"/>
                  </a:lnTo>
                  <a:cubicBezTo>
                    <a:pt x="0" y="50"/>
                    <a:pt x="85" y="91"/>
                    <a:pt x="189" y="91"/>
                  </a:cubicBezTo>
                  <a:cubicBezTo>
                    <a:pt x="294" y="91"/>
                    <a:pt x="378" y="50"/>
                    <a:pt x="378" y="0"/>
                  </a:cubicBez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37" name="Freeform 15">
              <a:extLst>
                <a:ext uri="{FF2B5EF4-FFF2-40B4-BE49-F238E27FC236}">
                  <a16:creationId xmlns:a16="http://schemas.microsoft.com/office/drawing/2014/main" id="{BA0CD7EF-D6FD-01A5-9474-7558E3E62DCA}"/>
                </a:ext>
              </a:extLst>
            </p:cNvPr>
            <p:cNvSpPr>
              <a:spLocks/>
            </p:cNvSpPr>
            <p:nvPr userDrawn="1"/>
          </p:nvSpPr>
          <p:spPr bwMode="auto">
            <a:xfrm>
              <a:off x="9007476" y="2932113"/>
              <a:ext cx="325438" cy="307975"/>
            </a:xfrm>
            <a:custGeom>
              <a:avLst/>
              <a:gdLst>
                <a:gd name="T0" fmla="*/ 378 w 378"/>
                <a:gd name="T1" fmla="*/ 0 h 366"/>
                <a:gd name="T2" fmla="*/ 378 w 378"/>
                <a:gd name="T3" fmla="*/ 0 h 366"/>
                <a:gd name="T4" fmla="*/ 378 w 378"/>
                <a:gd name="T5" fmla="*/ 274 h 366"/>
                <a:gd name="T6" fmla="*/ 189 w 378"/>
                <a:gd name="T7" fmla="*/ 366 h 366"/>
                <a:gd name="T8" fmla="*/ 0 w 378"/>
                <a:gd name="T9" fmla="*/ 274 h 366"/>
                <a:gd name="T10" fmla="*/ 0 w 378"/>
                <a:gd name="T11" fmla="*/ 0 h 366"/>
              </a:gdLst>
              <a:ahLst/>
              <a:cxnLst>
                <a:cxn ang="0">
                  <a:pos x="T0" y="T1"/>
                </a:cxn>
                <a:cxn ang="0">
                  <a:pos x="T2" y="T3"/>
                </a:cxn>
                <a:cxn ang="0">
                  <a:pos x="T4" y="T5"/>
                </a:cxn>
                <a:cxn ang="0">
                  <a:pos x="T6" y="T7"/>
                </a:cxn>
                <a:cxn ang="0">
                  <a:pos x="T8" y="T9"/>
                </a:cxn>
                <a:cxn ang="0">
                  <a:pos x="T10" y="T11"/>
                </a:cxn>
              </a:cxnLst>
              <a:rect l="0" t="0" r="r" b="b"/>
              <a:pathLst>
                <a:path w="378" h="366">
                  <a:moveTo>
                    <a:pt x="378" y="0"/>
                  </a:moveTo>
                  <a:lnTo>
                    <a:pt x="378" y="0"/>
                  </a:lnTo>
                  <a:lnTo>
                    <a:pt x="378" y="274"/>
                  </a:lnTo>
                  <a:cubicBezTo>
                    <a:pt x="378" y="325"/>
                    <a:pt x="294" y="366"/>
                    <a:pt x="189" y="366"/>
                  </a:cubicBezTo>
                  <a:cubicBezTo>
                    <a:pt x="85" y="366"/>
                    <a:pt x="0" y="325"/>
                    <a:pt x="0" y="274"/>
                  </a:cubicBezTo>
                  <a:lnTo>
                    <a:pt x="0" y="0"/>
                  </a:lnTo>
                </a:path>
              </a:pathLst>
            </a:custGeom>
            <a:noFill/>
            <a:ln w="1270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sp>
        <p:nvSpPr>
          <p:cNvPr id="15" name="TextBox 14">
            <a:extLst>
              <a:ext uri="{FF2B5EF4-FFF2-40B4-BE49-F238E27FC236}">
                <a16:creationId xmlns:a16="http://schemas.microsoft.com/office/drawing/2014/main" id="{21FB9583-48F7-1155-BD8D-B4BC6BEC7400}"/>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362272291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blank" preserve="1">
  <p:cSld name="1_Our Industry Domains">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0172B90-F3DC-43C0-89F3-8DE17A9513CD}"/>
              </a:ext>
              <a:ext uri="{C183D7F6-B498-43B3-948B-1728B52AA6E4}">
                <adec:decorative xmlns:adec="http://schemas.microsoft.com/office/drawing/2017/decorative" val="1"/>
              </a:ext>
            </a:extLst>
          </p:cNvPr>
          <p:cNvPicPr>
            <a:picLocks/>
          </p:cNvPicPr>
          <p:nvPr userDrawn="1"/>
        </p:nvPicPr>
        <p:blipFill rotWithShape="1">
          <a:blip r:embed="rId2" cstate="screen">
            <a:alphaModFix amt="75000"/>
            <a:extLst>
              <a:ext uri="{28A0092B-C50C-407E-A947-70E740481C1C}">
                <a14:useLocalDpi xmlns:a14="http://schemas.microsoft.com/office/drawing/2010/main"/>
              </a:ext>
            </a:extLst>
          </a:blip>
          <a:srcRect l="733" t="807" b="74"/>
          <a:stretch/>
        </p:blipFill>
        <p:spPr>
          <a:xfrm>
            <a:off x="0" y="0"/>
            <a:ext cx="12192000" cy="6858000"/>
          </a:xfrm>
          <a:prstGeom prst="rect">
            <a:avLst/>
          </a:prstGeom>
        </p:spPr>
      </p:pic>
      <p:sp>
        <p:nvSpPr>
          <p:cNvPr id="7" name="TextBox 6">
            <a:extLst>
              <a:ext uri="{FF2B5EF4-FFF2-40B4-BE49-F238E27FC236}">
                <a16:creationId xmlns:a16="http://schemas.microsoft.com/office/drawing/2014/main" id="{E0B722DA-A7EF-42D4-97E8-22596004672B}"/>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endParaRPr>
          </a:p>
        </p:txBody>
      </p:sp>
      <p:sp>
        <p:nvSpPr>
          <p:cNvPr id="9" name="Rectangle 8">
            <a:extLst>
              <a:ext uri="{FF2B5EF4-FFF2-40B4-BE49-F238E27FC236}">
                <a16:creationId xmlns:a16="http://schemas.microsoft.com/office/drawing/2014/main" id="{8C4EFE66-7746-438A-BDD7-D4C86ECB6589}"/>
              </a:ext>
              <a:ext uri="{C183D7F6-B498-43B3-948B-1728B52AA6E4}">
                <adec:decorative xmlns:adec="http://schemas.microsoft.com/office/drawing/2017/decorative" val="1"/>
              </a:ext>
            </a:extLst>
          </p:cNvPr>
          <p:cNvSpPr/>
          <p:nvPr userDrawn="1"/>
        </p:nvSpPr>
        <p:spPr>
          <a:xfrm>
            <a:off x="559048" y="2666040"/>
            <a:ext cx="2109124" cy="3107671"/>
          </a:xfrm>
          <a:prstGeom prst="rect">
            <a:avLst/>
          </a:prstGeom>
          <a:solidFill>
            <a:schemeClr val="bg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3EBC5CC8-7786-408D-93AD-5F468B3DEAF7}"/>
              </a:ext>
              <a:ext uri="{C183D7F6-B498-43B3-948B-1728B52AA6E4}">
                <adec:decorative xmlns:adec="http://schemas.microsoft.com/office/drawing/2017/decorative" val="1"/>
              </a:ext>
            </a:extLst>
          </p:cNvPr>
          <p:cNvSpPr/>
          <p:nvPr userDrawn="1"/>
        </p:nvSpPr>
        <p:spPr>
          <a:xfrm>
            <a:off x="2803767" y="2666040"/>
            <a:ext cx="2109124" cy="3107671"/>
          </a:xfrm>
          <a:prstGeom prst="rect">
            <a:avLst/>
          </a:prstGeom>
          <a:solidFill>
            <a:schemeClr val="tx2">
              <a:lumMod val="20000"/>
              <a:lumOff val="80000"/>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8032315-9617-47FB-AD91-88C8100047DF}"/>
              </a:ext>
              <a:ext uri="{C183D7F6-B498-43B3-948B-1728B52AA6E4}">
                <adec:decorative xmlns:adec="http://schemas.microsoft.com/office/drawing/2017/decorative" val="1"/>
              </a:ext>
            </a:extLst>
          </p:cNvPr>
          <p:cNvSpPr/>
          <p:nvPr userDrawn="1"/>
        </p:nvSpPr>
        <p:spPr>
          <a:xfrm>
            <a:off x="5048486" y="2666040"/>
            <a:ext cx="2109124" cy="3107671"/>
          </a:xfrm>
          <a:prstGeom prst="rect">
            <a:avLst/>
          </a:prstGeom>
          <a:solidFill>
            <a:schemeClr val="bg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3D14EF52-ED62-4610-953D-3E9A49310ED6}"/>
              </a:ext>
              <a:ext uri="{C183D7F6-B498-43B3-948B-1728B52AA6E4}">
                <adec:decorative xmlns:adec="http://schemas.microsoft.com/office/drawing/2017/decorative" val="1"/>
              </a:ext>
            </a:extLst>
          </p:cNvPr>
          <p:cNvSpPr/>
          <p:nvPr userDrawn="1"/>
        </p:nvSpPr>
        <p:spPr>
          <a:xfrm>
            <a:off x="7293205" y="2666040"/>
            <a:ext cx="2109124" cy="3107671"/>
          </a:xfrm>
          <a:prstGeom prst="rect">
            <a:avLst/>
          </a:prstGeom>
          <a:solidFill>
            <a:schemeClr val="tx2">
              <a:lumMod val="20000"/>
              <a:lumOff val="80000"/>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2437078C-8DA1-4066-8E13-8329AA296C1B}"/>
              </a:ext>
              <a:ext uri="{C183D7F6-B498-43B3-948B-1728B52AA6E4}">
                <adec:decorative xmlns:adec="http://schemas.microsoft.com/office/drawing/2017/decorative" val="1"/>
              </a:ext>
            </a:extLst>
          </p:cNvPr>
          <p:cNvSpPr/>
          <p:nvPr userDrawn="1"/>
        </p:nvSpPr>
        <p:spPr>
          <a:xfrm>
            <a:off x="9537925" y="2666040"/>
            <a:ext cx="2109124" cy="3107671"/>
          </a:xfrm>
          <a:prstGeom prst="rect">
            <a:avLst/>
          </a:prstGeom>
          <a:solidFill>
            <a:schemeClr val="bg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cap="none" spc="0" normalizeH="0" baseline="0" noProof="0" dirty="0">
              <a:ln>
                <a:noFill/>
              </a:ln>
              <a:solidFill>
                <a:srgbClr val="FFFFFF"/>
              </a:solidFill>
              <a:effectLst/>
              <a:uLnTx/>
              <a:uFillTx/>
              <a:latin typeface="Calibri" panose="020F0502020204030204"/>
            </a:endParaRPr>
          </a:p>
        </p:txBody>
      </p:sp>
      <p:cxnSp>
        <p:nvCxnSpPr>
          <p:cNvPr id="15" name="Straight Connector 14">
            <a:extLst>
              <a:ext uri="{FF2B5EF4-FFF2-40B4-BE49-F238E27FC236}">
                <a16:creationId xmlns:a16="http://schemas.microsoft.com/office/drawing/2014/main" id="{ED352967-2C31-43D7-902C-CC6EB04D630B}"/>
              </a:ext>
              <a:ext uri="{C183D7F6-B498-43B3-948B-1728B52AA6E4}">
                <adec:decorative xmlns:adec="http://schemas.microsoft.com/office/drawing/2017/decorative" val="1"/>
              </a:ext>
            </a:extLst>
          </p:cNvPr>
          <p:cNvCxnSpPr>
            <a:cxnSpLocks/>
          </p:cNvCxnSpPr>
          <p:nvPr userDrawn="1"/>
        </p:nvCxnSpPr>
        <p:spPr>
          <a:xfrm>
            <a:off x="559048" y="2559409"/>
            <a:ext cx="2109124" cy="0"/>
          </a:xfrm>
          <a:prstGeom prst="line">
            <a:avLst/>
          </a:prstGeom>
          <a:ln w="952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1B19A45-1B74-4568-B4D9-AFFE0B99B2ED}"/>
              </a:ext>
              <a:ext uri="{C183D7F6-B498-43B3-948B-1728B52AA6E4}">
                <adec:decorative xmlns:adec="http://schemas.microsoft.com/office/drawing/2017/decorative" val="1"/>
              </a:ext>
            </a:extLst>
          </p:cNvPr>
          <p:cNvCxnSpPr>
            <a:cxnSpLocks/>
          </p:cNvCxnSpPr>
          <p:nvPr userDrawn="1"/>
        </p:nvCxnSpPr>
        <p:spPr>
          <a:xfrm>
            <a:off x="2803767" y="2559409"/>
            <a:ext cx="2109124" cy="0"/>
          </a:xfrm>
          <a:prstGeom prst="line">
            <a:avLst/>
          </a:prstGeom>
          <a:ln w="952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5DAC0FF-421A-4F45-8A74-C5F6EFC5C34E}"/>
              </a:ext>
              <a:ext uri="{C183D7F6-B498-43B3-948B-1728B52AA6E4}">
                <adec:decorative xmlns:adec="http://schemas.microsoft.com/office/drawing/2017/decorative" val="1"/>
              </a:ext>
            </a:extLst>
          </p:cNvPr>
          <p:cNvCxnSpPr>
            <a:cxnSpLocks/>
          </p:cNvCxnSpPr>
          <p:nvPr userDrawn="1"/>
        </p:nvCxnSpPr>
        <p:spPr>
          <a:xfrm>
            <a:off x="5048486" y="2559409"/>
            <a:ext cx="2109124" cy="0"/>
          </a:xfrm>
          <a:prstGeom prst="line">
            <a:avLst/>
          </a:prstGeom>
          <a:ln w="952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EE9F117-E8FC-4305-98ED-CB78D87915F2}"/>
              </a:ext>
              <a:ext uri="{C183D7F6-B498-43B3-948B-1728B52AA6E4}">
                <adec:decorative xmlns:adec="http://schemas.microsoft.com/office/drawing/2017/decorative" val="1"/>
              </a:ext>
            </a:extLst>
          </p:cNvPr>
          <p:cNvCxnSpPr>
            <a:cxnSpLocks/>
          </p:cNvCxnSpPr>
          <p:nvPr userDrawn="1"/>
        </p:nvCxnSpPr>
        <p:spPr>
          <a:xfrm>
            <a:off x="7293205" y="2559409"/>
            <a:ext cx="2109124" cy="0"/>
          </a:xfrm>
          <a:prstGeom prst="line">
            <a:avLst/>
          </a:prstGeom>
          <a:ln w="952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0C0CCFD-24F3-408E-AB82-1758702D40EC}"/>
              </a:ext>
              <a:ext uri="{C183D7F6-B498-43B3-948B-1728B52AA6E4}">
                <adec:decorative xmlns:adec="http://schemas.microsoft.com/office/drawing/2017/decorative" val="1"/>
              </a:ext>
            </a:extLst>
          </p:cNvPr>
          <p:cNvCxnSpPr>
            <a:cxnSpLocks/>
          </p:cNvCxnSpPr>
          <p:nvPr userDrawn="1"/>
        </p:nvCxnSpPr>
        <p:spPr>
          <a:xfrm>
            <a:off x="9537925" y="2559409"/>
            <a:ext cx="2109124" cy="0"/>
          </a:xfrm>
          <a:prstGeom prst="line">
            <a:avLst/>
          </a:prstGeom>
          <a:ln w="952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itle 3">
            <a:extLst>
              <a:ext uri="{FF2B5EF4-FFF2-40B4-BE49-F238E27FC236}">
                <a16:creationId xmlns:a16="http://schemas.microsoft.com/office/drawing/2014/main" id="{AB509BF3-FEFE-4E4F-84DB-574D01A6710B}"/>
              </a:ext>
            </a:extLst>
          </p:cNvPr>
          <p:cNvSpPr txBox="1">
            <a:spLocks/>
          </p:cNvSpPr>
          <p:nvPr userDrawn="1"/>
        </p:nvSpPr>
        <p:spPr>
          <a:xfrm>
            <a:off x="542647" y="365126"/>
            <a:ext cx="11098999" cy="332399"/>
          </a:xfrm>
          <a:prstGeom prst="rect">
            <a:avLst/>
          </a:prstGeom>
        </p:spPr>
        <p:txBody>
          <a:bodyPr vert="horz" lIns="0" tIns="0" rIns="0" bIns="0" rtlCol="0" anchor="t" anchorCtr="0">
            <a:spAutoFit/>
          </a:bodyPr>
          <a:lstStyle>
            <a:lvl1pPr>
              <a:lnSpc>
                <a:spcPct val="90000"/>
              </a:lnSpc>
              <a:spcBef>
                <a:spcPct val="0"/>
              </a:spcBef>
              <a:buNone/>
              <a:defRPr sz="2400" b="0" i="0" cap="all" baseline="0">
                <a:latin typeface="Century Gothic" panose="020B0502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effectLst/>
                <a:uLnTx/>
                <a:uFillTx/>
                <a:latin typeface="Century Gothic" panose="020B0502020202020204" pitchFamily="34" charset="0"/>
                <a:ea typeface="+mj-ea"/>
                <a:cs typeface="+mj-cs"/>
              </a:rPr>
              <a:t>Our Industry Domains</a:t>
            </a:r>
          </a:p>
        </p:txBody>
      </p:sp>
      <p:sp>
        <p:nvSpPr>
          <p:cNvPr id="42" name="Rectangle 41">
            <a:extLst>
              <a:ext uri="{FF2B5EF4-FFF2-40B4-BE49-F238E27FC236}">
                <a16:creationId xmlns:a16="http://schemas.microsoft.com/office/drawing/2014/main" id="{D77F5919-F1F1-4E82-A66B-01C86AC9A48C}"/>
              </a:ext>
            </a:extLst>
          </p:cNvPr>
          <p:cNvSpPr/>
          <p:nvPr userDrawn="1"/>
        </p:nvSpPr>
        <p:spPr>
          <a:xfrm>
            <a:off x="1211521" y="2068246"/>
            <a:ext cx="1165919"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effectLst/>
                <a:uLnTx/>
                <a:uFillTx/>
                <a:latin typeface="Century Gothic" panose="020B0502020202020204" pitchFamily="34" charset="0"/>
                <a:ea typeface="Arial" charset="0"/>
                <a:cs typeface="Arial Narrow" panose="020B0604020202020204" pitchFamily="34" charset="0"/>
              </a:rPr>
              <a:t>Banking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effectLst/>
                <a:uLnTx/>
                <a:uFillTx/>
                <a:latin typeface="Century Gothic" panose="020B0502020202020204" pitchFamily="34" charset="0"/>
                <a:ea typeface="Arial" charset="0"/>
                <a:cs typeface="Arial Narrow" panose="020B0604020202020204" pitchFamily="34" charset="0"/>
              </a:rPr>
              <a:t>&amp; Payments</a:t>
            </a:r>
          </a:p>
        </p:txBody>
      </p:sp>
      <p:sp>
        <p:nvSpPr>
          <p:cNvPr id="32" name="Rectangle 31">
            <a:extLst>
              <a:ext uri="{FF2B5EF4-FFF2-40B4-BE49-F238E27FC236}">
                <a16:creationId xmlns:a16="http://schemas.microsoft.com/office/drawing/2014/main" id="{E1738EF0-2619-417F-8B0D-D40AEFAA5A19}"/>
              </a:ext>
            </a:extLst>
          </p:cNvPr>
          <p:cNvSpPr/>
          <p:nvPr userDrawn="1"/>
        </p:nvSpPr>
        <p:spPr>
          <a:xfrm>
            <a:off x="605177" y="2688401"/>
            <a:ext cx="2016865" cy="1562735"/>
          </a:xfrm>
          <a:prstGeom prst="rect">
            <a:avLst/>
          </a:prstGeom>
        </p:spPr>
        <p:txBody>
          <a:bodyPr wrap="square">
            <a:spAutoFit/>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accent3"/>
                </a:solidFill>
                <a:effectLst/>
                <a:uLnTx/>
                <a:uFillTx/>
                <a:latin typeface="+mn-lt"/>
                <a:ea typeface="Calibri" panose="020F0502020204030204" pitchFamily="34" charset="0"/>
                <a:cs typeface="Calibri" panose="020F0502020204030204" pitchFamily="34" charset="0"/>
              </a:rPr>
              <a:t>Innovation is fueling consumer expectations in banking and payments, requiring banks to implement huge changes to stay current. At Capco, we help our clients emerge as winners, achieving operational excellence whilst delivering transformed customer experiences.</a:t>
            </a:r>
          </a:p>
        </p:txBody>
      </p:sp>
      <p:sp>
        <p:nvSpPr>
          <p:cNvPr id="43" name="Rectangle 42">
            <a:extLst>
              <a:ext uri="{FF2B5EF4-FFF2-40B4-BE49-F238E27FC236}">
                <a16:creationId xmlns:a16="http://schemas.microsoft.com/office/drawing/2014/main" id="{02B92818-FBD7-427F-AFA8-8B33D4C3A7DC}"/>
              </a:ext>
            </a:extLst>
          </p:cNvPr>
          <p:cNvSpPr/>
          <p:nvPr userDrawn="1"/>
        </p:nvSpPr>
        <p:spPr>
          <a:xfrm>
            <a:off x="3465496" y="2168701"/>
            <a:ext cx="1401266" cy="27699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effectLst/>
                <a:uLnTx/>
                <a:uFillTx/>
                <a:latin typeface="Century Gothic" panose="020B0502020202020204" pitchFamily="34" charset="0"/>
                <a:ea typeface="Arial" charset="0"/>
                <a:cs typeface="Arial Narrow" panose="020B0604020202020204" pitchFamily="34" charset="0"/>
              </a:rPr>
              <a:t>Capital Markets</a:t>
            </a:r>
          </a:p>
        </p:txBody>
      </p:sp>
      <p:sp>
        <p:nvSpPr>
          <p:cNvPr id="33" name="Rectangle 32">
            <a:extLst>
              <a:ext uri="{FF2B5EF4-FFF2-40B4-BE49-F238E27FC236}">
                <a16:creationId xmlns:a16="http://schemas.microsoft.com/office/drawing/2014/main" id="{0850FDE8-2780-4C96-A7BC-E00685275EA8}"/>
              </a:ext>
            </a:extLst>
          </p:cNvPr>
          <p:cNvSpPr/>
          <p:nvPr userDrawn="1"/>
        </p:nvSpPr>
        <p:spPr>
          <a:xfrm>
            <a:off x="2849896" y="2688401"/>
            <a:ext cx="2016865" cy="1414554"/>
          </a:xfrm>
          <a:prstGeom prst="rect">
            <a:avLst/>
          </a:prstGeom>
        </p:spPr>
        <p:txBody>
          <a:bodyPr wrap="square">
            <a:spAutoFit/>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accent3"/>
                </a:solidFill>
                <a:effectLst/>
                <a:uLnTx/>
                <a:uFillTx/>
                <a:latin typeface="+mn-lt"/>
                <a:ea typeface="Calibri" panose="020F0502020204030204" pitchFamily="34" charset="0"/>
                <a:cs typeface="Calibri" panose="020F0502020204030204" pitchFamily="34" charset="0"/>
              </a:rPr>
              <a:t>Capital markets is where Capco started – it is at the heart of what we do. We understand today’s challenging regulatory landscape, the demand to stay competitive and the ever-present need to cut costs. We help banking clients optimize performance. Expertly.</a:t>
            </a:r>
          </a:p>
        </p:txBody>
      </p:sp>
      <p:sp>
        <p:nvSpPr>
          <p:cNvPr id="44" name="Rectangle 43">
            <a:extLst>
              <a:ext uri="{FF2B5EF4-FFF2-40B4-BE49-F238E27FC236}">
                <a16:creationId xmlns:a16="http://schemas.microsoft.com/office/drawing/2014/main" id="{B08B9DAD-430F-4DA7-A115-86AB80B3F2F8}"/>
              </a:ext>
            </a:extLst>
          </p:cNvPr>
          <p:cNvSpPr/>
          <p:nvPr userDrawn="1"/>
        </p:nvSpPr>
        <p:spPr>
          <a:xfrm>
            <a:off x="5412870" y="2052000"/>
            <a:ext cx="1347981"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effectLst/>
                <a:uLnTx/>
                <a:uFillTx/>
                <a:latin typeface="Century Gothic" panose="020B0502020202020204" pitchFamily="34" charset="0"/>
                <a:ea typeface="Arial" charset="0"/>
                <a:cs typeface="Arial Narrow" panose="020B0604020202020204" pitchFamily="34" charset="0"/>
              </a:rPr>
              <a:t>Wealth &amp; Asset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effectLst/>
                <a:uLnTx/>
                <a:uFillTx/>
                <a:latin typeface="Century Gothic" panose="020B0502020202020204" pitchFamily="34" charset="0"/>
                <a:ea typeface="Arial" charset="0"/>
                <a:cs typeface="Arial Narrow" panose="020B0604020202020204" pitchFamily="34" charset="0"/>
              </a:rPr>
              <a:t>Management</a:t>
            </a:r>
          </a:p>
        </p:txBody>
      </p:sp>
      <p:sp>
        <p:nvSpPr>
          <p:cNvPr id="34" name="Rectangle 33">
            <a:extLst>
              <a:ext uri="{FF2B5EF4-FFF2-40B4-BE49-F238E27FC236}">
                <a16:creationId xmlns:a16="http://schemas.microsoft.com/office/drawing/2014/main" id="{BE56F7C0-C4EA-460B-AF73-FD6A9E5FF401}"/>
              </a:ext>
            </a:extLst>
          </p:cNvPr>
          <p:cNvSpPr/>
          <p:nvPr userDrawn="1"/>
        </p:nvSpPr>
        <p:spPr>
          <a:xfrm>
            <a:off x="5094615" y="2688401"/>
            <a:ext cx="2016865" cy="2303644"/>
          </a:xfrm>
          <a:prstGeom prst="rect">
            <a:avLst/>
          </a:prstGeom>
        </p:spPr>
        <p:txBody>
          <a:bodyPr wrap="square">
            <a:spAutoFit/>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accent3"/>
                </a:solidFill>
                <a:effectLst/>
                <a:uLnTx/>
                <a:uFillTx/>
                <a:latin typeface="+mn-lt"/>
                <a:ea typeface="Calibri" panose="020F0502020204030204" pitchFamily="34" charset="0"/>
                <a:cs typeface="Calibri" panose="020F0502020204030204" pitchFamily="34" charset="0"/>
              </a:rPr>
              <a:t>Wealth and Asset Management is entering a revolution – the advisory space is now a hybrid of human and robotic interactions working together to deliver enhanced client services. We focus on digital trust, API and transformation strategy because we recognize that costs are on the rise, and regulatory pressures are adding to complexity. Our clients want to optimize operations while realizing digital opportunities – Capco helps to achieve this. </a:t>
            </a:r>
          </a:p>
        </p:txBody>
      </p:sp>
      <p:sp>
        <p:nvSpPr>
          <p:cNvPr id="45" name="Rectangle 44">
            <a:extLst>
              <a:ext uri="{FF2B5EF4-FFF2-40B4-BE49-F238E27FC236}">
                <a16:creationId xmlns:a16="http://schemas.microsoft.com/office/drawing/2014/main" id="{24DF95AB-02AA-44FC-9992-5157C865A72B}"/>
              </a:ext>
            </a:extLst>
          </p:cNvPr>
          <p:cNvSpPr/>
          <p:nvPr userDrawn="1"/>
        </p:nvSpPr>
        <p:spPr>
          <a:xfrm>
            <a:off x="7789484" y="2173474"/>
            <a:ext cx="920445" cy="27699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effectLst/>
                <a:uLnTx/>
                <a:uFillTx/>
                <a:latin typeface="Century Gothic" panose="020B0502020202020204" pitchFamily="34" charset="0"/>
                <a:ea typeface="Arial" charset="0"/>
                <a:cs typeface="Arial Narrow" panose="020B0604020202020204" pitchFamily="34" charset="0"/>
              </a:rPr>
              <a:t>Insurance</a:t>
            </a:r>
          </a:p>
        </p:txBody>
      </p:sp>
      <p:sp>
        <p:nvSpPr>
          <p:cNvPr id="35" name="Rectangle 34">
            <a:extLst>
              <a:ext uri="{FF2B5EF4-FFF2-40B4-BE49-F238E27FC236}">
                <a16:creationId xmlns:a16="http://schemas.microsoft.com/office/drawing/2014/main" id="{F93483C4-2792-4DBA-B44B-E29EC9B8FA5F}"/>
              </a:ext>
            </a:extLst>
          </p:cNvPr>
          <p:cNvSpPr/>
          <p:nvPr userDrawn="1"/>
        </p:nvSpPr>
        <p:spPr>
          <a:xfrm>
            <a:off x="7339335" y="2688401"/>
            <a:ext cx="2016865" cy="2451825"/>
          </a:xfrm>
          <a:prstGeom prst="rect">
            <a:avLst/>
          </a:prstGeom>
        </p:spPr>
        <p:txBody>
          <a:bodyPr wrap="square">
            <a:spAutoFit/>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accent3"/>
                </a:solidFill>
                <a:effectLst/>
                <a:uLnTx/>
                <a:uFillTx/>
                <a:latin typeface="+mn-lt"/>
                <a:ea typeface="Calibri" panose="020F0502020204030204" pitchFamily="34" charset="0"/>
                <a:cs typeface="Calibri" panose="020F0502020204030204" pitchFamily="34" charset="0"/>
              </a:rPr>
              <a:t>Adding value to our clients is our most important objective and thinking creatively is how we make it happen. Across the business areas of Property &amp; Casualty, Life &amp; Retirement, Reinsurance, Employee Benefits and Distribution (including brokers, MGAs, agents and wholesalers), Capco is innovating around the globe. Our services include a wide range of strategy and implementation offerings, from digital to core systems and data science.</a:t>
            </a:r>
          </a:p>
        </p:txBody>
      </p:sp>
      <p:sp>
        <p:nvSpPr>
          <p:cNvPr id="46" name="Rectangle 45">
            <a:extLst>
              <a:ext uri="{FF2B5EF4-FFF2-40B4-BE49-F238E27FC236}">
                <a16:creationId xmlns:a16="http://schemas.microsoft.com/office/drawing/2014/main" id="{68568709-4196-4F98-AC18-A8B75E682154}"/>
              </a:ext>
            </a:extLst>
          </p:cNvPr>
          <p:cNvSpPr/>
          <p:nvPr userDrawn="1"/>
        </p:nvSpPr>
        <p:spPr>
          <a:xfrm>
            <a:off x="10035978" y="2165178"/>
            <a:ext cx="696024" cy="27699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effectLst/>
                <a:uLnTx/>
                <a:uFillTx/>
                <a:latin typeface="Century Gothic" panose="020B0502020202020204" pitchFamily="34" charset="0"/>
                <a:ea typeface="Arial" charset="0"/>
                <a:cs typeface="Arial Narrow" panose="020B0604020202020204" pitchFamily="34" charset="0"/>
              </a:rPr>
              <a:t>Energy</a:t>
            </a:r>
          </a:p>
        </p:txBody>
      </p:sp>
      <p:sp>
        <p:nvSpPr>
          <p:cNvPr id="38" name="Rectangle 37">
            <a:extLst>
              <a:ext uri="{FF2B5EF4-FFF2-40B4-BE49-F238E27FC236}">
                <a16:creationId xmlns:a16="http://schemas.microsoft.com/office/drawing/2014/main" id="{0AAA2FA2-D9E1-4684-8894-9E96D1F1240D}"/>
              </a:ext>
            </a:extLst>
          </p:cNvPr>
          <p:cNvSpPr/>
          <p:nvPr userDrawn="1"/>
        </p:nvSpPr>
        <p:spPr>
          <a:xfrm>
            <a:off x="9584054" y="2688401"/>
            <a:ext cx="2016865" cy="1266372"/>
          </a:xfrm>
          <a:prstGeom prst="rect">
            <a:avLst/>
          </a:prstGeom>
        </p:spPr>
        <p:txBody>
          <a:bodyPr wrap="square">
            <a:spAutoFit/>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accent3"/>
                </a:solidFill>
                <a:effectLst/>
                <a:uLnTx/>
                <a:uFillTx/>
                <a:latin typeface="+mn-lt"/>
                <a:ea typeface="Calibri" panose="020F0502020204030204" pitchFamily="34" charset="0"/>
                <a:cs typeface="Calibri" panose="020F0502020204030204" pitchFamily="34" charset="0"/>
              </a:rPr>
              <a:t>Competition is fierce in today's energy markets. Regulation is tight, technology is disruptive, data is intensive, and processes are complex. We understand and simplify the energy industry to empower our clients to stay at the front of the pack.</a:t>
            </a:r>
          </a:p>
        </p:txBody>
      </p:sp>
      <p:pic>
        <p:nvPicPr>
          <p:cNvPr id="47" name="Graphic 46">
            <a:extLst>
              <a:ext uri="{FF2B5EF4-FFF2-40B4-BE49-F238E27FC236}">
                <a16:creationId xmlns:a16="http://schemas.microsoft.com/office/drawing/2014/main" id="{B69E219F-B828-4420-A2A4-24113626677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200390" y="2018074"/>
            <a:ext cx="161575" cy="409323"/>
          </a:xfrm>
          <a:prstGeom prst="rect">
            <a:avLst/>
          </a:prstGeom>
        </p:spPr>
      </p:pic>
      <p:pic>
        <p:nvPicPr>
          <p:cNvPr id="48" name="Graphic 47">
            <a:extLst>
              <a:ext uri="{FF2B5EF4-FFF2-40B4-BE49-F238E27FC236}">
                <a16:creationId xmlns:a16="http://schemas.microsoft.com/office/drawing/2014/main" id="{F14AF7E2-6AC3-4DCF-B758-BE35EF2CCBE9}"/>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634907" y="1974188"/>
            <a:ext cx="502206" cy="453210"/>
          </a:xfrm>
          <a:prstGeom prst="rect">
            <a:avLst/>
          </a:prstGeom>
        </p:spPr>
      </p:pic>
      <p:pic>
        <p:nvPicPr>
          <p:cNvPr id="49" name="Graphic 48">
            <a:extLst>
              <a:ext uri="{FF2B5EF4-FFF2-40B4-BE49-F238E27FC236}">
                <a16:creationId xmlns:a16="http://schemas.microsoft.com/office/drawing/2014/main" id="{69FE54B5-90E7-48C7-AE37-919CE06428A6}"/>
              </a:ext>
              <a:ext uri="{C183D7F6-B498-43B3-948B-1728B52AA6E4}">
                <adec:decorative xmlns:adec="http://schemas.microsoft.com/office/drawing/2017/decorative" val="1"/>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894109" y="1974188"/>
            <a:ext cx="557250" cy="445800"/>
          </a:xfrm>
          <a:prstGeom prst="rect">
            <a:avLst/>
          </a:prstGeom>
        </p:spPr>
      </p:pic>
      <p:pic>
        <p:nvPicPr>
          <p:cNvPr id="50" name="Graphic 49">
            <a:extLst>
              <a:ext uri="{FF2B5EF4-FFF2-40B4-BE49-F238E27FC236}">
                <a16:creationId xmlns:a16="http://schemas.microsoft.com/office/drawing/2014/main" id="{4EA1478D-747B-4005-B387-532CCCA7E067}"/>
              </a:ext>
              <a:ext uri="{C183D7F6-B498-43B3-948B-1728B52AA6E4}">
                <adec:decorative xmlns:adec="http://schemas.microsoft.com/office/drawing/2017/decorative" val="1"/>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9668010" y="1924505"/>
            <a:ext cx="360343" cy="493803"/>
          </a:xfrm>
          <a:prstGeom prst="rect">
            <a:avLst/>
          </a:prstGeom>
        </p:spPr>
      </p:pic>
      <p:pic>
        <p:nvPicPr>
          <p:cNvPr id="51" name="Graphic 50">
            <a:extLst>
              <a:ext uri="{FF2B5EF4-FFF2-40B4-BE49-F238E27FC236}">
                <a16:creationId xmlns:a16="http://schemas.microsoft.com/office/drawing/2014/main" id="{1A91C601-C8A7-4220-B04D-6F8CF4260871}"/>
              </a:ext>
              <a:ext uri="{C183D7F6-B498-43B3-948B-1728B52AA6E4}">
                <adec:decorative xmlns:adec="http://schemas.microsoft.com/office/drawing/2017/decorative" val="1"/>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7346583" y="2001010"/>
            <a:ext cx="427338" cy="427338"/>
          </a:xfrm>
          <a:prstGeom prst="rect">
            <a:avLst/>
          </a:prstGeom>
        </p:spPr>
      </p:pic>
      <p:sp>
        <p:nvSpPr>
          <p:cNvPr id="2" name="TextBox 1">
            <a:extLst>
              <a:ext uri="{FF2B5EF4-FFF2-40B4-BE49-F238E27FC236}">
                <a16:creationId xmlns:a16="http://schemas.microsoft.com/office/drawing/2014/main" id="{8912EBE9-F48D-9407-12C8-75DD565156C3}"/>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6366219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blank" preserve="1">
  <p:cSld name="Our Industry Domains_dark">
    <p:spTree>
      <p:nvGrpSpPr>
        <p:cNvPr id="1" name=""/>
        <p:cNvGrpSpPr/>
        <p:nvPr/>
      </p:nvGrpSpPr>
      <p:grpSpPr>
        <a:xfrm>
          <a:off x="0" y="0"/>
          <a:ext cx="0" cy="0"/>
          <a:chOff x="0" y="0"/>
          <a:chExt cx="0" cy="0"/>
        </a:xfrm>
      </p:grpSpPr>
      <p:pic>
        <p:nvPicPr>
          <p:cNvPr id="41" name="Picture 40">
            <a:extLst>
              <a:ext uri="{FF2B5EF4-FFF2-40B4-BE49-F238E27FC236}">
                <a16:creationId xmlns:a16="http://schemas.microsoft.com/office/drawing/2014/main" id="{3675C788-6157-482F-A486-0EEAF7161C22}"/>
              </a:ext>
              <a:ext uri="{C183D7F6-B498-43B3-948B-1728B52AA6E4}">
                <adec:decorative xmlns:adec="http://schemas.microsoft.com/office/drawing/2017/decorative" val="1"/>
              </a:ext>
            </a:extLst>
          </p:cNvPr>
          <p:cNvPicPr>
            <a:picLocks/>
          </p:cNvPicPr>
          <p:nvPr userDrawn="1"/>
        </p:nvPicPr>
        <p:blipFill>
          <a:blip r:embed="rId2">
            <a:extLst>
              <a:ext uri="{28A0092B-C50C-407E-A947-70E740481C1C}">
                <a14:useLocalDpi xmlns:a14="http://schemas.microsoft.com/office/drawing/2010/main" val="0"/>
              </a:ext>
            </a:extLst>
          </a:blip>
          <a:srcRect t="75" b="75"/>
          <a:stretch/>
        </p:blipFill>
        <p:spPr>
          <a:xfrm>
            <a:off x="0" y="0"/>
            <a:ext cx="12192000" cy="6858000"/>
          </a:xfrm>
          <a:prstGeom prst="rect">
            <a:avLst/>
          </a:prstGeom>
        </p:spPr>
      </p:pic>
      <p:sp>
        <p:nvSpPr>
          <p:cNvPr id="7" name="TextBox 6">
            <a:extLst>
              <a:ext uri="{FF2B5EF4-FFF2-40B4-BE49-F238E27FC236}">
                <a16:creationId xmlns:a16="http://schemas.microsoft.com/office/drawing/2014/main" id="{E0B722DA-A7EF-42D4-97E8-22596004672B}"/>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endParaRPr>
          </a:p>
        </p:txBody>
      </p:sp>
      <p:sp>
        <p:nvSpPr>
          <p:cNvPr id="8" name="Title 3">
            <a:extLst>
              <a:ext uri="{FF2B5EF4-FFF2-40B4-BE49-F238E27FC236}">
                <a16:creationId xmlns:a16="http://schemas.microsoft.com/office/drawing/2014/main" id="{AB509BF3-FEFE-4E4F-84DB-574D01A6710B}"/>
              </a:ext>
            </a:extLst>
          </p:cNvPr>
          <p:cNvSpPr txBox="1">
            <a:spLocks/>
          </p:cNvSpPr>
          <p:nvPr userDrawn="1"/>
        </p:nvSpPr>
        <p:spPr>
          <a:xfrm>
            <a:off x="542647" y="365126"/>
            <a:ext cx="11098999" cy="332399"/>
          </a:xfrm>
          <a:prstGeom prst="rect">
            <a:avLst/>
          </a:prstGeom>
        </p:spPr>
        <p:txBody>
          <a:bodyPr vert="horz" lIns="0" tIns="0" rIns="0" bIns="0" rtlCol="0" anchor="t" anchorCtr="0">
            <a:spAutoFit/>
          </a:bodyPr>
          <a:lstStyle>
            <a:lvl1pPr>
              <a:lnSpc>
                <a:spcPct val="90000"/>
              </a:lnSpc>
              <a:spcBef>
                <a:spcPct val="0"/>
              </a:spcBef>
              <a:buNone/>
              <a:defRPr sz="2400" b="0" i="0" cap="all" baseline="0">
                <a:latin typeface="Century Gothic" panose="020B0502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bg1"/>
                </a:solidFill>
                <a:effectLst/>
                <a:uLnTx/>
                <a:uFillTx/>
                <a:latin typeface="Century Gothic" panose="020B0502020202020204" pitchFamily="34" charset="0"/>
                <a:ea typeface="+mj-ea"/>
                <a:cs typeface="+mj-cs"/>
              </a:rPr>
              <a:t>Our Industry Domains</a:t>
            </a:r>
          </a:p>
        </p:txBody>
      </p:sp>
      <p:sp>
        <p:nvSpPr>
          <p:cNvPr id="9" name="Rectangle 8">
            <a:extLst>
              <a:ext uri="{FF2B5EF4-FFF2-40B4-BE49-F238E27FC236}">
                <a16:creationId xmlns:a16="http://schemas.microsoft.com/office/drawing/2014/main" id="{8C4EFE66-7746-438A-BDD7-D4C86ECB6589}"/>
              </a:ext>
              <a:ext uri="{C183D7F6-B498-43B3-948B-1728B52AA6E4}">
                <adec:decorative xmlns:adec="http://schemas.microsoft.com/office/drawing/2017/decorative" val="1"/>
              </a:ext>
            </a:extLst>
          </p:cNvPr>
          <p:cNvSpPr/>
          <p:nvPr userDrawn="1"/>
        </p:nvSpPr>
        <p:spPr>
          <a:xfrm>
            <a:off x="559048" y="2666040"/>
            <a:ext cx="2109124" cy="31076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3EBC5CC8-7786-408D-93AD-5F468B3DEAF7}"/>
              </a:ext>
              <a:ext uri="{C183D7F6-B498-43B3-948B-1728B52AA6E4}">
                <adec:decorative xmlns:adec="http://schemas.microsoft.com/office/drawing/2017/decorative" val="1"/>
              </a:ext>
            </a:extLst>
          </p:cNvPr>
          <p:cNvSpPr/>
          <p:nvPr userDrawn="1"/>
        </p:nvSpPr>
        <p:spPr>
          <a:xfrm>
            <a:off x="2803767" y="2666040"/>
            <a:ext cx="2109124" cy="31076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8032315-9617-47FB-AD91-88C8100047DF}"/>
              </a:ext>
              <a:ext uri="{C183D7F6-B498-43B3-948B-1728B52AA6E4}">
                <adec:decorative xmlns:adec="http://schemas.microsoft.com/office/drawing/2017/decorative" val="1"/>
              </a:ext>
            </a:extLst>
          </p:cNvPr>
          <p:cNvSpPr/>
          <p:nvPr userDrawn="1"/>
        </p:nvSpPr>
        <p:spPr>
          <a:xfrm>
            <a:off x="5048486" y="2666040"/>
            <a:ext cx="2109124" cy="31076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3D14EF52-ED62-4610-953D-3E9A49310ED6}"/>
              </a:ext>
              <a:ext uri="{C183D7F6-B498-43B3-948B-1728B52AA6E4}">
                <adec:decorative xmlns:adec="http://schemas.microsoft.com/office/drawing/2017/decorative" val="1"/>
              </a:ext>
            </a:extLst>
          </p:cNvPr>
          <p:cNvSpPr/>
          <p:nvPr userDrawn="1"/>
        </p:nvSpPr>
        <p:spPr>
          <a:xfrm>
            <a:off x="7293205" y="2666040"/>
            <a:ext cx="2109124" cy="310767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2437078C-8DA1-4066-8E13-8329AA296C1B}"/>
              </a:ext>
              <a:ext uri="{C183D7F6-B498-43B3-948B-1728B52AA6E4}">
                <adec:decorative xmlns:adec="http://schemas.microsoft.com/office/drawing/2017/decorative" val="1"/>
              </a:ext>
            </a:extLst>
          </p:cNvPr>
          <p:cNvSpPr/>
          <p:nvPr userDrawn="1"/>
        </p:nvSpPr>
        <p:spPr>
          <a:xfrm>
            <a:off x="9537925" y="2666040"/>
            <a:ext cx="2109124" cy="310767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b="0" i="0" u="none" strike="noStrike" cap="none" spc="0" normalizeH="0" baseline="0" noProof="0" dirty="0">
              <a:ln>
                <a:noFill/>
              </a:ln>
              <a:solidFill>
                <a:srgbClr val="FFFFFF"/>
              </a:solidFill>
              <a:effectLst/>
              <a:uLnTx/>
              <a:uFillTx/>
              <a:latin typeface="Calibri" panose="020F0502020204030204"/>
            </a:endParaRPr>
          </a:p>
        </p:txBody>
      </p:sp>
      <p:cxnSp>
        <p:nvCxnSpPr>
          <p:cNvPr id="15" name="Straight Connector 14">
            <a:extLst>
              <a:ext uri="{FF2B5EF4-FFF2-40B4-BE49-F238E27FC236}">
                <a16:creationId xmlns:a16="http://schemas.microsoft.com/office/drawing/2014/main" id="{ED352967-2C31-43D7-902C-CC6EB04D630B}"/>
              </a:ext>
              <a:ext uri="{C183D7F6-B498-43B3-948B-1728B52AA6E4}">
                <adec:decorative xmlns:adec="http://schemas.microsoft.com/office/drawing/2017/decorative" val="1"/>
              </a:ext>
            </a:extLst>
          </p:cNvPr>
          <p:cNvCxnSpPr>
            <a:cxnSpLocks/>
          </p:cNvCxnSpPr>
          <p:nvPr userDrawn="1"/>
        </p:nvCxnSpPr>
        <p:spPr>
          <a:xfrm>
            <a:off x="559048" y="2559409"/>
            <a:ext cx="2109124" cy="0"/>
          </a:xfrm>
          <a:prstGeom prst="line">
            <a:avLst/>
          </a:prstGeom>
          <a:ln w="952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1B19A45-1B74-4568-B4D9-AFFE0B99B2ED}"/>
              </a:ext>
              <a:ext uri="{C183D7F6-B498-43B3-948B-1728B52AA6E4}">
                <adec:decorative xmlns:adec="http://schemas.microsoft.com/office/drawing/2017/decorative" val="1"/>
              </a:ext>
            </a:extLst>
          </p:cNvPr>
          <p:cNvCxnSpPr>
            <a:cxnSpLocks/>
          </p:cNvCxnSpPr>
          <p:nvPr userDrawn="1"/>
        </p:nvCxnSpPr>
        <p:spPr>
          <a:xfrm>
            <a:off x="2803767" y="2559409"/>
            <a:ext cx="2109124" cy="0"/>
          </a:xfrm>
          <a:prstGeom prst="line">
            <a:avLst/>
          </a:prstGeom>
          <a:ln w="952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5DAC0FF-421A-4F45-8A74-C5F6EFC5C34E}"/>
              </a:ext>
              <a:ext uri="{C183D7F6-B498-43B3-948B-1728B52AA6E4}">
                <adec:decorative xmlns:adec="http://schemas.microsoft.com/office/drawing/2017/decorative" val="1"/>
              </a:ext>
            </a:extLst>
          </p:cNvPr>
          <p:cNvCxnSpPr>
            <a:cxnSpLocks/>
          </p:cNvCxnSpPr>
          <p:nvPr userDrawn="1"/>
        </p:nvCxnSpPr>
        <p:spPr>
          <a:xfrm>
            <a:off x="5048486" y="2559409"/>
            <a:ext cx="2109124" cy="0"/>
          </a:xfrm>
          <a:prstGeom prst="line">
            <a:avLst/>
          </a:prstGeom>
          <a:ln w="952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EE9F117-E8FC-4305-98ED-CB78D87915F2}"/>
              </a:ext>
              <a:ext uri="{C183D7F6-B498-43B3-948B-1728B52AA6E4}">
                <adec:decorative xmlns:adec="http://schemas.microsoft.com/office/drawing/2017/decorative" val="1"/>
              </a:ext>
            </a:extLst>
          </p:cNvPr>
          <p:cNvCxnSpPr>
            <a:cxnSpLocks/>
          </p:cNvCxnSpPr>
          <p:nvPr userDrawn="1"/>
        </p:nvCxnSpPr>
        <p:spPr>
          <a:xfrm>
            <a:off x="7293205" y="2559409"/>
            <a:ext cx="2109124" cy="0"/>
          </a:xfrm>
          <a:prstGeom prst="line">
            <a:avLst/>
          </a:prstGeom>
          <a:ln w="952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0C0CCFD-24F3-408E-AB82-1758702D40EC}"/>
              </a:ext>
              <a:ext uri="{C183D7F6-B498-43B3-948B-1728B52AA6E4}">
                <adec:decorative xmlns:adec="http://schemas.microsoft.com/office/drawing/2017/decorative" val="1"/>
              </a:ext>
            </a:extLst>
          </p:cNvPr>
          <p:cNvCxnSpPr>
            <a:cxnSpLocks/>
          </p:cNvCxnSpPr>
          <p:nvPr userDrawn="1"/>
        </p:nvCxnSpPr>
        <p:spPr>
          <a:xfrm>
            <a:off x="9537925" y="2559409"/>
            <a:ext cx="2109124" cy="0"/>
          </a:xfrm>
          <a:prstGeom prst="line">
            <a:avLst/>
          </a:prstGeom>
          <a:ln w="952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DDBBC811-0438-4FA0-8E60-0DD471662DDF}"/>
              </a:ext>
            </a:extLst>
          </p:cNvPr>
          <p:cNvSpPr/>
          <p:nvPr userDrawn="1"/>
        </p:nvSpPr>
        <p:spPr>
          <a:xfrm>
            <a:off x="1211521" y="2068246"/>
            <a:ext cx="1125279"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chemeClr val="bg1"/>
                </a:solidFill>
                <a:effectLst/>
                <a:uLnTx/>
                <a:uFillTx/>
                <a:latin typeface="Century Gothic" panose="020B0502020202020204" pitchFamily="34" charset="0"/>
                <a:ea typeface="Arial" charset="0"/>
                <a:cs typeface="Arial Narrow" panose="020B0604020202020204" pitchFamily="34" charset="0"/>
              </a:rPr>
              <a:t>Banking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chemeClr val="bg1"/>
                </a:solidFill>
                <a:effectLst/>
                <a:uLnTx/>
                <a:uFillTx/>
                <a:latin typeface="Century Gothic" panose="020B0502020202020204" pitchFamily="34" charset="0"/>
                <a:ea typeface="Arial" charset="0"/>
                <a:cs typeface="Arial Narrow" panose="020B0604020202020204" pitchFamily="34" charset="0"/>
              </a:rPr>
              <a:t>&amp; Payments</a:t>
            </a:r>
          </a:p>
        </p:txBody>
      </p:sp>
      <p:sp>
        <p:nvSpPr>
          <p:cNvPr id="32" name="Rectangle 31">
            <a:extLst>
              <a:ext uri="{FF2B5EF4-FFF2-40B4-BE49-F238E27FC236}">
                <a16:creationId xmlns:a16="http://schemas.microsoft.com/office/drawing/2014/main" id="{E1738EF0-2619-417F-8B0D-D40AEFAA5A19}"/>
              </a:ext>
            </a:extLst>
          </p:cNvPr>
          <p:cNvSpPr/>
          <p:nvPr userDrawn="1"/>
        </p:nvSpPr>
        <p:spPr>
          <a:xfrm>
            <a:off x="605177" y="2688401"/>
            <a:ext cx="2016865" cy="1562735"/>
          </a:xfrm>
          <a:prstGeom prst="rect">
            <a:avLst/>
          </a:prstGeom>
        </p:spPr>
        <p:txBody>
          <a:bodyPr wrap="square">
            <a:spAutoFit/>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Calibri" panose="020F0502020204030204" pitchFamily="34" charset="0"/>
                <a:cs typeface="Calibri" panose="020F0502020204030204" pitchFamily="34" charset="0"/>
              </a:rPr>
              <a:t>Innovation is fueling consumer expectations in banking and payments, requiring banks to implement huge changes to stay current. At Capco, we help our clients emerge as winners, achieving operational excellence whilst delivering transformed customer experiences.</a:t>
            </a:r>
          </a:p>
        </p:txBody>
      </p:sp>
      <p:sp>
        <p:nvSpPr>
          <p:cNvPr id="44" name="Rectangle 43">
            <a:extLst>
              <a:ext uri="{FF2B5EF4-FFF2-40B4-BE49-F238E27FC236}">
                <a16:creationId xmlns:a16="http://schemas.microsoft.com/office/drawing/2014/main" id="{EE7C0F63-1DC8-4339-AA43-2825A1B76588}"/>
              </a:ext>
            </a:extLst>
          </p:cNvPr>
          <p:cNvSpPr/>
          <p:nvPr userDrawn="1"/>
        </p:nvSpPr>
        <p:spPr>
          <a:xfrm>
            <a:off x="3465496" y="2168701"/>
            <a:ext cx="1401266" cy="27699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chemeClr val="bg1"/>
                </a:solidFill>
                <a:effectLst/>
                <a:uLnTx/>
                <a:uFillTx/>
                <a:latin typeface="Century Gothic" panose="020B0502020202020204" pitchFamily="34" charset="0"/>
                <a:ea typeface="Arial" charset="0"/>
                <a:cs typeface="Arial Narrow" panose="020B0604020202020204" pitchFamily="34" charset="0"/>
              </a:rPr>
              <a:t>Capital Markets</a:t>
            </a:r>
          </a:p>
        </p:txBody>
      </p:sp>
      <p:sp>
        <p:nvSpPr>
          <p:cNvPr id="33" name="Rectangle 32">
            <a:extLst>
              <a:ext uri="{FF2B5EF4-FFF2-40B4-BE49-F238E27FC236}">
                <a16:creationId xmlns:a16="http://schemas.microsoft.com/office/drawing/2014/main" id="{0850FDE8-2780-4C96-A7BC-E00685275EA8}"/>
              </a:ext>
            </a:extLst>
          </p:cNvPr>
          <p:cNvSpPr/>
          <p:nvPr userDrawn="1"/>
        </p:nvSpPr>
        <p:spPr>
          <a:xfrm>
            <a:off x="2849896" y="2688401"/>
            <a:ext cx="2016865" cy="1414554"/>
          </a:xfrm>
          <a:prstGeom prst="rect">
            <a:avLst/>
          </a:prstGeom>
        </p:spPr>
        <p:txBody>
          <a:bodyPr wrap="square">
            <a:spAutoFit/>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Calibri" panose="020F0502020204030204" pitchFamily="34" charset="0"/>
                <a:cs typeface="Calibri" panose="020F0502020204030204" pitchFamily="34" charset="0"/>
              </a:rPr>
              <a:t>Capital markets is where Capco started – it is at the heart of what we do. We understand today’s challenging regulatory landscape, the demand to stay competitive and the ever-present need to cut costs. We help banking clients optimize performance. Expertly.</a:t>
            </a:r>
          </a:p>
        </p:txBody>
      </p:sp>
      <p:sp>
        <p:nvSpPr>
          <p:cNvPr id="45" name="Rectangle 44">
            <a:extLst>
              <a:ext uri="{FF2B5EF4-FFF2-40B4-BE49-F238E27FC236}">
                <a16:creationId xmlns:a16="http://schemas.microsoft.com/office/drawing/2014/main" id="{C833D2A7-C25D-4E6F-8D16-357CB3B9D115}"/>
              </a:ext>
            </a:extLst>
          </p:cNvPr>
          <p:cNvSpPr/>
          <p:nvPr userDrawn="1"/>
        </p:nvSpPr>
        <p:spPr>
          <a:xfrm>
            <a:off x="5412870" y="2052000"/>
            <a:ext cx="1347981"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chemeClr val="bg1"/>
                </a:solidFill>
                <a:effectLst/>
                <a:uLnTx/>
                <a:uFillTx/>
                <a:latin typeface="Century Gothic" panose="020B0502020202020204" pitchFamily="34" charset="0"/>
                <a:ea typeface="Arial" charset="0"/>
                <a:cs typeface="Arial Narrow" panose="020B0604020202020204" pitchFamily="34" charset="0"/>
              </a:rPr>
              <a:t>Wealth &amp; Asset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chemeClr val="bg1"/>
                </a:solidFill>
                <a:effectLst/>
                <a:uLnTx/>
                <a:uFillTx/>
                <a:latin typeface="Century Gothic" panose="020B0502020202020204" pitchFamily="34" charset="0"/>
                <a:ea typeface="Arial" charset="0"/>
                <a:cs typeface="Arial Narrow" panose="020B0604020202020204" pitchFamily="34" charset="0"/>
              </a:rPr>
              <a:t>Management</a:t>
            </a:r>
          </a:p>
        </p:txBody>
      </p:sp>
      <p:sp>
        <p:nvSpPr>
          <p:cNvPr id="34" name="Rectangle 33">
            <a:extLst>
              <a:ext uri="{FF2B5EF4-FFF2-40B4-BE49-F238E27FC236}">
                <a16:creationId xmlns:a16="http://schemas.microsoft.com/office/drawing/2014/main" id="{BE56F7C0-C4EA-460B-AF73-FD6A9E5FF401}"/>
              </a:ext>
            </a:extLst>
          </p:cNvPr>
          <p:cNvSpPr/>
          <p:nvPr userDrawn="1"/>
        </p:nvSpPr>
        <p:spPr>
          <a:xfrm>
            <a:off x="5094615" y="2688401"/>
            <a:ext cx="2016865" cy="2303644"/>
          </a:xfrm>
          <a:prstGeom prst="rect">
            <a:avLst/>
          </a:prstGeom>
        </p:spPr>
        <p:txBody>
          <a:bodyPr wrap="square">
            <a:spAutoFit/>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Calibri" panose="020F0502020204030204" pitchFamily="34" charset="0"/>
                <a:cs typeface="Calibri" panose="020F0502020204030204" pitchFamily="34" charset="0"/>
              </a:rPr>
              <a:t>Wealth and Asset Management is entering a revolution – the advisory space is now a hybrid of human and robotic interactions working together to deliver enhanced client services. We focus on digital trust, API and transformation strategy because we recognize that costs are on the rise, and regulatory pressures are adding to complexity. Our clients want to optimize operations while realizing digital opportunities – Capco helps to achieve this. </a:t>
            </a:r>
          </a:p>
        </p:txBody>
      </p:sp>
      <p:sp>
        <p:nvSpPr>
          <p:cNvPr id="46" name="Rectangle 45">
            <a:extLst>
              <a:ext uri="{FF2B5EF4-FFF2-40B4-BE49-F238E27FC236}">
                <a16:creationId xmlns:a16="http://schemas.microsoft.com/office/drawing/2014/main" id="{32BD61C3-874A-48DC-B915-E3D2A1DF5A20}"/>
              </a:ext>
            </a:extLst>
          </p:cNvPr>
          <p:cNvSpPr/>
          <p:nvPr userDrawn="1"/>
        </p:nvSpPr>
        <p:spPr>
          <a:xfrm>
            <a:off x="7789484" y="2173474"/>
            <a:ext cx="920445" cy="27699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chemeClr val="bg1"/>
                </a:solidFill>
                <a:effectLst/>
                <a:uLnTx/>
                <a:uFillTx/>
                <a:latin typeface="Century Gothic" panose="020B0502020202020204" pitchFamily="34" charset="0"/>
                <a:ea typeface="Arial" charset="0"/>
                <a:cs typeface="Arial Narrow" panose="020B0604020202020204" pitchFamily="34" charset="0"/>
              </a:rPr>
              <a:t>Insurance</a:t>
            </a:r>
          </a:p>
        </p:txBody>
      </p:sp>
      <p:sp>
        <p:nvSpPr>
          <p:cNvPr id="35" name="Rectangle 34">
            <a:extLst>
              <a:ext uri="{FF2B5EF4-FFF2-40B4-BE49-F238E27FC236}">
                <a16:creationId xmlns:a16="http://schemas.microsoft.com/office/drawing/2014/main" id="{F93483C4-2792-4DBA-B44B-E29EC9B8FA5F}"/>
              </a:ext>
            </a:extLst>
          </p:cNvPr>
          <p:cNvSpPr/>
          <p:nvPr userDrawn="1"/>
        </p:nvSpPr>
        <p:spPr>
          <a:xfrm>
            <a:off x="7339335" y="2688401"/>
            <a:ext cx="2016865" cy="2451825"/>
          </a:xfrm>
          <a:prstGeom prst="rect">
            <a:avLst/>
          </a:prstGeom>
        </p:spPr>
        <p:txBody>
          <a:bodyPr wrap="square">
            <a:spAutoFit/>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Calibri" panose="020F0502020204030204" pitchFamily="34" charset="0"/>
                <a:cs typeface="Calibri" panose="020F0502020204030204" pitchFamily="34" charset="0"/>
              </a:rPr>
              <a:t>Adding value to our clients is our most important objective and thinking creatively is how we make it happen. Across the business areas of Property &amp; Casualty, Life &amp; Retirement, Reinsurance, Employee Benefits and Distribution (including brokers, MGAs, agents and wholesalers), Capco is innovating around the globe. Our services include a wide range of strategy and implementation offerings, from digital to core systems and data science.</a:t>
            </a:r>
          </a:p>
        </p:txBody>
      </p:sp>
      <p:sp>
        <p:nvSpPr>
          <p:cNvPr id="47" name="Rectangle 46">
            <a:extLst>
              <a:ext uri="{FF2B5EF4-FFF2-40B4-BE49-F238E27FC236}">
                <a16:creationId xmlns:a16="http://schemas.microsoft.com/office/drawing/2014/main" id="{F03E52A9-04CA-4816-AF10-02963F97616E}"/>
              </a:ext>
            </a:extLst>
          </p:cNvPr>
          <p:cNvSpPr/>
          <p:nvPr userDrawn="1"/>
        </p:nvSpPr>
        <p:spPr>
          <a:xfrm>
            <a:off x="10035978" y="2165178"/>
            <a:ext cx="696024" cy="27699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chemeClr val="bg1"/>
                </a:solidFill>
                <a:effectLst/>
                <a:uLnTx/>
                <a:uFillTx/>
                <a:latin typeface="Century Gothic" panose="020B0502020202020204" pitchFamily="34" charset="0"/>
                <a:ea typeface="Arial" charset="0"/>
                <a:cs typeface="Arial Narrow" panose="020B0604020202020204" pitchFamily="34" charset="0"/>
              </a:rPr>
              <a:t>Energy</a:t>
            </a:r>
          </a:p>
        </p:txBody>
      </p:sp>
      <p:sp>
        <p:nvSpPr>
          <p:cNvPr id="38" name="Rectangle 37">
            <a:extLst>
              <a:ext uri="{FF2B5EF4-FFF2-40B4-BE49-F238E27FC236}">
                <a16:creationId xmlns:a16="http://schemas.microsoft.com/office/drawing/2014/main" id="{0AAA2FA2-D9E1-4684-8894-9E96D1F1240D}"/>
              </a:ext>
            </a:extLst>
          </p:cNvPr>
          <p:cNvSpPr/>
          <p:nvPr userDrawn="1"/>
        </p:nvSpPr>
        <p:spPr>
          <a:xfrm>
            <a:off x="9584054" y="2688401"/>
            <a:ext cx="2016865" cy="1266372"/>
          </a:xfrm>
          <a:prstGeom prst="rect">
            <a:avLst/>
          </a:prstGeom>
        </p:spPr>
        <p:txBody>
          <a:bodyPr wrap="square">
            <a:spAutoFit/>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Calibri" panose="020F0502020204030204" pitchFamily="34" charset="0"/>
                <a:cs typeface="Calibri" panose="020F0502020204030204" pitchFamily="34" charset="0"/>
              </a:rPr>
              <a:t>Competition is fierce in today's energy markets. Regulation is tight, technology is disruptive, data is intensive, and processes are complex. We understand and simplify the energy industry to empower our clients to stay at the front of the pack.</a:t>
            </a:r>
          </a:p>
        </p:txBody>
      </p:sp>
      <p:pic>
        <p:nvPicPr>
          <p:cNvPr id="48" name="Graphic 47">
            <a:extLst>
              <a:ext uri="{FF2B5EF4-FFF2-40B4-BE49-F238E27FC236}">
                <a16:creationId xmlns:a16="http://schemas.microsoft.com/office/drawing/2014/main" id="{A5E4D6C9-30FD-491C-9EA7-9F1EE24D7DAE}"/>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200390" y="2018074"/>
            <a:ext cx="161575" cy="409323"/>
          </a:xfrm>
          <a:prstGeom prst="rect">
            <a:avLst/>
          </a:prstGeom>
        </p:spPr>
      </p:pic>
      <p:pic>
        <p:nvPicPr>
          <p:cNvPr id="49" name="Graphic 48">
            <a:extLst>
              <a:ext uri="{FF2B5EF4-FFF2-40B4-BE49-F238E27FC236}">
                <a16:creationId xmlns:a16="http://schemas.microsoft.com/office/drawing/2014/main" id="{2FC22D93-C4D9-4AF3-B8B7-8720D6ACBCF5}"/>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634907" y="1974188"/>
            <a:ext cx="502206" cy="453210"/>
          </a:xfrm>
          <a:prstGeom prst="rect">
            <a:avLst/>
          </a:prstGeom>
        </p:spPr>
      </p:pic>
      <p:pic>
        <p:nvPicPr>
          <p:cNvPr id="50" name="Graphic 49">
            <a:extLst>
              <a:ext uri="{FF2B5EF4-FFF2-40B4-BE49-F238E27FC236}">
                <a16:creationId xmlns:a16="http://schemas.microsoft.com/office/drawing/2014/main" id="{45D47D7A-72D8-45FF-AD20-65F0A8CA4721}"/>
              </a:ext>
              <a:ext uri="{C183D7F6-B498-43B3-948B-1728B52AA6E4}">
                <adec:decorative xmlns:adec="http://schemas.microsoft.com/office/drawing/2017/decorative" val="1"/>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894109" y="1974188"/>
            <a:ext cx="557250" cy="445800"/>
          </a:xfrm>
          <a:prstGeom prst="rect">
            <a:avLst/>
          </a:prstGeom>
        </p:spPr>
      </p:pic>
      <p:pic>
        <p:nvPicPr>
          <p:cNvPr id="51" name="Graphic 50">
            <a:extLst>
              <a:ext uri="{FF2B5EF4-FFF2-40B4-BE49-F238E27FC236}">
                <a16:creationId xmlns:a16="http://schemas.microsoft.com/office/drawing/2014/main" id="{B2F7D160-F8E2-4BEC-888C-44577106BE09}"/>
              </a:ext>
              <a:ext uri="{C183D7F6-B498-43B3-948B-1728B52AA6E4}">
                <adec:decorative xmlns:adec="http://schemas.microsoft.com/office/drawing/2017/decorative" val="1"/>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9668010" y="1924505"/>
            <a:ext cx="360343" cy="493803"/>
          </a:xfrm>
          <a:prstGeom prst="rect">
            <a:avLst/>
          </a:prstGeom>
        </p:spPr>
      </p:pic>
      <p:pic>
        <p:nvPicPr>
          <p:cNvPr id="52" name="Graphic 51">
            <a:extLst>
              <a:ext uri="{FF2B5EF4-FFF2-40B4-BE49-F238E27FC236}">
                <a16:creationId xmlns:a16="http://schemas.microsoft.com/office/drawing/2014/main" id="{D4E24F0A-51F5-4072-B3F7-72CADD5FBF04}"/>
              </a:ext>
              <a:ext uri="{C183D7F6-B498-43B3-948B-1728B52AA6E4}">
                <adec:decorative xmlns:adec="http://schemas.microsoft.com/office/drawing/2017/decorative" val="1"/>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7346583" y="2001010"/>
            <a:ext cx="427338" cy="427338"/>
          </a:xfrm>
          <a:prstGeom prst="rect">
            <a:avLst/>
          </a:prstGeom>
        </p:spPr>
      </p:pic>
      <p:sp>
        <p:nvSpPr>
          <p:cNvPr id="2" name="TextBox 1">
            <a:extLst>
              <a:ext uri="{FF2B5EF4-FFF2-40B4-BE49-F238E27FC236}">
                <a16:creationId xmlns:a16="http://schemas.microsoft.com/office/drawing/2014/main" id="{3872573A-09EB-1DC9-CA9F-D0E62DD73E1D}"/>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243623806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About Capco">
    <p:spTree>
      <p:nvGrpSpPr>
        <p:cNvPr id="1" name=""/>
        <p:cNvGrpSpPr/>
        <p:nvPr/>
      </p:nvGrpSpPr>
      <p:grpSpPr>
        <a:xfrm>
          <a:off x="0" y="0"/>
          <a:ext cx="0" cy="0"/>
          <a:chOff x="0" y="0"/>
          <a:chExt cx="0" cy="0"/>
        </a:xfrm>
      </p:grpSpPr>
      <p:pic>
        <p:nvPicPr>
          <p:cNvPr id="79" name="Picture 78">
            <a:extLst>
              <a:ext uri="{FF2B5EF4-FFF2-40B4-BE49-F238E27FC236}">
                <a16:creationId xmlns:a16="http://schemas.microsoft.com/office/drawing/2014/main" id="{4A5946CE-9E95-4FA6-8D5F-7EC5C7F64ACF}"/>
              </a:ext>
              <a:ext uri="{C183D7F6-B498-43B3-948B-1728B52AA6E4}">
                <adec:decorative xmlns:adec="http://schemas.microsoft.com/office/drawing/2017/decorative" val="1"/>
              </a:ext>
            </a:extLst>
          </p:cNvPr>
          <p:cNvPicPr>
            <a:picLocks/>
          </p:cNvPicPr>
          <p:nvPr userDrawn="1"/>
        </p:nvPicPr>
        <p:blipFill rotWithShape="1">
          <a:blip r:embed="rId2" cstate="screen">
            <a:alphaModFix amt="75000"/>
            <a:extLst>
              <a:ext uri="{28A0092B-C50C-407E-A947-70E740481C1C}">
                <a14:useLocalDpi xmlns:a14="http://schemas.microsoft.com/office/drawing/2010/main"/>
              </a:ext>
            </a:extLst>
          </a:blip>
          <a:srcRect l="733" t="807" b="74"/>
          <a:stretch/>
        </p:blipFill>
        <p:spPr>
          <a:xfrm>
            <a:off x="0" y="0"/>
            <a:ext cx="12192000" cy="6858000"/>
          </a:xfrm>
          <a:prstGeom prst="rect">
            <a:avLst/>
          </a:prstGeom>
        </p:spPr>
      </p:pic>
      <p:cxnSp>
        <p:nvCxnSpPr>
          <p:cNvPr id="106" name="Straight Connector 105">
            <a:extLst>
              <a:ext uri="{FF2B5EF4-FFF2-40B4-BE49-F238E27FC236}">
                <a16:creationId xmlns:a16="http://schemas.microsoft.com/office/drawing/2014/main" id="{F560BF4C-BE22-40C2-BC16-8017322DB6DF}"/>
              </a:ext>
              <a:ext uri="{C183D7F6-B498-43B3-948B-1728B52AA6E4}">
                <adec:decorative xmlns:adec="http://schemas.microsoft.com/office/drawing/2017/decorative" val="1"/>
              </a:ext>
            </a:extLst>
          </p:cNvPr>
          <p:cNvCxnSpPr>
            <a:cxnSpLocks/>
          </p:cNvCxnSpPr>
          <p:nvPr userDrawn="1"/>
        </p:nvCxnSpPr>
        <p:spPr>
          <a:xfrm>
            <a:off x="559048" y="5866155"/>
            <a:ext cx="1389221" cy="0"/>
          </a:xfrm>
          <a:prstGeom prst="line">
            <a:avLst/>
          </a:prstGeom>
          <a:ln w="952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07" name="Group 106">
            <a:extLst>
              <a:ext uri="{FF2B5EF4-FFF2-40B4-BE49-F238E27FC236}">
                <a16:creationId xmlns:a16="http://schemas.microsoft.com/office/drawing/2014/main" id="{7E97E5DF-E3D3-4B55-B37C-1E11FB417C4E}"/>
              </a:ext>
              <a:ext uri="{C183D7F6-B498-43B3-948B-1728B52AA6E4}">
                <adec:decorative xmlns:adec="http://schemas.microsoft.com/office/drawing/2017/decorative" val="1"/>
              </a:ext>
            </a:extLst>
          </p:cNvPr>
          <p:cNvGrpSpPr/>
          <p:nvPr userDrawn="1"/>
        </p:nvGrpSpPr>
        <p:grpSpPr>
          <a:xfrm>
            <a:off x="560383" y="5293369"/>
            <a:ext cx="472469" cy="459983"/>
            <a:chOff x="2827687" y="2375038"/>
            <a:chExt cx="496315" cy="483199"/>
          </a:xfrm>
        </p:grpSpPr>
        <p:sp>
          <p:nvSpPr>
            <p:cNvPr id="108" name="Freeform: Shape 107">
              <a:extLst>
                <a:ext uri="{FF2B5EF4-FFF2-40B4-BE49-F238E27FC236}">
                  <a16:creationId xmlns:a16="http://schemas.microsoft.com/office/drawing/2014/main" id="{3D5640B5-99EF-452E-AF49-2A5AB2D045D2}"/>
                </a:ext>
              </a:extLst>
            </p:cNvPr>
            <p:cNvSpPr/>
            <p:nvPr/>
          </p:nvSpPr>
          <p:spPr>
            <a:xfrm>
              <a:off x="3008517" y="2375038"/>
              <a:ext cx="130594" cy="483199"/>
            </a:xfrm>
            <a:custGeom>
              <a:avLst/>
              <a:gdLst>
                <a:gd name="connsiteX0" fmla="*/ 102108 w 95250"/>
                <a:gd name="connsiteY0" fmla="*/ 177070 h 352425"/>
                <a:gd name="connsiteX1" fmla="*/ 51054 w 95250"/>
                <a:gd name="connsiteY1" fmla="*/ 354140 h 352425"/>
                <a:gd name="connsiteX2" fmla="*/ 0 w 95250"/>
                <a:gd name="connsiteY2" fmla="*/ 177070 h 352425"/>
                <a:gd name="connsiteX3" fmla="*/ 51054 w 95250"/>
                <a:gd name="connsiteY3" fmla="*/ 0 h 352425"/>
                <a:gd name="connsiteX4" fmla="*/ 102108 w 95250"/>
                <a:gd name="connsiteY4" fmla="*/ 177070 h 3524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352425">
                  <a:moveTo>
                    <a:pt x="102108" y="177070"/>
                  </a:moveTo>
                  <a:cubicBezTo>
                    <a:pt x="102108" y="274863"/>
                    <a:pt x="79250" y="354140"/>
                    <a:pt x="51054" y="354140"/>
                  </a:cubicBezTo>
                  <a:cubicBezTo>
                    <a:pt x="22858" y="354140"/>
                    <a:pt x="0" y="274863"/>
                    <a:pt x="0" y="177070"/>
                  </a:cubicBezTo>
                  <a:cubicBezTo>
                    <a:pt x="0" y="79277"/>
                    <a:pt x="22858" y="0"/>
                    <a:pt x="51054" y="0"/>
                  </a:cubicBezTo>
                  <a:cubicBezTo>
                    <a:pt x="79250" y="0"/>
                    <a:pt x="102108" y="79277"/>
                    <a:pt x="102108" y="177070"/>
                  </a:cubicBezTo>
                  <a:close/>
                </a:path>
              </a:pathLst>
            </a:custGeom>
            <a:noFill/>
            <a:ln w="12700" cap="flat">
              <a:solidFill>
                <a:schemeClr val="accent5"/>
              </a:solidFill>
              <a:prstDash val="solid"/>
              <a:miter/>
            </a:ln>
          </p:spPr>
          <p:txBody>
            <a:bodyPr rtlCol="0" anchor="ctr"/>
            <a:lstStyle/>
            <a:p>
              <a:endParaRPr lang="en-GB" sz="1400" b="1" dirty="0">
                <a:solidFill>
                  <a:schemeClr val="tx1"/>
                </a:solidFill>
              </a:endParaRPr>
            </a:p>
          </p:txBody>
        </p:sp>
        <p:sp>
          <p:nvSpPr>
            <p:cNvPr id="109" name="Freeform: Shape 108">
              <a:extLst>
                <a:ext uri="{FF2B5EF4-FFF2-40B4-BE49-F238E27FC236}">
                  <a16:creationId xmlns:a16="http://schemas.microsoft.com/office/drawing/2014/main" id="{656B30B8-A790-4F65-A141-2A041A96E151}"/>
                </a:ext>
              </a:extLst>
            </p:cNvPr>
            <p:cNvSpPr/>
            <p:nvPr/>
          </p:nvSpPr>
          <p:spPr>
            <a:xfrm>
              <a:off x="2827687" y="2458076"/>
              <a:ext cx="496258" cy="313426"/>
            </a:xfrm>
            <a:custGeom>
              <a:avLst/>
              <a:gdLst>
                <a:gd name="connsiteX0" fmla="*/ 202936 w 361950"/>
                <a:gd name="connsiteY0" fmla="*/ 69482 h 228600"/>
                <a:gd name="connsiteX1" fmla="*/ 345771 w 361950"/>
                <a:gd name="connsiteY1" fmla="*/ 185924 h 228600"/>
                <a:gd name="connsiteX2" fmla="*/ 162869 w 361950"/>
                <a:gd name="connsiteY2" fmla="*/ 163401 h 228600"/>
                <a:gd name="connsiteX3" fmla="*/ 20034 w 361950"/>
                <a:gd name="connsiteY3" fmla="*/ 46959 h 228600"/>
                <a:gd name="connsiteX4" fmla="*/ 202936 w 361950"/>
                <a:gd name="connsiteY4" fmla="*/ 69482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1950" h="228600">
                  <a:moveTo>
                    <a:pt x="202936" y="69482"/>
                  </a:moveTo>
                  <a:cubicBezTo>
                    <a:pt x="292886" y="107856"/>
                    <a:pt x="356835" y="159989"/>
                    <a:pt x="345771" y="185924"/>
                  </a:cubicBezTo>
                  <a:cubicBezTo>
                    <a:pt x="334707" y="211859"/>
                    <a:pt x="252819" y="201775"/>
                    <a:pt x="162869" y="163401"/>
                  </a:cubicBezTo>
                  <a:cubicBezTo>
                    <a:pt x="72919" y="125027"/>
                    <a:pt x="8969" y="72895"/>
                    <a:pt x="20034" y="46959"/>
                  </a:cubicBezTo>
                  <a:cubicBezTo>
                    <a:pt x="31098" y="21024"/>
                    <a:pt x="112986" y="31108"/>
                    <a:pt x="202936" y="69482"/>
                  </a:cubicBezTo>
                  <a:close/>
                </a:path>
              </a:pathLst>
            </a:custGeom>
            <a:noFill/>
            <a:ln w="12700" cap="flat">
              <a:solidFill>
                <a:schemeClr val="accent5"/>
              </a:solidFill>
              <a:prstDash val="solid"/>
              <a:miter/>
            </a:ln>
          </p:spPr>
          <p:txBody>
            <a:bodyPr rtlCol="0" anchor="ctr"/>
            <a:lstStyle/>
            <a:p>
              <a:endParaRPr lang="en-GB" sz="1400" b="1" dirty="0">
                <a:solidFill>
                  <a:schemeClr val="tx1"/>
                </a:solidFill>
              </a:endParaRPr>
            </a:p>
          </p:txBody>
        </p:sp>
        <p:sp>
          <p:nvSpPr>
            <p:cNvPr id="110" name="Freeform: Shape 109">
              <a:extLst>
                <a:ext uri="{FF2B5EF4-FFF2-40B4-BE49-F238E27FC236}">
                  <a16:creationId xmlns:a16="http://schemas.microsoft.com/office/drawing/2014/main" id="{BF32DE55-E196-4BD5-AEA8-D84911AA6A10}"/>
                </a:ext>
              </a:extLst>
            </p:cNvPr>
            <p:cNvSpPr/>
            <p:nvPr/>
          </p:nvSpPr>
          <p:spPr>
            <a:xfrm>
              <a:off x="2827744" y="2458188"/>
              <a:ext cx="496258" cy="313426"/>
            </a:xfrm>
            <a:custGeom>
              <a:avLst/>
              <a:gdLst>
                <a:gd name="connsiteX0" fmla="*/ 345771 w 361950"/>
                <a:gd name="connsiteY0" fmla="*/ 46959 h 228600"/>
                <a:gd name="connsiteX1" fmla="*/ 202936 w 361950"/>
                <a:gd name="connsiteY1" fmla="*/ 163401 h 228600"/>
                <a:gd name="connsiteX2" fmla="*/ 20034 w 361950"/>
                <a:gd name="connsiteY2" fmla="*/ 185924 h 228600"/>
                <a:gd name="connsiteX3" fmla="*/ 162869 w 361950"/>
                <a:gd name="connsiteY3" fmla="*/ 69482 h 228600"/>
                <a:gd name="connsiteX4" fmla="*/ 345771 w 361950"/>
                <a:gd name="connsiteY4" fmla="*/ 46959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1950" h="228600">
                  <a:moveTo>
                    <a:pt x="345771" y="46959"/>
                  </a:moveTo>
                  <a:cubicBezTo>
                    <a:pt x="356835" y="72894"/>
                    <a:pt x="292886" y="125027"/>
                    <a:pt x="202936" y="163401"/>
                  </a:cubicBezTo>
                  <a:cubicBezTo>
                    <a:pt x="112986" y="201775"/>
                    <a:pt x="31098" y="211859"/>
                    <a:pt x="20034" y="185924"/>
                  </a:cubicBezTo>
                  <a:cubicBezTo>
                    <a:pt x="8969" y="159989"/>
                    <a:pt x="72919" y="107856"/>
                    <a:pt x="162869" y="69482"/>
                  </a:cubicBezTo>
                  <a:cubicBezTo>
                    <a:pt x="252819" y="31108"/>
                    <a:pt x="334707" y="21025"/>
                    <a:pt x="345771" y="46959"/>
                  </a:cubicBezTo>
                  <a:close/>
                </a:path>
              </a:pathLst>
            </a:custGeom>
            <a:noFill/>
            <a:ln w="12700" cap="flat">
              <a:solidFill>
                <a:schemeClr val="accent5"/>
              </a:solidFill>
              <a:prstDash val="solid"/>
              <a:miter/>
            </a:ln>
          </p:spPr>
          <p:txBody>
            <a:bodyPr rtlCol="0" anchor="ctr"/>
            <a:lstStyle/>
            <a:p>
              <a:endParaRPr lang="en-GB" sz="1400" b="1" dirty="0">
                <a:solidFill>
                  <a:schemeClr val="tx1"/>
                </a:solidFill>
              </a:endParaRPr>
            </a:p>
          </p:txBody>
        </p:sp>
        <p:sp>
          <p:nvSpPr>
            <p:cNvPr id="111" name="Freeform: Shape 110">
              <a:extLst>
                <a:ext uri="{FF2B5EF4-FFF2-40B4-BE49-F238E27FC236}">
                  <a16:creationId xmlns:a16="http://schemas.microsoft.com/office/drawing/2014/main" id="{4BEDB6F5-9DFB-44FA-B086-0136A0D30359}"/>
                </a:ext>
              </a:extLst>
            </p:cNvPr>
            <p:cNvSpPr/>
            <p:nvPr/>
          </p:nvSpPr>
          <p:spPr>
            <a:xfrm>
              <a:off x="3047173" y="2586469"/>
              <a:ext cx="52238" cy="52238"/>
            </a:xfrm>
            <a:custGeom>
              <a:avLst/>
              <a:gdLst>
                <a:gd name="connsiteX0" fmla="*/ 45720 w 38100"/>
                <a:gd name="connsiteY0" fmla="*/ 22860 h 38100"/>
                <a:gd name="connsiteX1" fmla="*/ 22860 w 38100"/>
                <a:gd name="connsiteY1" fmla="*/ 45720 h 38100"/>
                <a:gd name="connsiteX2" fmla="*/ 0 w 38100"/>
                <a:gd name="connsiteY2" fmla="*/ 22860 h 38100"/>
                <a:gd name="connsiteX3" fmla="*/ 22860 w 38100"/>
                <a:gd name="connsiteY3" fmla="*/ 0 h 38100"/>
                <a:gd name="connsiteX4" fmla="*/ 45720 w 38100"/>
                <a:gd name="connsiteY4" fmla="*/ 2286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45720" y="22860"/>
                  </a:moveTo>
                  <a:cubicBezTo>
                    <a:pt x="45720" y="35485"/>
                    <a:pt x="35485" y="45720"/>
                    <a:pt x="22860" y="45720"/>
                  </a:cubicBezTo>
                  <a:cubicBezTo>
                    <a:pt x="10235" y="45720"/>
                    <a:pt x="0" y="35485"/>
                    <a:pt x="0" y="22860"/>
                  </a:cubicBezTo>
                  <a:cubicBezTo>
                    <a:pt x="0" y="10235"/>
                    <a:pt x="10235" y="0"/>
                    <a:pt x="22860" y="0"/>
                  </a:cubicBezTo>
                  <a:cubicBezTo>
                    <a:pt x="35485" y="0"/>
                    <a:pt x="45720" y="10235"/>
                    <a:pt x="45720" y="22860"/>
                  </a:cubicBezTo>
                  <a:close/>
                </a:path>
              </a:pathLst>
            </a:custGeom>
            <a:solidFill>
              <a:schemeClr val="accent5"/>
            </a:solidFill>
            <a:ln w="12700" cap="flat">
              <a:solidFill>
                <a:schemeClr val="accent5"/>
              </a:solidFill>
              <a:prstDash val="solid"/>
              <a:miter/>
            </a:ln>
          </p:spPr>
          <p:txBody>
            <a:bodyPr rtlCol="0" anchor="ctr"/>
            <a:lstStyle/>
            <a:p>
              <a:endParaRPr lang="en-GB" sz="1400" b="1" dirty="0">
                <a:solidFill>
                  <a:schemeClr val="tx1"/>
                </a:solidFill>
              </a:endParaRPr>
            </a:p>
          </p:txBody>
        </p:sp>
        <p:sp>
          <p:nvSpPr>
            <p:cNvPr id="112" name="Freeform: Shape 111">
              <a:extLst>
                <a:ext uri="{FF2B5EF4-FFF2-40B4-BE49-F238E27FC236}">
                  <a16:creationId xmlns:a16="http://schemas.microsoft.com/office/drawing/2014/main" id="{EAD7EADB-102D-4DE7-8CF0-22947A80ADA4}"/>
                </a:ext>
              </a:extLst>
            </p:cNvPr>
            <p:cNvSpPr/>
            <p:nvPr/>
          </p:nvSpPr>
          <p:spPr>
            <a:xfrm>
              <a:off x="2930421" y="2490484"/>
              <a:ext cx="26119" cy="26119"/>
            </a:xfrm>
            <a:custGeom>
              <a:avLst/>
              <a:gdLst>
                <a:gd name="connsiteX0" fmla="*/ 23622 w 19050"/>
                <a:gd name="connsiteY0" fmla="*/ 11811 h 19050"/>
                <a:gd name="connsiteX1" fmla="*/ 11811 w 19050"/>
                <a:gd name="connsiteY1" fmla="*/ 23622 h 19050"/>
                <a:gd name="connsiteX2" fmla="*/ 0 w 19050"/>
                <a:gd name="connsiteY2" fmla="*/ 11811 h 19050"/>
                <a:gd name="connsiteX3" fmla="*/ 11811 w 19050"/>
                <a:gd name="connsiteY3" fmla="*/ 0 h 19050"/>
                <a:gd name="connsiteX4" fmla="*/ 23622 w 19050"/>
                <a:gd name="connsiteY4" fmla="*/ 11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3622" y="11811"/>
                  </a:moveTo>
                  <a:cubicBezTo>
                    <a:pt x="23622" y="18334"/>
                    <a:pt x="18334" y="23622"/>
                    <a:pt x="11811" y="23622"/>
                  </a:cubicBezTo>
                  <a:cubicBezTo>
                    <a:pt x="5288" y="23622"/>
                    <a:pt x="0" y="18334"/>
                    <a:pt x="0" y="11811"/>
                  </a:cubicBezTo>
                  <a:cubicBezTo>
                    <a:pt x="0" y="5288"/>
                    <a:pt x="5288" y="0"/>
                    <a:pt x="11811" y="0"/>
                  </a:cubicBezTo>
                  <a:cubicBezTo>
                    <a:pt x="18334" y="0"/>
                    <a:pt x="23622" y="5288"/>
                    <a:pt x="23622" y="11811"/>
                  </a:cubicBezTo>
                  <a:close/>
                </a:path>
              </a:pathLst>
            </a:custGeom>
            <a:solidFill>
              <a:schemeClr val="accent5"/>
            </a:solidFill>
            <a:ln w="12700" cap="flat">
              <a:solidFill>
                <a:schemeClr val="accent5"/>
              </a:solidFill>
              <a:prstDash val="solid"/>
              <a:miter/>
            </a:ln>
          </p:spPr>
          <p:txBody>
            <a:bodyPr rtlCol="0" anchor="ctr"/>
            <a:lstStyle/>
            <a:p>
              <a:endParaRPr lang="en-GB" sz="1400" b="1" dirty="0">
                <a:solidFill>
                  <a:schemeClr val="tx1"/>
                </a:solidFill>
              </a:endParaRPr>
            </a:p>
          </p:txBody>
        </p:sp>
        <p:sp>
          <p:nvSpPr>
            <p:cNvPr id="113" name="Freeform: Shape 112">
              <a:extLst>
                <a:ext uri="{FF2B5EF4-FFF2-40B4-BE49-F238E27FC236}">
                  <a16:creationId xmlns:a16="http://schemas.microsoft.com/office/drawing/2014/main" id="{133E9ABC-E23B-4C4B-B8B9-DFF45D0E7E5C}"/>
                </a:ext>
              </a:extLst>
            </p:cNvPr>
            <p:cNvSpPr/>
            <p:nvPr/>
          </p:nvSpPr>
          <p:spPr>
            <a:xfrm>
              <a:off x="3250508" y="2570276"/>
              <a:ext cx="26119" cy="26119"/>
            </a:xfrm>
            <a:custGeom>
              <a:avLst/>
              <a:gdLst>
                <a:gd name="connsiteX0" fmla="*/ 23622 w 19050"/>
                <a:gd name="connsiteY0" fmla="*/ 11811 h 19050"/>
                <a:gd name="connsiteX1" fmla="*/ 11811 w 19050"/>
                <a:gd name="connsiteY1" fmla="*/ 23622 h 19050"/>
                <a:gd name="connsiteX2" fmla="*/ 0 w 19050"/>
                <a:gd name="connsiteY2" fmla="*/ 11811 h 19050"/>
                <a:gd name="connsiteX3" fmla="*/ 11811 w 19050"/>
                <a:gd name="connsiteY3" fmla="*/ 0 h 19050"/>
                <a:gd name="connsiteX4" fmla="*/ 23622 w 19050"/>
                <a:gd name="connsiteY4" fmla="*/ 11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3622" y="11811"/>
                  </a:moveTo>
                  <a:cubicBezTo>
                    <a:pt x="23622" y="18334"/>
                    <a:pt x="18334" y="23622"/>
                    <a:pt x="11811" y="23622"/>
                  </a:cubicBezTo>
                  <a:cubicBezTo>
                    <a:pt x="5288" y="23622"/>
                    <a:pt x="0" y="18334"/>
                    <a:pt x="0" y="11811"/>
                  </a:cubicBezTo>
                  <a:cubicBezTo>
                    <a:pt x="0" y="5288"/>
                    <a:pt x="5288" y="0"/>
                    <a:pt x="11811" y="0"/>
                  </a:cubicBezTo>
                  <a:cubicBezTo>
                    <a:pt x="18334" y="0"/>
                    <a:pt x="23622" y="5288"/>
                    <a:pt x="23622" y="11811"/>
                  </a:cubicBezTo>
                  <a:close/>
                </a:path>
              </a:pathLst>
            </a:custGeom>
            <a:solidFill>
              <a:schemeClr val="accent5"/>
            </a:solidFill>
            <a:ln w="12700" cap="flat">
              <a:solidFill>
                <a:schemeClr val="accent5"/>
              </a:solidFill>
              <a:prstDash val="solid"/>
              <a:miter/>
            </a:ln>
          </p:spPr>
          <p:txBody>
            <a:bodyPr rtlCol="0" anchor="ctr"/>
            <a:lstStyle/>
            <a:p>
              <a:endParaRPr lang="en-GB" sz="1400" b="1" dirty="0">
                <a:solidFill>
                  <a:schemeClr val="tx1"/>
                </a:solidFill>
              </a:endParaRPr>
            </a:p>
          </p:txBody>
        </p:sp>
        <p:sp>
          <p:nvSpPr>
            <p:cNvPr id="114" name="Freeform: Shape 113">
              <a:extLst>
                <a:ext uri="{FF2B5EF4-FFF2-40B4-BE49-F238E27FC236}">
                  <a16:creationId xmlns:a16="http://schemas.microsoft.com/office/drawing/2014/main" id="{E22AB3B5-9695-4D4A-BFDE-A798294B2483}"/>
                </a:ext>
              </a:extLst>
            </p:cNvPr>
            <p:cNvSpPr/>
            <p:nvPr/>
          </p:nvSpPr>
          <p:spPr>
            <a:xfrm>
              <a:off x="3102675" y="2800514"/>
              <a:ext cx="26119" cy="26119"/>
            </a:xfrm>
            <a:custGeom>
              <a:avLst/>
              <a:gdLst>
                <a:gd name="connsiteX0" fmla="*/ 23622 w 19050"/>
                <a:gd name="connsiteY0" fmla="*/ 11811 h 19050"/>
                <a:gd name="connsiteX1" fmla="*/ 11811 w 19050"/>
                <a:gd name="connsiteY1" fmla="*/ 23622 h 19050"/>
                <a:gd name="connsiteX2" fmla="*/ 0 w 19050"/>
                <a:gd name="connsiteY2" fmla="*/ 11811 h 19050"/>
                <a:gd name="connsiteX3" fmla="*/ 11811 w 19050"/>
                <a:gd name="connsiteY3" fmla="*/ 0 h 19050"/>
                <a:gd name="connsiteX4" fmla="*/ 23622 w 19050"/>
                <a:gd name="connsiteY4" fmla="*/ 11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3622" y="11811"/>
                  </a:moveTo>
                  <a:cubicBezTo>
                    <a:pt x="23622" y="18334"/>
                    <a:pt x="18334" y="23622"/>
                    <a:pt x="11811" y="23622"/>
                  </a:cubicBezTo>
                  <a:cubicBezTo>
                    <a:pt x="5288" y="23622"/>
                    <a:pt x="0" y="18334"/>
                    <a:pt x="0" y="11811"/>
                  </a:cubicBezTo>
                  <a:cubicBezTo>
                    <a:pt x="0" y="5288"/>
                    <a:pt x="5288" y="0"/>
                    <a:pt x="11811" y="0"/>
                  </a:cubicBezTo>
                  <a:cubicBezTo>
                    <a:pt x="18334" y="0"/>
                    <a:pt x="23622" y="5288"/>
                    <a:pt x="23622" y="11811"/>
                  </a:cubicBezTo>
                  <a:close/>
                </a:path>
              </a:pathLst>
            </a:custGeom>
            <a:solidFill>
              <a:schemeClr val="accent5"/>
            </a:solidFill>
            <a:ln w="12700" cap="flat">
              <a:solidFill>
                <a:schemeClr val="accent5"/>
              </a:solidFill>
              <a:prstDash val="solid"/>
              <a:miter/>
            </a:ln>
          </p:spPr>
          <p:txBody>
            <a:bodyPr rtlCol="0" anchor="ctr"/>
            <a:lstStyle/>
            <a:p>
              <a:endParaRPr lang="en-GB" sz="1400" b="1" dirty="0">
                <a:solidFill>
                  <a:schemeClr val="tx1"/>
                </a:solidFill>
              </a:endParaRPr>
            </a:p>
          </p:txBody>
        </p:sp>
      </p:grpSp>
      <p:cxnSp>
        <p:nvCxnSpPr>
          <p:cNvPr id="116" name="Straight Connector 115">
            <a:extLst>
              <a:ext uri="{FF2B5EF4-FFF2-40B4-BE49-F238E27FC236}">
                <a16:creationId xmlns:a16="http://schemas.microsoft.com/office/drawing/2014/main" id="{F2E24110-EE3D-461A-AAF6-51C3A5C4CAF4}"/>
              </a:ext>
              <a:ext uri="{C183D7F6-B498-43B3-948B-1728B52AA6E4}">
                <adec:decorative xmlns:adec="http://schemas.microsoft.com/office/drawing/2017/decorative" val="1"/>
              </a:ext>
            </a:extLst>
          </p:cNvPr>
          <p:cNvCxnSpPr>
            <a:cxnSpLocks/>
          </p:cNvCxnSpPr>
          <p:nvPr userDrawn="1"/>
        </p:nvCxnSpPr>
        <p:spPr>
          <a:xfrm>
            <a:off x="2983743" y="5866155"/>
            <a:ext cx="1389221" cy="0"/>
          </a:xfrm>
          <a:prstGeom prst="line">
            <a:avLst/>
          </a:prstGeom>
          <a:noFill/>
          <a:ln w="952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33" name="Group 132">
            <a:extLst>
              <a:ext uri="{FF2B5EF4-FFF2-40B4-BE49-F238E27FC236}">
                <a16:creationId xmlns:a16="http://schemas.microsoft.com/office/drawing/2014/main" id="{2C6D0E3F-1E60-4F92-B2AC-81E22770C62B}"/>
              </a:ext>
              <a:ext uri="{C183D7F6-B498-43B3-948B-1728B52AA6E4}">
                <adec:decorative xmlns:adec="http://schemas.microsoft.com/office/drawing/2017/decorative" val="1"/>
              </a:ext>
            </a:extLst>
          </p:cNvPr>
          <p:cNvGrpSpPr/>
          <p:nvPr userDrawn="1"/>
        </p:nvGrpSpPr>
        <p:grpSpPr>
          <a:xfrm>
            <a:off x="3096992" y="5293867"/>
            <a:ext cx="248640" cy="459485"/>
            <a:chOff x="6265015" y="5709762"/>
            <a:chExt cx="261189" cy="482675"/>
          </a:xfrm>
        </p:grpSpPr>
        <p:sp>
          <p:nvSpPr>
            <p:cNvPr id="134" name="Freeform: Shape 133">
              <a:extLst>
                <a:ext uri="{FF2B5EF4-FFF2-40B4-BE49-F238E27FC236}">
                  <a16:creationId xmlns:a16="http://schemas.microsoft.com/office/drawing/2014/main" id="{5E601E43-4963-4281-B92C-FFE84ED854ED}"/>
                </a:ext>
              </a:extLst>
            </p:cNvPr>
            <p:cNvSpPr/>
            <p:nvPr/>
          </p:nvSpPr>
          <p:spPr>
            <a:xfrm>
              <a:off x="6265015" y="5709762"/>
              <a:ext cx="261189" cy="352604"/>
            </a:xfrm>
            <a:custGeom>
              <a:avLst/>
              <a:gdLst>
                <a:gd name="connsiteX0" fmla="*/ 192024 w 190500"/>
                <a:gd name="connsiteY0" fmla="*/ 95917 h 257175"/>
                <a:gd name="connsiteX1" fmla="*/ 188214 w 190500"/>
                <a:gd name="connsiteY1" fmla="*/ 122682 h 257175"/>
                <a:gd name="connsiteX2" fmla="*/ 187643 w 190500"/>
                <a:gd name="connsiteY2" fmla="*/ 124492 h 257175"/>
                <a:gd name="connsiteX3" fmla="*/ 180118 w 190500"/>
                <a:gd name="connsiteY3" fmla="*/ 142208 h 257175"/>
                <a:gd name="connsiteX4" fmla="*/ 144780 w 190500"/>
                <a:gd name="connsiteY4" fmla="*/ 261747 h 257175"/>
                <a:gd name="connsiteX5" fmla="*/ 47339 w 190500"/>
                <a:gd name="connsiteY5" fmla="*/ 261747 h 257175"/>
                <a:gd name="connsiteX6" fmla="*/ 12192 w 190500"/>
                <a:gd name="connsiteY6" fmla="*/ 142780 h 257175"/>
                <a:gd name="connsiteX7" fmla="*/ 4191 w 190500"/>
                <a:gd name="connsiteY7" fmla="*/ 123825 h 257175"/>
                <a:gd name="connsiteX8" fmla="*/ 3810 w 190500"/>
                <a:gd name="connsiteY8" fmla="*/ 122777 h 257175"/>
                <a:gd name="connsiteX9" fmla="*/ 0 w 190500"/>
                <a:gd name="connsiteY9" fmla="*/ 96012 h 257175"/>
                <a:gd name="connsiteX10" fmla="*/ 96012 w 190500"/>
                <a:gd name="connsiteY10" fmla="*/ 0 h 257175"/>
                <a:gd name="connsiteX11" fmla="*/ 192024 w 190500"/>
                <a:gd name="connsiteY11" fmla="*/ 95917 h 25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0500" h="257175">
                  <a:moveTo>
                    <a:pt x="192024" y="95917"/>
                  </a:moveTo>
                  <a:cubicBezTo>
                    <a:pt x="192024" y="105251"/>
                    <a:pt x="190691" y="114205"/>
                    <a:pt x="188214" y="122682"/>
                  </a:cubicBezTo>
                  <a:cubicBezTo>
                    <a:pt x="188024" y="123254"/>
                    <a:pt x="187833" y="123921"/>
                    <a:pt x="187643" y="124492"/>
                  </a:cubicBezTo>
                  <a:cubicBezTo>
                    <a:pt x="187643" y="124492"/>
                    <a:pt x="182594" y="136017"/>
                    <a:pt x="180118" y="142208"/>
                  </a:cubicBezTo>
                  <a:cubicBezTo>
                    <a:pt x="159734" y="193834"/>
                    <a:pt x="144780" y="261747"/>
                    <a:pt x="144780" y="261747"/>
                  </a:cubicBezTo>
                  <a:lnTo>
                    <a:pt x="47339" y="261747"/>
                  </a:lnTo>
                  <a:cubicBezTo>
                    <a:pt x="47339" y="261747"/>
                    <a:pt x="32480" y="194310"/>
                    <a:pt x="12192" y="142780"/>
                  </a:cubicBezTo>
                  <a:cubicBezTo>
                    <a:pt x="9525" y="136112"/>
                    <a:pt x="6858" y="129731"/>
                    <a:pt x="4191" y="123825"/>
                  </a:cubicBezTo>
                  <a:cubicBezTo>
                    <a:pt x="4001" y="123539"/>
                    <a:pt x="3905" y="123158"/>
                    <a:pt x="3810" y="122777"/>
                  </a:cubicBezTo>
                  <a:cubicBezTo>
                    <a:pt x="1334" y="114300"/>
                    <a:pt x="0" y="105347"/>
                    <a:pt x="0" y="96012"/>
                  </a:cubicBezTo>
                  <a:cubicBezTo>
                    <a:pt x="0" y="42958"/>
                    <a:pt x="43053" y="0"/>
                    <a:pt x="96012" y="0"/>
                  </a:cubicBezTo>
                  <a:cubicBezTo>
                    <a:pt x="149066" y="-95"/>
                    <a:pt x="192024" y="42863"/>
                    <a:pt x="192024" y="95917"/>
                  </a:cubicBezTo>
                  <a:close/>
                </a:path>
              </a:pathLst>
            </a:custGeom>
            <a:noFill/>
            <a:ln w="12700" cap="flat">
              <a:solidFill>
                <a:schemeClr val="accent5"/>
              </a:solidFill>
              <a:prstDash val="solid"/>
              <a:round/>
            </a:ln>
          </p:spPr>
          <p:txBody>
            <a:bodyPr rtlCol="0" anchor="ctr"/>
            <a:lstStyle/>
            <a:p>
              <a:endParaRPr lang="en-GB" sz="1400" b="1" dirty="0">
                <a:solidFill>
                  <a:schemeClr val="tx1"/>
                </a:solidFill>
              </a:endParaRPr>
            </a:p>
          </p:txBody>
        </p:sp>
        <p:sp>
          <p:nvSpPr>
            <p:cNvPr id="135" name="Freeform: Shape 134">
              <a:extLst>
                <a:ext uri="{FF2B5EF4-FFF2-40B4-BE49-F238E27FC236}">
                  <a16:creationId xmlns:a16="http://schemas.microsoft.com/office/drawing/2014/main" id="{B96E3853-C661-4C3D-B8EB-4C0187E0EA93}"/>
                </a:ext>
              </a:extLst>
            </p:cNvPr>
            <p:cNvSpPr/>
            <p:nvPr/>
          </p:nvSpPr>
          <p:spPr>
            <a:xfrm>
              <a:off x="6329920" y="6102851"/>
              <a:ext cx="130594" cy="13059"/>
            </a:xfrm>
            <a:custGeom>
              <a:avLst/>
              <a:gdLst>
                <a:gd name="connsiteX0" fmla="*/ 0 w 95250"/>
                <a:gd name="connsiteY0" fmla="*/ 0 h 0"/>
                <a:gd name="connsiteX1" fmla="*/ 97536 w 95250"/>
                <a:gd name="connsiteY1" fmla="*/ 0 h 0"/>
              </a:gdLst>
              <a:ahLst/>
              <a:cxnLst>
                <a:cxn ang="0">
                  <a:pos x="connsiteX0" y="connsiteY0"/>
                </a:cxn>
                <a:cxn ang="0">
                  <a:pos x="connsiteX1" y="connsiteY1"/>
                </a:cxn>
              </a:cxnLst>
              <a:rect l="l" t="t" r="r" b="b"/>
              <a:pathLst>
                <a:path w="95250">
                  <a:moveTo>
                    <a:pt x="0" y="0"/>
                  </a:moveTo>
                  <a:lnTo>
                    <a:pt x="97536" y="0"/>
                  </a:lnTo>
                </a:path>
              </a:pathLst>
            </a:custGeom>
            <a:ln w="12700" cap="rnd">
              <a:solidFill>
                <a:schemeClr val="accent5"/>
              </a:solidFill>
              <a:prstDash val="solid"/>
              <a:round/>
            </a:ln>
          </p:spPr>
          <p:txBody>
            <a:bodyPr rtlCol="0" anchor="ctr"/>
            <a:lstStyle/>
            <a:p>
              <a:endParaRPr lang="en-GB" sz="1400" b="1" dirty="0">
                <a:solidFill>
                  <a:schemeClr val="tx1"/>
                </a:solidFill>
              </a:endParaRPr>
            </a:p>
          </p:txBody>
        </p:sp>
        <p:sp>
          <p:nvSpPr>
            <p:cNvPr id="137" name="Freeform: Shape 136">
              <a:extLst>
                <a:ext uri="{FF2B5EF4-FFF2-40B4-BE49-F238E27FC236}">
                  <a16:creationId xmlns:a16="http://schemas.microsoft.com/office/drawing/2014/main" id="{F16154B4-DB7F-4FFF-9BD4-E1FB03CA7407}"/>
                </a:ext>
              </a:extLst>
            </p:cNvPr>
            <p:cNvSpPr/>
            <p:nvPr/>
          </p:nvSpPr>
          <p:spPr>
            <a:xfrm>
              <a:off x="6329790" y="6141115"/>
              <a:ext cx="130594" cy="13059"/>
            </a:xfrm>
            <a:custGeom>
              <a:avLst/>
              <a:gdLst>
                <a:gd name="connsiteX0" fmla="*/ 0 w 95250"/>
                <a:gd name="connsiteY0" fmla="*/ 0 h 0"/>
                <a:gd name="connsiteX1" fmla="*/ 97536 w 95250"/>
                <a:gd name="connsiteY1" fmla="*/ 0 h 0"/>
              </a:gdLst>
              <a:ahLst/>
              <a:cxnLst>
                <a:cxn ang="0">
                  <a:pos x="connsiteX0" y="connsiteY0"/>
                </a:cxn>
                <a:cxn ang="0">
                  <a:pos x="connsiteX1" y="connsiteY1"/>
                </a:cxn>
              </a:cxnLst>
              <a:rect l="l" t="t" r="r" b="b"/>
              <a:pathLst>
                <a:path w="95250">
                  <a:moveTo>
                    <a:pt x="0" y="0"/>
                  </a:moveTo>
                  <a:lnTo>
                    <a:pt x="97536" y="0"/>
                  </a:lnTo>
                </a:path>
              </a:pathLst>
            </a:custGeom>
            <a:ln w="12700" cap="rnd">
              <a:solidFill>
                <a:schemeClr val="accent5"/>
              </a:solidFill>
              <a:prstDash val="solid"/>
              <a:round/>
            </a:ln>
          </p:spPr>
          <p:txBody>
            <a:bodyPr rtlCol="0" anchor="ctr"/>
            <a:lstStyle/>
            <a:p>
              <a:endParaRPr lang="en-GB" sz="1400" b="1" dirty="0">
                <a:solidFill>
                  <a:schemeClr val="tx1"/>
                </a:solidFill>
              </a:endParaRPr>
            </a:p>
          </p:txBody>
        </p:sp>
        <p:sp>
          <p:nvSpPr>
            <p:cNvPr id="138" name="Freeform: Shape 137">
              <a:extLst>
                <a:ext uri="{FF2B5EF4-FFF2-40B4-BE49-F238E27FC236}">
                  <a16:creationId xmlns:a16="http://schemas.microsoft.com/office/drawing/2014/main" id="{6A5AAC20-292A-4CC2-99BE-A68587A6D5E1}"/>
                </a:ext>
              </a:extLst>
            </p:cNvPr>
            <p:cNvSpPr/>
            <p:nvPr/>
          </p:nvSpPr>
          <p:spPr>
            <a:xfrm>
              <a:off x="6367139" y="6179378"/>
              <a:ext cx="52238" cy="13059"/>
            </a:xfrm>
            <a:custGeom>
              <a:avLst/>
              <a:gdLst>
                <a:gd name="connsiteX0" fmla="*/ 0 w 38100"/>
                <a:gd name="connsiteY0" fmla="*/ 0 h 0"/>
                <a:gd name="connsiteX1" fmla="*/ 42958 w 38100"/>
                <a:gd name="connsiteY1" fmla="*/ 0 h 0"/>
              </a:gdLst>
              <a:ahLst/>
              <a:cxnLst>
                <a:cxn ang="0">
                  <a:pos x="connsiteX0" y="connsiteY0"/>
                </a:cxn>
                <a:cxn ang="0">
                  <a:pos x="connsiteX1" y="connsiteY1"/>
                </a:cxn>
              </a:cxnLst>
              <a:rect l="l" t="t" r="r" b="b"/>
              <a:pathLst>
                <a:path w="38100">
                  <a:moveTo>
                    <a:pt x="0" y="0"/>
                  </a:moveTo>
                  <a:lnTo>
                    <a:pt x="42958" y="0"/>
                  </a:lnTo>
                </a:path>
              </a:pathLst>
            </a:custGeom>
            <a:ln w="12700" cap="rnd">
              <a:solidFill>
                <a:schemeClr val="accent5"/>
              </a:solidFill>
              <a:prstDash val="solid"/>
              <a:round/>
            </a:ln>
          </p:spPr>
          <p:txBody>
            <a:bodyPr rtlCol="0" anchor="ctr"/>
            <a:lstStyle/>
            <a:p>
              <a:endParaRPr lang="en-GB" sz="1400" b="1" dirty="0">
                <a:solidFill>
                  <a:schemeClr val="tx1"/>
                </a:solidFill>
              </a:endParaRPr>
            </a:p>
          </p:txBody>
        </p:sp>
      </p:grpSp>
      <p:cxnSp>
        <p:nvCxnSpPr>
          <p:cNvPr id="140" name="Straight Connector 139">
            <a:extLst>
              <a:ext uri="{FF2B5EF4-FFF2-40B4-BE49-F238E27FC236}">
                <a16:creationId xmlns:a16="http://schemas.microsoft.com/office/drawing/2014/main" id="{7425658E-8321-4145-96A3-EA5156942F3B}"/>
              </a:ext>
              <a:ext uri="{C183D7F6-B498-43B3-948B-1728B52AA6E4}">
                <adec:decorative xmlns:adec="http://schemas.microsoft.com/office/drawing/2017/decorative" val="1"/>
              </a:ext>
            </a:extLst>
          </p:cNvPr>
          <p:cNvCxnSpPr>
            <a:cxnSpLocks/>
          </p:cNvCxnSpPr>
          <p:nvPr userDrawn="1"/>
        </p:nvCxnSpPr>
        <p:spPr>
          <a:xfrm>
            <a:off x="5408438" y="5866155"/>
            <a:ext cx="1389221" cy="0"/>
          </a:xfrm>
          <a:prstGeom prst="line">
            <a:avLst/>
          </a:prstGeom>
          <a:noFill/>
          <a:ln w="952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41" name="Group 140">
            <a:extLst>
              <a:ext uri="{FF2B5EF4-FFF2-40B4-BE49-F238E27FC236}">
                <a16:creationId xmlns:a16="http://schemas.microsoft.com/office/drawing/2014/main" id="{D55B8996-E0B8-4C62-AE5F-DFB770548E15}"/>
              </a:ext>
              <a:ext uri="{C183D7F6-B498-43B3-948B-1728B52AA6E4}">
                <adec:decorative xmlns:adec="http://schemas.microsoft.com/office/drawing/2017/decorative" val="1"/>
              </a:ext>
            </a:extLst>
          </p:cNvPr>
          <p:cNvGrpSpPr/>
          <p:nvPr userDrawn="1"/>
        </p:nvGrpSpPr>
        <p:grpSpPr>
          <a:xfrm>
            <a:off x="5436203" y="5337357"/>
            <a:ext cx="419609" cy="415995"/>
            <a:chOff x="6443026" y="2417970"/>
            <a:chExt cx="440787" cy="436990"/>
          </a:xfrm>
        </p:grpSpPr>
        <p:sp>
          <p:nvSpPr>
            <p:cNvPr id="142" name="Freeform: Shape 141">
              <a:extLst>
                <a:ext uri="{FF2B5EF4-FFF2-40B4-BE49-F238E27FC236}">
                  <a16:creationId xmlns:a16="http://schemas.microsoft.com/office/drawing/2014/main" id="{46A29C76-FB4E-4492-A39E-34FCCFFCCA7B}"/>
                </a:ext>
              </a:extLst>
            </p:cNvPr>
            <p:cNvSpPr/>
            <p:nvPr/>
          </p:nvSpPr>
          <p:spPr>
            <a:xfrm>
              <a:off x="6443026" y="2417970"/>
              <a:ext cx="65476" cy="65476"/>
            </a:xfrm>
            <a:custGeom>
              <a:avLst/>
              <a:gdLst>
                <a:gd name="connsiteX0" fmla="*/ 0 w 65476"/>
                <a:gd name="connsiteY0" fmla="*/ 70715 h 65476"/>
                <a:gd name="connsiteX1" fmla="*/ 0 w 65476"/>
                <a:gd name="connsiteY1" fmla="*/ 0 h 65476"/>
                <a:gd name="connsiteX2" fmla="*/ 68226 w 65476"/>
                <a:gd name="connsiteY2" fmla="*/ 0 h 65476"/>
              </a:gdLst>
              <a:ahLst/>
              <a:cxnLst>
                <a:cxn ang="0">
                  <a:pos x="connsiteX0" y="connsiteY0"/>
                </a:cxn>
                <a:cxn ang="0">
                  <a:pos x="connsiteX1" y="connsiteY1"/>
                </a:cxn>
                <a:cxn ang="0">
                  <a:pos x="connsiteX2" y="connsiteY2"/>
                </a:cxn>
              </a:cxnLst>
              <a:rect l="l" t="t" r="r" b="b"/>
              <a:pathLst>
                <a:path w="65476" h="65476">
                  <a:moveTo>
                    <a:pt x="0" y="70715"/>
                  </a:moveTo>
                  <a:lnTo>
                    <a:pt x="0" y="0"/>
                  </a:lnTo>
                  <a:lnTo>
                    <a:pt x="68226" y="0"/>
                  </a:lnTo>
                </a:path>
              </a:pathLst>
            </a:custGeom>
            <a:noFill/>
            <a:ln w="12700" cap="flat">
              <a:solidFill>
                <a:schemeClr val="accent5"/>
              </a:solidFill>
              <a:prstDash val="solid"/>
              <a:round/>
            </a:ln>
          </p:spPr>
          <p:txBody>
            <a:bodyPr rtlCol="0" anchor="ctr"/>
            <a:lstStyle/>
            <a:p>
              <a:endParaRPr lang="en-GB" sz="1400" b="1" dirty="0">
                <a:solidFill>
                  <a:schemeClr val="tx1"/>
                </a:solidFill>
              </a:endParaRPr>
            </a:p>
          </p:txBody>
        </p:sp>
        <p:sp>
          <p:nvSpPr>
            <p:cNvPr id="143" name="Freeform: Shape 142">
              <a:extLst>
                <a:ext uri="{FF2B5EF4-FFF2-40B4-BE49-F238E27FC236}">
                  <a16:creationId xmlns:a16="http://schemas.microsoft.com/office/drawing/2014/main" id="{19A1706B-B7D2-4C04-B0E8-6285AC5C83DB}"/>
                </a:ext>
              </a:extLst>
            </p:cNvPr>
            <p:cNvSpPr/>
            <p:nvPr/>
          </p:nvSpPr>
          <p:spPr>
            <a:xfrm>
              <a:off x="6815849" y="2417970"/>
              <a:ext cx="65476" cy="65476"/>
            </a:xfrm>
            <a:custGeom>
              <a:avLst/>
              <a:gdLst>
                <a:gd name="connsiteX0" fmla="*/ 0 w 65476"/>
                <a:gd name="connsiteY0" fmla="*/ 0 h 65476"/>
                <a:gd name="connsiteX1" fmla="*/ 70846 w 65476"/>
                <a:gd name="connsiteY1" fmla="*/ 0 h 65476"/>
                <a:gd name="connsiteX2" fmla="*/ 70846 w 65476"/>
                <a:gd name="connsiteY2" fmla="*/ 68226 h 65476"/>
              </a:gdLst>
              <a:ahLst/>
              <a:cxnLst>
                <a:cxn ang="0">
                  <a:pos x="connsiteX0" y="connsiteY0"/>
                </a:cxn>
                <a:cxn ang="0">
                  <a:pos x="connsiteX1" y="connsiteY1"/>
                </a:cxn>
                <a:cxn ang="0">
                  <a:pos x="connsiteX2" y="connsiteY2"/>
                </a:cxn>
              </a:cxnLst>
              <a:rect l="l" t="t" r="r" b="b"/>
              <a:pathLst>
                <a:path w="65476" h="65476">
                  <a:moveTo>
                    <a:pt x="0" y="0"/>
                  </a:moveTo>
                  <a:lnTo>
                    <a:pt x="70846" y="0"/>
                  </a:lnTo>
                  <a:lnTo>
                    <a:pt x="70846" y="68226"/>
                  </a:lnTo>
                </a:path>
              </a:pathLst>
            </a:custGeom>
            <a:noFill/>
            <a:ln w="12700" cap="flat">
              <a:solidFill>
                <a:schemeClr val="accent5"/>
              </a:solidFill>
              <a:prstDash val="solid"/>
              <a:round/>
            </a:ln>
          </p:spPr>
          <p:txBody>
            <a:bodyPr rtlCol="0" anchor="ctr"/>
            <a:lstStyle/>
            <a:p>
              <a:endParaRPr lang="en-GB" sz="1400" b="1" dirty="0">
                <a:solidFill>
                  <a:schemeClr val="tx1"/>
                </a:solidFill>
              </a:endParaRPr>
            </a:p>
          </p:txBody>
        </p:sp>
        <p:sp>
          <p:nvSpPr>
            <p:cNvPr id="144" name="Freeform: Shape 143">
              <a:extLst>
                <a:ext uri="{FF2B5EF4-FFF2-40B4-BE49-F238E27FC236}">
                  <a16:creationId xmlns:a16="http://schemas.microsoft.com/office/drawing/2014/main" id="{A066030C-B5BE-4669-9376-08175DF9BE4E}"/>
                </a:ext>
              </a:extLst>
            </p:cNvPr>
            <p:cNvSpPr/>
            <p:nvPr/>
          </p:nvSpPr>
          <p:spPr>
            <a:xfrm>
              <a:off x="6818337" y="2786996"/>
              <a:ext cx="65476" cy="65476"/>
            </a:xfrm>
            <a:custGeom>
              <a:avLst/>
              <a:gdLst>
                <a:gd name="connsiteX0" fmla="*/ 68357 w 65476"/>
                <a:gd name="connsiteY0" fmla="*/ 0 h 65476"/>
                <a:gd name="connsiteX1" fmla="*/ 68357 w 65476"/>
                <a:gd name="connsiteY1" fmla="*/ 70715 h 65476"/>
                <a:gd name="connsiteX2" fmla="*/ 0 w 65476"/>
                <a:gd name="connsiteY2" fmla="*/ 70715 h 65476"/>
              </a:gdLst>
              <a:ahLst/>
              <a:cxnLst>
                <a:cxn ang="0">
                  <a:pos x="connsiteX0" y="connsiteY0"/>
                </a:cxn>
                <a:cxn ang="0">
                  <a:pos x="connsiteX1" y="connsiteY1"/>
                </a:cxn>
                <a:cxn ang="0">
                  <a:pos x="connsiteX2" y="connsiteY2"/>
                </a:cxn>
              </a:cxnLst>
              <a:rect l="l" t="t" r="r" b="b"/>
              <a:pathLst>
                <a:path w="65476" h="65476">
                  <a:moveTo>
                    <a:pt x="68357" y="0"/>
                  </a:moveTo>
                  <a:lnTo>
                    <a:pt x="68357" y="70715"/>
                  </a:lnTo>
                  <a:lnTo>
                    <a:pt x="0" y="70715"/>
                  </a:lnTo>
                </a:path>
              </a:pathLst>
            </a:custGeom>
            <a:noFill/>
            <a:ln w="12700" cap="flat">
              <a:solidFill>
                <a:schemeClr val="accent5"/>
              </a:solidFill>
              <a:prstDash val="solid"/>
              <a:round/>
            </a:ln>
          </p:spPr>
          <p:txBody>
            <a:bodyPr rtlCol="0" anchor="ctr"/>
            <a:lstStyle/>
            <a:p>
              <a:endParaRPr lang="en-GB" sz="1400" b="1" dirty="0">
                <a:solidFill>
                  <a:schemeClr val="tx1"/>
                </a:solidFill>
              </a:endParaRPr>
            </a:p>
          </p:txBody>
        </p:sp>
        <p:sp>
          <p:nvSpPr>
            <p:cNvPr id="145" name="Freeform: Shape 144">
              <a:extLst>
                <a:ext uri="{FF2B5EF4-FFF2-40B4-BE49-F238E27FC236}">
                  <a16:creationId xmlns:a16="http://schemas.microsoft.com/office/drawing/2014/main" id="{F9F704FF-F519-4224-8B0F-4EB032D15DE7}"/>
                </a:ext>
              </a:extLst>
            </p:cNvPr>
            <p:cNvSpPr/>
            <p:nvPr/>
          </p:nvSpPr>
          <p:spPr>
            <a:xfrm>
              <a:off x="6443026" y="2789484"/>
              <a:ext cx="65476" cy="65476"/>
            </a:xfrm>
            <a:custGeom>
              <a:avLst/>
              <a:gdLst>
                <a:gd name="connsiteX0" fmla="*/ 70846 w 65476"/>
                <a:gd name="connsiteY0" fmla="*/ 68226 h 65476"/>
                <a:gd name="connsiteX1" fmla="*/ 0 w 65476"/>
                <a:gd name="connsiteY1" fmla="*/ 68226 h 65476"/>
                <a:gd name="connsiteX2" fmla="*/ 0 w 65476"/>
                <a:gd name="connsiteY2" fmla="*/ 0 h 65476"/>
              </a:gdLst>
              <a:ahLst/>
              <a:cxnLst>
                <a:cxn ang="0">
                  <a:pos x="connsiteX0" y="connsiteY0"/>
                </a:cxn>
                <a:cxn ang="0">
                  <a:pos x="connsiteX1" y="connsiteY1"/>
                </a:cxn>
                <a:cxn ang="0">
                  <a:pos x="connsiteX2" y="connsiteY2"/>
                </a:cxn>
              </a:cxnLst>
              <a:rect l="l" t="t" r="r" b="b"/>
              <a:pathLst>
                <a:path w="65476" h="65476">
                  <a:moveTo>
                    <a:pt x="70846" y="68226"/>
                  </a:moveTo>
                  <a:lnTo>
                    <a:pt x="0" y="68226"/>
                  </a:lnTo>
                  <a:lnTo>
                    <a:pt x="0" y="0"/>
                  </a:lnTo>
                </a:path>
              </a:pathLst>
            </a:custGeom>
            <a:noFill/>
            <a:ln w="12700" cap="flat">
              <a:solidFill>
                <a:schemeClr val="accent5"/>
              </a:solidFill>
              <a:prstDash val="solid"/>
              <a:round/>
            </a:ln>
          </p:spPr>
          <p:txBody>
            <a:bodyPr rtlCol="0" anchor="ctr"/>
            <a:lstStyle/>
            <a:p>
              <a:endParaRPr lang="en-GB" sz="1400" b="1" dirty="0">
                <a:solidFill>
                  <a:schemeClr val="tx1"/>
                </a:solidFill>
              </a:endParaRPr>
            </a:p>
          </p:txBody>
        </p:sp>
        <p:sp>
          <p:nvSpPr>
            <p:cNvPr id="146" name="Freeform: Shape 145">
              <a:extLst>
                <a:ext uri="{FF2B5EF4-FFF2-40B4-BE49-F238E27FC236}">
                  <a16:creationId xmlns:a16="http://schemas.microsoft.com/office/drawing/2014/main" id="{58217CFB-C212-463F-8E90-581B1C75BD4E}"/>
                </a:ext>
              </a:extLst>
            </p:cNvPr>
            <p:cNvSpPr/>
            <p:nvPr/>
          </p:nvSpPr>
          <p:spPr>
            <a:xfrm>
              <a:off x="6554205" y="2635352"/>
              <a:ext cx="209525" cy="13095"/>
            </a:xfrm>
            <a:custGeom>
              <a:avLst/>
              <a:gdLst>
                <a:gd name="connsiteX0" fmla="*/ 0 w 209524"/>
                <a:gd name="connsiteY0" fmla="*/ 0 h 0"/>
                <a:gd name="connsiteX1" fmla="*/ 222489 w 209524"/>
                <a:gd name="connsiteY1" fmla="*/ 0 h 0"/>
              </a:gdLst>
              <a:ahLst/>
              <a:cxnLst>
                <a:cxn ang="0">
                  <a:pos x="connsiteX0" y="connsiteY0"/>
                </a:cxn>
                <a:cxn ang="0">
                  <a:pos x="connsiteX1" y="connsiteY1"/>
                </a:cxn>
              </a:cxnLst>
              <a:rect l="l" t="t" r="r" b="b"/>
              <a:pathLst>
                <a:path w="209524">
                  <a:moveTo>
                    <a:pt x="0" y="0"/>
                  </a:moveTo>
                  <a:lnTo>
                    <a:pt x="222489" y="0"/>
                  </a:lnTo>
                </a:path>
              </a:pathLst>
            </a:custGeom>
            <a:ln w="12700" cap="flat">
              <a:solidFill>
                <a:schemeClr val="accent5"/>
              </a:solidFill>
              <a:prstDash val="solid"/>
              <a:round/>
            </a:ln>
          </p:spPr>
          <p:txBody>
            <a:bodyPr rtlCol="0" anchor="ctr"/>
            <a:lstStyle/>
            <a:p>
              <a:endParaRPr lang="en-GB" sz="1400" b="1" dirty="0">
                <a:solidFill>
                  <a:schemeClr val="tx1"/>
                </a:solidFill>
              </a:endParaRPr>
            </a:p>
          </p:txBody>
        </p:sp>
        <p:sp>
          <p:nvSpPr>
            <p:cNvPr id="147" name="Freeform: Shape 146">
              <a:extLst>
                <a:ext uri="{FF2B5EF4-FFF2-40B4-BE49-F238E27FC236}">
                  <a16:creationId xmlns:a16="http://schemas.microsoft.com/office/drawing/2014/main" id="{AB0C0BCA-628D-4526-BE39-0D6F89A9DC5A}"/>
                </a:ext>
              </a:extLst>
            </p:cNvPr>
            <p:cNvSpPr/>
            <p:nvPr/>
          </p:nvSpPr>
          <p:spPr>
            <a:xfrm>
              <a:off x="6665515" y="2524173"/>
              <a:ext cx="13095" cy="209525"/>
            </a:xfrm>
            <a:custGeom>
              <a:avLst/>
              <a:gdLst>
                <a:gd name="connsiteX0" fmla="*/ 0 w 0"/>
                <a:gd name="connsiteY0" fmla="*/ 222358 h 209524"/>
                <a:gd name="connsiteX1" fmla="*/ 0 w 0"/>
                <a:gd name="connsiteY1" fmla="*/ 0 h 209524"/>
              </a:gdLst>
              <a:ahLst/>
              <a:cxnLst>
                <a:cxn ang="0">
                  <a:pos x="connsiteX0" y="connsiteY0"/>
                </a:cxn>
                <a:cxn ang="0">
                  <a:pos x="connsiteX1" y="connsiteY1"/>
                </a:cxn>
              </a:cxnLst>
              <a:rect l="l" t="t" r="r" b="b"/>
              <a:pathLst>
                <a:path h="209524">
                  <a:moveTo>
                    <a:pt x="0" y="222358"/>
                  </a:moveTo>
                  <a:lnTo>
                    <a:pt x="0" y="0"/>
                  </a:lnTo>
                </a:path>
              </a:pathLst>
            </a:custGeom>
            <a:ln w="12700" cap="flat">
              <a:solidFill>
                <a:schemeClr val="accent5"/>
              </a:solidFill>
              <a:prstDash val="solid"/>
              <a:round/>
            </a:ln>
          </p:spPr>
          <p:txBody>
            <a:bodyPr rtlCol="0" anchor="ctr"/>
            <a:lstStyle/>
            <a:p>
              <a:endParaRPr lang="en-GB" sz="1400" b="1" dirty="0">
                <a:solidFill>
                  <a:schemeClr val="tx1"/>
                </a:solidFill>
              </a:endParaRPr>
            </a:p>
          </p:txBody>
        </p:sp>
      </p:grpSp>
      <p:cxnSp>
        <p:nvCxnSpPr>
          <p:cNvPr id="149" name="Straight Connector 148">
            <a:extLst>
              <a:ext uri="{FF2B5EF4-FFF2-40B4-BE49-F238E27FC236}">
                <a16:creationId xmlns:a16="http://schemas.microsoft.com/office/drawing/2014/main" id="{BFE3E24F-D539-4871-8DAA-E6AD97C0D678}"/>
              </a:ext>
              <a:ext uri="{C183D7F6-B498-43B3-948B-1728B52AA6E4}">
                <adec:decorative xmlns:adec="http://schemas.microsoft.com/office/drawing/2017/decorative" val="1"/>
              </a:ext>
            </a:extLst>
          </p:cNvPr>
          <p:cNvCxnSpPr>
            <a:cxnSpLocks/>
          </p:cNvCxnSpPr>
          <p:nvPr userDrawn="1"/>
        </p:nvCxnSpPr>
        <p:spPr>
          <a:xfrm>
            <a:off x="7833133" y="5866155"/>
            <a:ext cx="1389221" cy="0"/>
          </a:xfrm>
          <a:prstGeom prst="line">
            <a:avLst/>
          </a:prstGeom>
          <a:noFill/>
          <a:ln w="952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0" name="Freeform: Shape 149">
            <a:extLst>
              <a:ext uri="{FF2B5EF4-FFF2-40B4-BE49-F238E27FC236}">
                <a16:creationId xmlns:a16="http://schemas.microsoft.com/office/drawing/2014/main" id="{3E9D8417-83B7-4F1F-8562-61890D5905B8}"/>
              </a:ext>
              <a:ext uri="{C183D7F6-B498-43B3-948B-1728B52AA6E4}">
                <adec:decorative xmlns:adec="http://schemas.microsoft.com/office/drawing/2017/decorative" val="1"/>
              </a:ext>
            </a:extLst>
          </p:cNvPr>
          <p:cNvSpPr/>
          <p:nvPr userDrawn="1"/>
        </p:nvSpPr>
        <p:spPr>
          <a:xfrm>
            <a:off x="7840711" y="5367961"/>
            <a:ext cx="459983" cy="385391"/>
          </a:xfrm>
          <a:custGeom>
            <a:avLst/>
            <a:gdLst>
              <a:gd name="connsiteX0" fmla="*/ 348104 w 352425"/>
              <a:gd name="connsiteY0" fmla="*/ 128975 h 295275"/>
              <a:gd name="connsiteX1" fmla="*/ 178844 w 352425"/>
              <a:gd name="connsiteY1" fmla="*/ 295472 h 295275"/>
              <a:gd name="connsiteX2" fmla="*/ 9680 w 352425"/>
              <a:gd name="connsiteY2" fmla="*/ 128975 h 295275"/>
              <a:gd name="connsiteX3" fmla="*/ 56924 w 352425"/>
              <a:gd name="connsiteY3" fmla="*/ 7817 h 295275"/>
              <a:gd name="connsiteX4" fmla="*/ 178082 w 352425"/>
              <a:gd name="connsiteY4" fmla="*/ 55061 h 295275"/>
              <a:gd name="connsiteX5" fmla="*/ 179606 w 352425"/>
              <a:gd name="connsiteY5" fmla="*/ 55061 h 295275"/>
              <a:gd name="connsiteX6" fmla="*/ 300860 w 352425"/>
              <a:gd name="connsiteY6" fmla="*/ 7817 h 295275"/>
              <a:gd name="connsiteX7" fmla="*/ 348104 w 352425"/>
              <a:gd name="connsiteY7" fmla="*/ 128975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2425" h="295275">
                <a:moveTo>
                  <a:pt x="348104" y="128975"/>
                </a:moveTo>
                <a:cubicBezTo>
                  <a:pt x="298478" y="219462"/>
                  <a:pt x="178844" y="295472"/>
                  <a:pt x="178844" y="295472"/>
                </a:cubicBezTo>
                <a:cubicBezTo>
                  <a:pt x="178844" y="295472"/>
                  <a:pt x="60734" y="219843"/>
                  <a:pt x="9680" y="128975"/>
                </a:cubicBezTo>
                <a:cubicBezTo>
                  <a:pt x="-15180" y="84779"/>
                  <a:pt x="10442" y="28200"/>
                  <a:pt x="56924" y="7817"/>
                </a:cubicBezTo>
                <a:cubicBezTo>
                  <a:pt x="103502" y="-12567"/>
                  <a:pt x="157699" y="8579"/>
                  <a:pt x="178082" y="55061"/>
                </a:cubicBezTo>
                <a:cubicBezTo>
                  <a:pt x="178368" y="55632"/>
                  <a:pt x="179321" y="55632"/>
                  <a:pt x="179606" y="55061"/>
                </a:cubicBezTo>
                <a:cubicBezTo>
                  <a:pt x="199990" y="8484"/>
                  <a:pt x="254282" y="-12662"/>
                  <a:pt x="300860" y="7817"/>
                </a:cubicBezTo>
                <a:cubicBezTo>
                  <a:pt x="347342" y="28200"/>
                  <a:pt x="372488" y="84493"/>
                  <a:pt x="348104" y="128975"/>
                </a:cubicBezTo>
                <a:close/>
              </a:path>
            </a:pathLst>
          </a:custGeom>
          <a:noFill/>
          <a:ln w="12700" cap="flat">
            <a:solidFill>
              <a:schemeClr val="accent5"/>
            </a:solidFill>
            <a:prstDash val="solid"/>
            <a:miter/>
          </a:ln>
        </p:spPr>
        <p:txBody>
          <a:bodyPr rtlCol="0" anchor="ctr"/>
          <a:lstStyle/>
          <a:p>
            <a:endParaRPr lang="en-GB" sz="1400" b="1" dirty="0">
              <a:solidFill>
                <a:schemeClr val="tx1"/>
              </a:solidFill>
            </a:endParaRPr>
          </a:p>
        </p:txBody>
      </p:sp>
      <p:cxnSp>
        <p:nvCxnSpPr>
          <p:cNvPr id="152" name="Straight Connector 151">
            <a:extLst>
              <a:ext uri="{FF2B5EF4-FFF2-40B4-BE49-F238E27FC236}">
                <a16:creationId xmlns:a16="http://schemas.microsoft.com/office/drawing/2014/main" id="{8575DB60-28A7-4D6D-BEDF-7904E347891B}"/>
              </a:ext>
              <a:ext uri="{C183D7F6-B498-43B3-948B-1728B52AA6E4}">
                <adec:decorative xmlns:adec="http://schemas.microsoft.com/office/drawing/2017/decorative" val="1"/>
              </a:ext>
            </a:extLst>
          </p:cNvPr>
          <p:cNvCxnSpPr>
            <a:cxnSpLocks/>
          </p:cNvCxnSpPr>
          <p:nvPr userDrawn="1"/>
        </p:nvCxnSpPr>
        <p:spPr>
          <a:xfrm>
            <a:off x="10257827" y="5866155"/>
            <a:ext cx="1389221" cy="0"/>
          </a:xfrm>
          <a:prstGeom prst="line">
            <a:avLst/>
          </a:prstGeom>
          <a:noFill/>
          <a:ln w="952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53" name="Group 152">
            <a:extLst>
              <a:ext uri="{FF2B5EF4-FFF2-40B4-BE49-F238E27FC236}">
                <a16:creationId xmlns:a16="http://schemas.microsoft.com/office/drawing/2014/main" id="{EA0D26CA-3BAE-45DA-AB03-84069EE571D0}"/>
              </a:ext>
              <a:ext uri="{C183D7F6-B498-43B3-948B-1728B52AA6E4}">
                <adec:decorative xmlns:adec="http://schemas.microsoft.com/office/drawing/2017/decorative" val="1"/>
              </a:ext>
            </a:extLst>
          </p:cNvPr>
          <p:cNvGrpSpPr/>
          <p:nvPr userDrawn="1"/>
        </p:nvGrpSpPr>
        <p:grpSpPr>
          <a:xfrm>
            <a:off x="10277836" y="5369827"/>
            <a:ext cx="435119" cy="383525"/>
            <a:chOff x="5055450" y="4606241"/>
            <a:chExt cx="457080" cy="402882"/>
          </a:xfrm>
        </p:grpSpPr>
        <p:sp>
          <p:nvSpPr>
            <p:cNvPr id="154" name="Freeform: Shape 153">
              <a:extLst>
                <a:ext uri="{FF2B5EF4-FFF2-40B4-BE49-F238E27FC236}">
                  <a16:creationId xmlns:a16="http://schemas.microsoft.com/office/drawing/2014/main" id="{30DCA5FA-A661-41DD-ABDD-D030DEE1A37B}"/>
                </a:ext>
              </a:extLst>
            </p:cNvPr>
            <p:cNvSpPr/>
            <p:nvPr/>
          </p:nvSpPr>
          <p:spPr>
            <a:xfrm>
              <a:off x="5055450" y="4606241"/>
              <a:ext cx="457080" cy="222010"/>
            </a:xfrm>
            <a:custGeom>
              <a:avLst/>
              <a:gdLst>
                <a:gd name="connsiteX0" fmla="*/ 0 w 333375"/>
                <a:gd name="connsiteY0" fmla="*/ 166973 h 161925"/>
                <a:gd name="connsiteX1" fmla="*/ 166973 w 333375"/>
                <a:gd name="connsiteY1" fmla="*/ 0 h 161925"/>
                <a:gd name="connsiteX2" fmla="*/ 334042 w 333375"/>
                <a:gd name="connsiteY2" fmla="*/ 166973 h 161925"/>
              </a:gdLst>
              <a:ahLst/>
              <a:cxnLst>
                <a:cxn ang="0">
                  <a:pos x="connsiteX0" y="connsiteY0"/>
                </a:cxn>
                <a:cxn ang="0">
                  <a:pos x="connsiteX1" y="connsiteY1"/>
                </a:cxn>
                <a:cxn ang="0">
                  <a:pos x="connsiteX2" y="connsiteY2"/>
                </a:cxn>
              </a:cxnLst>
              <a:rect l="l" t="t" r="r" b="b"/>
              <a:pathLst>
                <a:path w="333375" h="161925">
                  <a:moveTo>
                    <a:pt x="0" y="166973"/>
                  </a:moveTo>
                  <a:lnTo>
                    <a:pt x="166973" y="0"/>
                  </a:lnTo>
                  <a:lnTo>
                    <a:pt x="334042" y="166973"/>
                  </a:lnTo>
                </a:path>
              </a:pathLst>
            </a:custGeom>
            <a:noFill/>
            <a:ln w="12700" cap="rnd">
              <a:solidFill>
                <a:schemeClr val="accent5"/>
              </a:solidFill>
              <a:prstDash val="solid"/>
              <a:miter/>
            </a:ln>
          </p:spPr>
          <p:txBody>
            <a:bodyPr rtlCol="0" anchor="ctr"/>
            <a:lstStyle/>
            <a:p>
              <a:endParaRPr lang="en-GB" sz="1400" b="1" dirty="0">
                <a:solidFill>
                  <a:schemeClr val="tx1"/>
                </a:solidFill>
              </a:endParaRPr>
            </a:p>
          </p:txBody>
        </p:sp>
        <p:sp>
          <p:nvSpPr>
            <p:cNvPr id="155" name="Freeform: Shape 154">
              <a:extLst>
                <a:ext uri="{FF2B5EF4-FFF2-40B4-BE49-F238E27FC236}">
                  <a16:creationId xmlns:a16="http://schemas.microsoft.com/office/drawing/2014/main" id="{13C8752F-66B7-4CCD-B120-21632D62481D}"/>
                </a:ext>
              </a:extLst>
            </p:cNvPr>
            <p:cNvSpPr/>
            <p:nvPr/>
          </p:nvSpPr>
          <p:spPr>
            <a:xfrm>
              <a:off x="5055450" y="4696612"/>
              <a:ext cx="457080" cy="222010"/>
            </a:xfrm>
            <a:custGeom>
              <a:avLst/>
              <a:gdLst>
                <a:gd name="connsiteX0" fmla="*/ 0 w 333375"/>
                <a:gd name="connsiteY0" fmla="*/ 167069 h 161925"/>
                <a:gd name="connsiteX1" fmla="*/ 166973 w 333375"/>
                <a:gd name="connsiteY1" fmla="*/ 0 h 161925"/>
                <a:gd name="connsiteX2" fmla="*/ 334042 w 333375"/>
                <a:gd name="connsiteY2" fmla="*/ 167069 h 161925"/>
              </a:gdLst>
              <a:ahLst/>
              <a:cxnLst>
                <a:cxn ang="0">
                  <a:pos x="connsiteX0" y="connsiteY0"/>
                </a:cxn>
                <a:cxn ang="0">
                  <a:pos x="connsiteX1" y="connsiteY1"/>
                </a:cxn>
                <a:cxn ang="0">
                  <a:pos x="connsiteX2" y="connsiteY2"/>
                </a:cxn>
              </a:cxnLst>
              <a:rect l="l" t="t" r="r" b="b"/>
              <a:pathLst>
                <a:path w="333375" h="161925">
                  <a:moveTo>
                    <a:pt x="0" y="167069"/>
                  </a:moveTo>
                  <a:lnTo>
                    <a:pt x="166973" y="0"/>
                  </a:lnTo>
                  <a:lnTo>
                    <a:pt x="334042" y="167069"/>
                  </a:lnTo>
                </a:path>
              </a:pathLst>
            </a:custGeom>
            <a:noFill/>
            <a:ln w="12700" cap="rnd">
              <a:solidFill>
                <a:schemeClr val="accent5"/>
              </a:solidFill>
              <a:prstDash val="solid"/>
              <a:miter/>
            </a:ln>
          </p:spPr>
          <p:txBody>
            <a:bodyPr rtlCol="0" anchor="ctr"/>
            <a:lstStyle/>
            <a:p>
              <a:endParaRPr lang="en-GB" sz="1400" b="1" dirty="0">
                <a:solidFill>
                  <a:schemeClr val="tx1"/>
                </a:solidFill>
              </a:endParaRPr>
            </a:p>
          </p:txBody>
        </p:sp>
        <p:sp>
          <p:nvSpPr>
            <p:cNvPr id="156" name="Freeform: Shape 155">
              <a:extLst>
                <a:ext uri="{FF2B5EF4-FFF2-40B4-BE49-F238E27FC236}">
                  <a16:creationId xmlns:a16="http://schemas.microsoft.com/office/drawing/2014/main" id="{9B482BE3-F5CE-428E-BAD5-22D10DE77E64}"/>
                </a:ext>
              </a:extLst>
            </p:cNvPr>
            <p:cNvSpPr/>
            <p:nvPr/>
          </p:nvSpPr>
          <p:spPr>
            <a:xfrm>
              <a:off x="5055450" y="4787113"/>
              <a:ext cx="457080" cy="222010"/>
            </a:xfrm>
            <a:custGeom>
              <a:avLst/>
              <a:gdLst>
                <a:gd name="connsiteX0" fmla="*/ 0 w 333375"/>
                <a:gd name="connsiteY0" fmla="*/ 167068 h 161925"/>
                <a:gd name="connsiteX1" fmla="*/ 166973 w 333375"/>
                <a:gd name="connsiteY1" fmla="*/ 0 h 161925"/>
                <a:gd name="connsiteX2" fmla="*/ 334042 w 333375"/>
                <a:gd name="connsiteY2" fmla="*/ 167068 h 161925"/>
              </a:gdLst>
              <a:ahLst/>
              <a:cxnLst>
                <a:cxn ang="0">
                  <a:pos x="connsiteX0" y="connsiteY0"/>
                </a:cxn>
                <a:cxn ang="0">
                  <a:pos x="connsiteX1" y="connsiteY1"/>
                </a:cxn>
                <a:cxn ang="0">
                  <a:pos x="connsiteX2" y="connsiteY2"/>
                </a:cxn>
              </a:cxnLst>
              <a:rect l="l" t="t" r="r" b="b"/>
              <a:pathLst>
                <a:path w="333375" h="161925">
                  <a:moveTo>
                    <a:pt x="0" y="167068"/>
                  </a:moveTo>
                  <a:lnTo>
                    <a:pt x="166973" y="0"/>
                  </a:lnTo>
                  <a:lnTo>
                    <a:pt x="334042" y="167068"/>
                  </a:lnTo>
                </a:path>
              </a:pathLst>
            </a:custGeom>
            <a:noFill/>
            <a:ln w="12700" cap="rnd">
              <a:solidFill>
                <a:schemeClr val="accent5"/>
              </a:solidFill>
              <a:prstDash val="solid"/>
              <a:miter/>
            </a:ln>
          </p:spPr>
          <p:txBody>
            <a:bodyPr rtlCol="0" anchor="ctr"/>
            <a:lstStyle/>
            <a:p>
              <a:endParaRPr lang="en-GB" sz="1400" b="1" dirty="0">
                <a:solidFill>
                  <a:schemeClr val="tx1"/>
                </a:solidFill>
              </a:endParaRPr>
            </a:p>
          </p:txBody>
        </p:sp>
      </p:grpSp>
      <p:sp>
        <p:nvSpPr>
          <p:cNvPr id="226" name="TextBox 225">
            <a:extLst>
              <a:ext uri="{FF2B5EF4-FFF2-40B4-BE49-F238E27FC236}">
                <a16:creationId xmlns:a16="http://schemas.microsoft.com/office/drawing/2014/main" id="{2CDEF80D-16AE-4621-B914-5D2BA327DE2A}"/>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endParaRPr>
          </a:p>
        </p:txBody>
      </p:sp>
      <p:sp>
        <p:nvSpPr>
          <p:cNvPr id="227" name="Title 3">
            <a:extLst>
              <a:ext uri="{FF2B5EF4-FFF2-40B4-BE49-F238E27FC236}">
                <a16:creationId xmlns:a16="http://schemas.microsoft.com/office/drawing/2014/main" id="{B67BC9FD-E999-4F55-A2A8-B400B3CC6A76}"/>
              </a:ext>
            </a:extLst>
          </p:cNvPr>
          <p:cNvSpPr txBox="1">
            <a:spLocks/>
          </p:cNvSpPr>
          <p:nvPr userDrawn="1"/>
        </p:nvSpPr>
        <p:spPr>
          <a:xfrm>
            <a:off x="542647" y="365126"/>
            <a:ext cx="11098999" cy="332399"/>
          </a:xfrm>
          <a:prstGeom prst="rect">
            <a:avLst/>
          </a:prstGeom>
        </p:spPr>
        <p:txBody>
          <a:bodyPr vert="horz" lIns="0" tIns="0" rIns="0" bIns="0" rtlCol="0" anchor="t" anchorCtr="0">
            <a:spAutoFit/>
          </a:bodyPr>
          <a:lstStyle>
            <a:lvl1pPr>
              <a:lnSpc>
                <a:spcPct val="90000"/>
              </a:lnSpc>
              <a:spcBef>
                <a:spcPct val="0"/>
              </a:spcBef>
              <a:buNone/>
              <a:defRPr sz="2400" b="0" i="0" cap="all" baseline="0">
                <a:latin typeface="Century Gothic" panose="020B0502020202020204" pitchFamily="34" charset="0"/>
                <a:ea typeface="+mj-ea"/>
                <a:cs typeface="+mj-cs"/>
              </a:defRPr>
            </a:lvl1pPr>
          </a:lstStyle>
          <a:p>
            <a:pPr lvl="0"/>
            <a:r>
              <a:rPr lang="en-US" cap="none" baseline="0" dirty="0"/>
              <a:t>Who We Are</a:t>
            </a:r>
          </a:p>
        </p:txBody>
      </p:sp>
      <p:sp>
        <p:nvSpPr>
          <p:cNvPr id="80" name="Rectangle 79">
            <a:extLst>
              <a:ext uri="{FF2B5EF4-FFF2-40B4-BE49-F238E27FC236}">
                <a16:creationId xmlns:a16="http://schemas.microsoft.com/office/drawing/2014/main" id="{3445D70D-9499-4704-B0AE-FF93917F92F2}"/>
              </a:ext>
              <a:ext uri="{C183D7F6-B498-43B3-948B-1728B52AA6E4}">
                <adec:decorative xmlns:adec="http://schemas.microsoft.com/office/drawing/2017/decorative" val="1"/>
              </a:ext>
            </a:extLst>
          </p:cNvPr>
          <p:cNvSpPr/>
          <p:nvPr userDrawn="1"/>
        </p:nvSpPr>
        <p:spPr>
          <a:xfrm>
            <a:off x="0" y="4069721"/>
            <a:ext cx="12192000" cy="9879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4" name="Group 83" descr="founded in 1998">
            <a:extLst>
              <a:ext uri="{FF2B5EF4-FFF2-40B4-BE49-F238E27FC236}">
                <a16:creationId xmlns:a16="http://schemas.microsoft.com/office/drawing/2014/main" id="{08E9C0D1-1952-4AA2-8A63-39D7A7B9BF6D}"/>
              </a:ext>
            </a:extLst>
          </p:cNvPr>
          <p:cNvGrpSpPr/>
          <p:nvPr userDrawn="1"/>
        </p:nvGrpSpPr>
        <p:grpSpPr>
          <a:xfrm>
            <a:off x="631097" y="4096840"/>
            <a:ext cx="1284982" cy="847554"/>
            <a:chOff x="631098" y="3789723"/>
            <a:chExt cx="1284982" cy="847554"/>
          </a:xfrm>
        </p:grpSpPr>
        <p:sp>
          <p:nvSpPr>
            <p:cNvPr id="85" name="TextBox 84">
              <a:extLst>
                <a:ext uri="{FF2B5EF4-FFF2-40B4-BE49-F238E27FC236}">
                  <a16:creationId xmlns:a16="http://schemas.microsoft.com/office/drawing/2014/main" id="{2268AFC9-6EAD-475F-90FF-EAD4C15AA456}"/>
                </a:ext>
              </a:extLst>
            </p:cNvPr>
            <p:cNvSpPr txBox="1"/>
            <p:nvPr/>
          </p:nvSpPr>
          <p:spPr>
            <a:xfrm>
              <a:off x="631098" y="3789723"/>
              <a:ext cx="1284982" cy="677108"/>
            </a:xfrm>
            <a:prstGeom prst="rect">
              <a:avLst/>
            </a:prstGeom>
            <a:noFill/>
            <a:ln>
              <a:noFill/>
            </a:ln>
          </p:spPr>
          <p:txBody>
            <a:bodyPr wrap="square" lIns="0" tIns="0" rIns="0" bIns="0" rtlCol="0">
              <a:spAutoFit/>
            </a:bodyPr>
            <a:lstStyle/>
            <a:p>
              <a:pPr algn="l"/>
              <a:r>
                <a:rPr lang="en-US" sz="4400" b="1" i="0" dirty="0">
                  <a:solidFill>
                    <a:schemeClr val="bg1"/>
                  </a:solidFill>
                  <a:latin typeface="Century Gothic" panose="020B0502020202020204" pitchFamily="34" charset="0"/>
                </a:rPr>
                <a:t>1998</a:t>
              </a:r>
              <a:endParaRPr lang="en-GB" sz="4400" b="1" i="0" dirty="0">
                <a:solidFill>
                  <a:schemeClr val="bg1"/>
                </a:solidFill>
                <a:latin typeface="Century Gothic" panose="020B0502020202020204" pitchFamily="34" charset="0"/>
              </a:endParaRPr>
            </a:p>
          </p:txBody>
        </p:sp>
        <p:sp>
          <p:nvSpPr>
            <p:cNvPr id="86" name="TextBox 85">
              <a:extLst>
                <a:ext uri="{FF2B5EF4-FFF2-40B4-BE49-F238E27FC236}">
                  <a16:creationId xmlns:a16="http://schemas.microsoft.com/office/drawing/2014/main" id="{0F35FEE9-55B2-4061-8A3E-54563758BBAD}"/>
                </a:ext>
              </a:extLst>
            </p:cNvPr>
            <p:cNvSpPr txBox="1"/>
            <p:nvPr/>
          </p:nvSpPr>
          <p:spPr>
            <a:xfrm>
              <a:off x="722384" y="4360278"/>
              <a:ext cx="1126839" cy="276999"/>
            </a:xfrm>
            <a:prstGeom prst="rect">
              <a:avLst/>
            </a:prstGeom>
            <a:noFill/>
            <a:ln>
              <a:noFill/>
            </a:ln>
          </p:spPr>
          <p:txBody>
            <a:bodyPr wrap="square" lIns="0" tIns="0" rIns="0" bIns="0" rtlCol="0">
              <a:spAutoFit/>
            </a:bodyPr>
            <a:lstStyle/>
            <a:p>
              <a:pPr algn="l"/>
              <a:r>
                <a:rPr lang="sk-SK" i="0" dirty="0">
                  <a:solidFill>
                    <a:schemeClr val="bg1"/>
                  </a:solidFill>
                  <a:latin typeface="Century Gothic" panose="020B0502020202020204" pitchFamily="34" charset="0"/>
                </a:rPr>
                <a:t>FOUNDED</a:t>
              </a:r>
              <a:endParaRPr lang="en-GB" i="0" dirty="0">
                <a:solidFill>
                  <a:schemeClr val="bg1"/>
                </a:solidFill>
                <a:latin typeface="Century Gothic" panose="020B0502020202020204" pitchFamily="34" charset="0"/>
              </a:endParaRPr>
            </a:p>
          </p:txBody>
        </p:sp>
      </p:grpSp>
      <p:grpSp>
        <p:nvGrpSpPr>
          <p:cNvPr id="92" name="Group 91" descr="37 worldwide offices across 4 continents">
            <a:extLst>
              <a:ext uri="{FF2B5EF4-FFF2-40B4-BE49-F238E27FC236}">
                <a16:creationId xmlns:a16="http://schemas.microsoft.com/office/drawing/2014/main" id="{89787249-E01B-49C8-AD8A-AE508C570E0B}"/>
              </a:ext>
            </a:extLst>
          </p:cNvPr>
          <p:cNvGrpSpPr/>
          <p:nvPr userDrawn="1"/>
        </p:nvGrpSpPr>
        <p:grpSpPr>
          <a:xfrm>
            <a:off x="3152098" y="4183076"/>
            <a:ext cx="3048767" cy="738664"/>
            <a:chOff x="2419726" y="3853396"/>
            <a:chExt cx="3048767" cy="738664"/>
          </a:xfrm>
        </p:grpSpPr>
        <p:sp>
          <p:nvSpPr>
            <p:cNvPr id="93" name="TextBox 92">
              <a:extLst>
                <a:ext uri="{FF2B5EF4-FFF2-40B4-BE49-F238E27FC236}">
                  <a16:creationId xmlns:a16="http://schemas.microsoft.com/office/drawing/2014/main" id="{8C13A353-A80C-4CF3-9670-40F6373DAB48}"/>
                </a:ext>
              </a:extLst>
            </p:cNvPr>
            <p:cNvSpPr txBox="1"/>
            <p:nvPr/>
          </p:nvSpPr>
          <p:spPr>
            <a:xfrm>
              <a:off x="2419726" y="3853396"/>
              <a:ext cx="1095089" cy="738664"/>
            </a:xfrm>
            <a:prstGeom prst="rect">
              <a:avLst/>
            </a:prstGeom>
            <a:noFill/>
            <a:ln>
              <a:noFill/>
            </a:ln>
          </p:spPr>
          <p:txBody>
            <a:bodyPr wrap="square" lIns="0" tIns="0" rIns="0" bIns="0" rtlCol="0">
              <a:spAutoFit/>
            </a:bodyPr>
            <a:lstStyle/>
            <a:p>
              <a:pPr algn="l"/>
              <a:r>
                <a:rPr lang="en-US" sz="4800" b="1" dirty="0">
                  <a:solidFill>
                    <a:schemeClr val="bg1"/>
                  </a:solidFill>
                  <a:latin typeface="Century Gothic" panose="020B0502020202020204" pitchFamily="34" charset="0"/>
                </a:rPr>
                <a:t>34</a:t>
              </a:r>
              <a:endParaRPr lang="en-GB" sz="4400" b="1" dirty="0">
                <a:solidFill>
                  <a:schemeClr val="bg1"/>
                </a:solidFill>
                <a:latin typeface="Century Gothic" panose="020B0502020202020204" pitchFamily="34" charset="0"/>
              </a:endParaRPr>
            </a:p>
          </p:txBody>
        </p:sp>
        <p:sp>
          <p:nvSpPr>
            <p:cNvPr id="94" name="TextBox 93">
              <a:extLst>
                <a:ext uri="{FF2B5EF4-FFF2-40B4-BE49-F238E27FC236}">
                  <a16:creationId xmlns:a16="http://schemas.microsoft.com/office/drawing/2014/main" id="{18038903-CD59-4286-9135-CE4B163E7C94}"/>
                </a:ext>
              </a:extLst>
            </p:cNvPr>
            <p:cNvSpPr txBox="1"/>
            <p:nvPr/>
          </p:nvSpPr>
          <p:spPr>
            <a:xfrm>
              <a:off x="3148433" y="3957557"/>
              <a:ext cx="2320059" cy="276999"/>
            </a:xfrm>
            <a:prstGeom prst="rect">
              <a:avLst/>
            </a:prstGeom>
            <a:noFill/>
            <a:ln>
              <a:noFill/>
            </a:ln>
          </p:spPr>
          <p:txBody>
            <a:bodyPr wrap="square" lIns="0" tIns="0" rIns="0" bIns="0" rtlCol="0" anchor="ctr" anchorCtr="0">
              <a:spAutoFit/>
            </a:bodyPr>
            <a:lstStyle/>
            <a:p>
              <a:r>
                <a:rPr lang="sk-SK" b="1" dirty="0">
                  <a:solidFill>
                    <a:schemeClr val="bg1"/>
                  </a:solidFill>
                  <a:latin typeface="Century Gothic" panose="020B0502020202020204" pitchFamily="34" charset="0"/>
                </a:rPr>
                <a:t>WORLDWIDE OFFICES</a:t>
              </a:r>
            </a:p>
          </p:txBody>
        </p:sp>
        <p:sp>
          <p:nvSpPr>
            <p:cNvPr id="95" name="TextBox 94">
              <a:extLst>
                <a:ext uri="{FF2B5EF4-FFF2-40B4-BE49-F238E27FC236}">
                  <a16:creationId xmlns:a16="http://schemas.microsoft.com/office/drawing/2014/main" id="{3E57EE01-6658-4ED8-85AE-F39A252FA6E1}"/>
                </a:ext>
              </a:extLst>
            </p:cNvPr>
            <p:cNvSpPr txBox="1"/>
            <p:nvPr/>
          </p:nvSpPr>
          <p:spPr>
            <a:xfrm>
              <a:off x="3170417" y="4229206"/>
              <a:ext cx="2298076" cy="246221"/>
            </a:xfrm>
            <a:prstGeom prst="rect">
              <a:avLst/>
            </a:prstGeom>
            <a:noFill/>
            <a:ln>
              <a:noFill/>
            </a:ln>
          </p:spPr>
          <p:txBody>
            <a:bodyPr wrap="square" lIns="0" tIns="0" rIns="0" bIns="0" rtlCol="0" anchor="ctr" anchorCtr="0">
              <a:spAutoFit/>
            </a:bodyPr>
            <a:lstStyle/>
            <a:p>
              <a:pPr algn="l"/>
              <a:r>
                <a:rPr lang="sk-SK" sz="1600" b="0" dirty="0">
                  <a:solidFill>
                    <a:schemeClr val="bg1"/>
                  </a:solidFill>
                  <a:latin typeface="Century Gothic" panose="020B0502020202020204" pitchFamily="34" charset="0"/>
                </a:rPr>
                <a:t>ACROSS 4 CONTINENTS</a:t>
              </a:r>
              <a:endParaRPr lang="en-GB" sz="1600" b="0" dirty="0">
                <a:solidFill>
                  <a:schemeClr val="bg1"/>
                </a:solidFill>
                <a:latin typeface="Century Gothic" panose="020B0502020202020204" pitchFamily="34" charset="0"/>
              </a:endParaRPr>
            </a:p>
          </p:txBody>
        </p:sp>
      </p:grpSp>
      <p:grpSp>
        <p:nvGrpSpPr>
          <p:cNvPr id="3" name="Group 2" descr="more than 20 years of industry experience">
            <a:extLst>
              <a:ext uri="{FF2B5EF4-FFF2-40B4-BE49-F238E27FC236}">
                <a16:creationId xmlns:a16="http://schemas.microsoft.com/office/drawing/2014/main" id="{DC2E9607-AD44-66ED-8C29-0E28F16C9552}"/>
              </a:ext>
            </a:extLst>
          </p:cNvPr>
          <p:cNvGrpSpPr/>
          <p:nvPr userDrawn="1"/>
        </p:nvGrpSpPr>
        <p:grpSpPr>
          <a:xfrm>
            <a:off x="7436884" y="4088424"/>
            <a:ext cx="1410143" cy="853498"/>
            <a:chOff x="8216897" y="4088424"/>
            <a:chExt cx="1410143" cy="853498"/>
          </a:xfrm>
        </p:grpSpPr>
        <p:sp>
          <p:nvSpPr>
            <p:cNvPr id="157" name="TextBox 156">
              <a:extLst>
                <a:ext uri="{FF2B5EF4-FFF2-40B4-BE49-F238E27FC236}">
                  <a16:creationId xmlns:a16="http://schemas.microsoft.com/office/drawing/2014/main" id="{4E5AC523-E96B-409D-814E-AF0482151FA2}"/>
                </a:ext>
              </a:extLst>
            </p:cNvPr>
            <p:cNvSpPr txBox="1"/>
            <p:nvPr userDrawn="1"/>
          </p:nvSpPr>
          <p:spPr>
            <a:xfrm>
              <a:off x="8724141" y="4088424"/>
              <a:ext cx="199329" cy="307777"/>
            </a:xfrm>
            <a:prstGeom prst="rect">
              <a:avLst/>
            </a:prstGeom>
            <a:noFill/>
            <a:ln>
              <a:noFill/>
            </a:ln>
          </p:spPr>
          <p:txBody>
            <a:bodyPr wrap="square" lIns="0" tIns="0" rIns="0" bIns="0" rtlCol="0">
              <a:spAutoFit/>
            </a:bodyPr>
            <a:lstStyle/>
            <a:p>
              <a:pPr algn="l"/>
              <a:r>
                <a:rPr lang="sk-SK" sz="2000" b="1" dirty="0">
                  <a:solidFill>
                    <a:schemeClr val="bg1"/>
                  </a:solidFill>
                  <a:latin typeface="Century Gothic" panose="020B0502020202020204" pitchFamily="34" charset="0"/>
                </a:rPr>
                <a:t>+</a:t>
              </a:r>
              <a:endParaRPr lang="en-GB" sz="2800" b="1" dirty="0">
                <a:solidFill>
                  <a:schemeClr val="bg1"/>
                </a:solidFill>
                <a:latin typeface="Century Gothic" panose="020B0502020202020204" pitchFamily="34" charset="0"/>
              </a:endParaRPr>
            </a:p>
          </p:txBody>
        </p:sp>
        <p:grpSp>
          <p:nvGrpSpPr>
            <p:cNvPr id="87" name="Group 86" descr="more than 20 years of industry experience">
              <a:extLst>
                <a:ext uri="{FF2B5EF4-FFF2-40B4-BE49-F238E27FC236}">
                  <a16:creationId xmlns:a16="http://schemas.microsoft.com/office/drawing/2014/main" id="{FA1E3E11-011F-4F7F-B687-19EFCC1C6C34}"/>
                </a:ext>
              </a:extLst>
            </p:cNvPr>
            <p:cNvGrpSpPr/>
            <p:nvPr userDrawn="1"/>
          </p:nvGrpSpPr>
          <p:grpSpPr>
            <a:xfrm>
              <a:off x="8216897" y="4154732"/>
              <a:ext cx="1410143" cy="787190"/>
              <a:chOff x="7881875" y="3805941"/>
              <a:chExt cx="1410143" cy="787190"/>
            </a:xfrm>
          </p:grpSpPr>
          <p:sp>
            <p:nvSpPr>
              <p:cNvPr id="88" name="TextBox 87">
                <a:extLst>
                  <a:ext uri="{FF2B5EF4-FFF2-40B4-BE49-F238E27FC236}">
                    <a16:creationId xmlns:a16="http://schemas.microsoft.com/office/drawing/2014/main" id="{94AEA838-9FA1-49C2-9DA9-8514253B6264}"/>
                  </a:ext>
                </a:extLst>
              </p:cNvPr>
              <p:cNvSpPr txBox="1"/>
              <p:nvPr/>
            </p:nvSpPr>
            <p:spPr>
              <a:xfrm>
                <a:off x="7881875" y="3805941"/>
                <a:ext cx="1238228" cy="615553"/>
              </a:xfrm>
              <a:prstGeom prst="rect">
                <a:avLst/>
              </a:prstGeom>
              <a:noFill/>
              <a:ln>
                <a:noFill/>
              </a:ln>
            </p:spPr>
            <p:txBody>
              <a:bodyPr wrap="square" lIns="0" tIns="0" rIns="0" bIns="0" rtlCol="0">
                <a:spAutoFit/>
              </a:bodyPr>
              <a:lstStyle/>
              <a:p>
                <a:pPr algn="l"/>
                <a:r>
                  <a:rPr lang="sk-SK" sz="4000" b="1" dirty="0">
                    <a:solidFill>
                      <a:schemeClr val="bg1"/>
                    </a:solidFill>
                    <a:latin typeface="Century Gothic" panose="020B0502020202020204" pitchFamily="34" charset="0"/>
                  </a:rPr>
                  <a:t>2</a:t>
                </a:r>
                <a:r>
                  <a:rPr lang="en-GB" sz="4000" b="1" dirty="0">
                    <a:solidFill>
                      <a:schemeClr val="bg1"/>
                    </a:solidFill>
                    <a:latin typeface="Century Gothic" panose="020B0502020202020204" pitchFamily="34" charset="0"/>
                  </a:rPr>
                  <a:t>5</a:t>
                </a:r>
                <a:endParaRPr lang="en-GB" sz="5400" b="1" dirty="0">
                  <a:solidFill>
                    <a:schemeClr val="bg1"/>
                  </a:solidFill>
                  <a:latin typeface="Century Gothic" panose="020B0502020202020204" pitchFamily="34" charset="0"/>
                </a:endParaRPr>
              </a:p>
            </p:txBody>
          </p:sp>
          <p:sp>
            <p:nvSpPr>
              <p:cNvPr id="89" name="TextBox 88">
                <a:extLst>
                  <a:ext uri="{FF2B5EF4-FFF2-40B4-BE49-F238E27FC236}">
                    <a16:creationId xmlns:a16="http://schemas.microsoft.com/office/drawing/2014/main" id="{222450DF-2F32-4374-B91F-D3F7A2C44725}"/>
                  </a:ext>
                </a:extLst>
              </p:cNvPr>
              <p:cNvSpPr txBox="1"/>
              <p:nvPr/>
            </p:nvSpPr>
            <p:spPr>
              <a:xfrm>
                <a:off x="7892661" y="4316132"/>
                <a:ext cx="1399356" cy="276999"/>
              </a:xfrm>
              <a:prstGeom prst="rect">
                <a:avLst/>
              </a:prstGeom>
              <a:noFill/>
              <a:ln>
                <a:noFill/>
              </a:ln>
            </p:spPr>
            <p:txBody>
              <a:bodyPr wrap="square" lIns="0" tIns="0" rIns="0" bIns="0" rtlCol="0">
                <a:spAutoFit/>
              </a:bodyPr>
              <a:lstStyle/>
              <a:p>
                <a:pPr algn="l"/>
                <a:r>
                  <a:rPr lang="sk-SK" sz="1800" dirty="0">
                    <a:solidFill>
                      <a:schemeClr val="bg1"/>
                    </a:solidFill>
                    <a:latin typeface="Century Gothic" panose="020B0502020202020204" pitchFamily="34" charset="0"/>
                  </a:rPr>
                  <a:t>EXPERIENCE</a:t>
                </a:r>
                <a:endParaRPr lang="en-GB" sz="1800" dirty="0">
                  <a:solidFill>
                    <a:schemeClr val="bg1"/>
                  </a:solidFill>
                  <a:latin typeface="Century Gothic" panose="020B0502020202020204" pitchFamily="34" charset="0"/>
                </a:endParaRPr>
              </a:p>
            </p:txBody>
          </p:sp>
          <p:sp>
            <p:nvSpPr>
              <p:cNvPr id="90" name="TextBox 89">
                <a:extLst>
                  <a:ext uri="{FF2B5EF4-FFF2-40B4-BE49-F238E27FC236}">
                    <a16:creationId xmlns:a16="http://schemas.microsoft.com/office/drawing/2014/main" id="{35173D68-0348-494F-A232-0ED95D147242}"/>
                  </a:ext>
                </a:extLst>
              </p:cNvPr>
              <p:cNvSpPr txBox="1"/>
              <p:nvPr/>
            </p:nvSpPr>
            <p:spPr>
              <a:xfrm>
                <a:off x="8553523" y="4153157"/>
                <a:ext cx="716144" cy="192360"/>
              </a:xfrm>
              <a:prstGeom prst="rect">
                <a:avLst/>
              </a:prstGeom>
              <a:noFill/>
              <a:ln>
                <a:noFill/>
              </a:ln>
            </p:spPr>
            <p:txBody>
              <a:bodyPr wrap="square" lIns="0" tIns="0" rIns="0" bIns="0" rtlCol="0">
                <a:spAutoFit/>
              </a:bodyPr>
              <a:lstStyle/>
              <a:p>
                <a:pPr algn="l"/>
                <a:r>
                  <a:rPr lang="sk-SK" sz="1250" dirty="0">
                    <a:solidFill>
                      <a:schemeClr val="bg1"/>
                    </a:solidFill>
                    <a:latin typeface="Century Gothic" panose="020B0502020202020204" pitchFamily="34" charset="0"/>
                  </a:rPr>
                  <a:t>INDUSTRY</a:t>
                </a:r>
                <a:endParaRPr lang="en-GB" sz="1250" dirty="0">
                  <a:solidFill>
                    <a:schemeClr val="bg1"/>
                  </a:solidFill>
                  <a:latin typeface="Century Gothic" panose="020B0502020202020204" pitchFamily="34" charset="0"/>
                </a:endParaRPr>
              </a:p>
            </p:txBody>
          </p:sp>
          <p:sp>
            <p:nvSpPr>
              <p:cNvPr id="91" name="TextBox 90">
                <a:extLst>
                  <a:ext uri="{FF2B5EF4-FFF2-40B4-BE49-F238E27FC236}">
                    <a16:creationId xmlns:a16="http://schemas.microsoft.com/office/drawing/2014/main" id="{5E93BA02-6706-421C-9FC9-330704ADFD0C}"/>
                  </a:ext>
                </a:extLst>
              </p:cNvPr>
              <p:cNvSpPr txBox="1"/>
              <p:nvPr/>
            </p:nvSpPr>
            <p:spPr>
              <a:xfrm>
                <a:off x="8517814" y="3873192"/>
                <a:ext cx="774204" cy="307777"/>
              </a:xfrm>
              <a:prstGeom prst="rect">
                <a:avLst/>
              </a:prstGeom>
              <a:noFill/>
              <a:ln>
                <a:noFill/>
              </a:ln>
            </p:spPr>
            <p:txBody>
              <a:bodyPr wrap="square" lIns="0" tIns="0" rIns="0" bIns="0" rtlCol="0">
                <a:spAutoFit/>
              </a:bodyPr>
              <a:lstStyle/>
              <a:p>
                <a:pPr algn="l"/>
                <a:r>
                  <a:rPr lang="sk-SK" sz="2000" b="1" dirty="0">
                    <a:solidFill>
                      <a:schemeClr val="bg1"/>
                    </a:solidFill>
                    <a:latin typeface="Century Gothic" panose="020B0502020202020204" pitchFamily="34" charset="0"/>
                  </a:rPr>
                  <a:t>YEARS</a:t>
                </a:r>
                <a:endParaRPr lang="en-GB" sz="2000" b="1" dirty="0">
                  <a:solidFill>
                    <a:schemeClr val="bg1"/>
                  </a:solidFill>
                  <a:latin typeface="Century Gothic" panose="020B0502020202020204" pitchFamily="34" charset="0"/>
                </a:endParaRPr>
              </a:p>
            </p:txBody>
          </p:sp>
        </p:grpSp>
      </p:grpSp>
      <p:grpSp>
        <p:nvGrpSpPr>
          <p:cNvPr id="76" name="Group 75" descr="about 7000 employees">
            <a:extLst>
              <a:ext uri="{FF2B5EF4-FFF2-40B4-BE49-F238E27FC236}">
                <a16:creationId xmlns:a16="http://schemas.microsoft.com/office/drawing/2014/main" id="{5323C358-5B69-C22E-5DE4-3D9780449B65}"/>
              </a:ext>
            </a:extLst>
          </p:cNvPr>
          <p:cNvGrpSpPr/>
          <p:nvPr userDrawn="1"/>
        </p:nvGrpSpPr>
        <p:grpSpPr>
          <a:xfrm>
            <a:off x="10083045" y="4150394"/>
            <a:ext cx="1288292" cy="789342"/>
            <a:chOff x="9818544" y="3812992"/>
            <a:chExt cx="1288292" cy="789342"/>
          </a:xfrm>
        </p:grpSpPr>
        <p:sp>
          <p:nvSpPr>
            <p:cNvPr id="77" name="TextBox 76">
              <a:extLst>
                <a:ext uri="{FF2B5EF4-FFF2-40B4-BE49-F238E27FC236}">
                  <a16:creationId xmlns:a16="http://schemas.microsoft.com/office/drawing/2014/main" id="{F2E14E4A-4DB7-A664-4A7C-A32375B90DAD}"/>
                </a:ext>
              </a:extLst>
            </p:cNvPr>
            <p:cNvSpPr txBox="1"/>
            <p:nvPr/>
          </p:nvSpPr>
          <p:spPr>
            <a:xfrm>
              <a:off x="9818544" y="3812992"/>
              <a:ext cx="1288292" cy="553998"/>
            </a:xfrm>
            <a:prstGeom prst="rect">
              <a:avLst/>
            </a:prstGeom>
            <a:noFill/>
            <a:ln>
              <a:noFill/>
            </a:ln>
          </p:spPr>
          <p:txBody>
            <a:bodyPr wrap="square" lIns="0" tIns="0" rIns="0" bIns="0" rtlCol="0">
              <a:spAutoFit/>
            </a:bodyPr>
            <a:lstStyle/>
            <a:p>
              <a:pPr algn="l"/>
              <a:r>
                <a:rPr lang="sk-SK" sz="5400" b="1" baseline="-25000" dirty="0">
                  <a:solidFill>
                    <a:schemeClr val="bg1"/>
                  </a:solidFill>
                  <a:latin typeface="Century Gothic" panose="020B0502020202020204" pitchFamily="34" charset="0"/>
                </a:rPr>
                <a:t>˜</a:t>
              </a:r>
              <a:r>
                <a:rPr lang="sk-SK" sz="3600" b="1" dirty="0">
                  <a:solidFill>
                    <a:schemeClr val="bg1"/>
                  </a:solidFill>
                  <a:latin typeface="Century Gothic" panose="020B0502020202020204" pitchFamily="34" charset="0"/>
                </a:rPr>
                <a:t>7</a:t>
              </a:r>
              <a:r>
                <a:rPr lang="sk-SK" sz="3600" b="1" i="0" dirty="0">
                  <a:solidFill>
                    <a:schemeClr val="bg1"/>
                  </a:solidFill>
                  <a:latin typeface="Century Gothic" panose="020B0502020202020204" pitchFamily="34" charset="0"/>
                </a:rPr>
                <a:t>000</a:t>
              </a:r>
              <a:endParaRPr lang="en-GB" sz="3600" b="1" i="0" dirty="0">
                <a:solidFill>
                  <a:schemeClr val="bg1"/>
                </a:solidFill>
                <a:latin typeface="Century Gothic" panose="020B0502020202020204" pitchFamily="34" charset="0"/>
              </a:endParaRPr>
            </a:p>
          </p:txBody>
        </p:sp>
        <p:sp>
          <p:nvSpPr>
            <p:cNvPr id="78" name="TextBox 77">
              <a:extLst>
                <a:ext uri="{FF2B5EF4-FFF2-40B4-BE49-F238E27FC236}">
                  <a16:creationId xmlns:a16="http://schemas.microsoft.com/office/drawing/2014/main" id="{430D3B79-7AF0-25C4-4A9E-4F4B3B09DA0B}"/>
                </a:ext>
              </a:extLst>
            </p:cNvPr>
            <p:cNvSpPr txBox="1"/>
            <p:nvPr/>
          </p:nvSpPr>
          <p:spPr>
            <a:xfrm>
              <a:off x="9855169" y="4340724"/>
              <a:ext cx="1251667" cy="261610"/>
            </a:xfrm>
            <a:prstGeom prst="rect">
              <a:avLst/>
            </a:prstGeom>
            <a:noFill/>
            <a:ln>
              <a:noFill/>
            </a:ln>
          </p:spPr>
          <p:txBody>
            <a:bodyPr wrap="square" lIns="0" tIns="0" rIns="0" bIns="0" rtlCol="0">
              <a:spAutoFit/>
            </a:bodyPr>
            <a:lstStyle/>
            <a:p>
              <a:pPr algn="l"/>
              <a:r>
                <a:rPr lang="sk-SK" sz="1700" i="0" dirty="0">
                  <a:solidFill>
                    <a:schemeClr val="bg1"/>
                  </a:solidFill>
                  <a:latin typeface="Century Gothic" panose="020B0502020202020204" pitchFamily="34" charset="0"/>
                </a:rPr>
                <a:t>EMPLOYEES</a:t>
              </a:r>
              <a:endParaRPr lang="en-GB" sz="1700" i="0" dirty="0">
                <a:solidFill>
                  <a:schemeClr val="bg1"/>
                </a:solidFill>
                <a:latin typeface="Century Gothic" panose="020B0502020202020204" pitchFamily="34" charset="0"/>
              </a:endParaRPr>
            </a:p>
          </p:txBody>
        </p:sp>
      </p:grpSp>
      <p:sp>
        <p:nvSpPr>
          <p:cNvPr id="2" name="TextBox 1">
            <a:extLst>
              <a:ext uri="{FF2B5EF4-FFF2-40B4-BE49-F238E27FC236}">
                <a16:creationId xmlns:a16="http://schemas.microsoft.com/office/drawing/2014/main" id="{C87C9CDB-1CC9-4C0E-5A43-A7BD4DA29350}"/>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
        <p:nvSpPr>
          <p:cNvPr id="4" name="Title 3">
            <a:extLst>
              <a:ext uri="{FF2B5EF4-FFF2-40B4-BE49-F238E27FC236}">
                <a16:creationId xmlns:a16="http://schemas.microsoft.com/office/drawing/2014/main" id="{35071F3D-87F4-1A10-7783-199562B7735A}"/>
              </a:ext>
            </a:extLst>
          </p:cNvPr>
          <p:cNvSpPr txBox="1">
            <a:spLocks/>
          </p:cNvSpPr>
          <p:nvPr userDrawn="1"/>
        </p:nvSpPr>
        <p:spPr>
          <a:xfrm>
            <a:off x="542647" y="1357250"/>
            <a:ext cx="3203389" cy="362300"/>
          </a:xfrm>
          <a:prstGeom prst="rect">
            <a:avLst/>
          </a:prstGeom>
        </p:spPr>
        <p:txBody>
          <a:bodyPr/>
          <a:lstStyle>
            <a:lvl1pPr algn="l" defTabSz="914400" rtl="0" eaLnBrk="1" latinLnBrk="0" hangingPunct="1">
              <a:lnSpc>
                <a:spcPct val="90000"/>
              </a:lnSpc>
              <a:spcBef>
                <a:spcPct val="0"/>
              </a:spcBef>
              <a:buNone/>
              <a:defRPr sz="2400" b="0" i="0" kern="1200" cap="all" baseline="0">
                <a:solidFill>
                  <a:schemeClr val="tx1"/>
                </a:solidFill>
                <a:latin typeface="Century Gothic" panose="020B0502020202020204" pitchFamily="34" charset="0"/>
                <a:ea typeface="+mj-ea"/>
                <a:cs typeface="+mj-cs"/>
              </a:defRPr>
            </a:lvl1pPr>
          </a:lstStyle>
          <a:p>
            <a:pPr algn="r">
              <a:lnSpc>
                <a:spcPct val="100000"/>
              </a:lnSpc>
            </a:pPr>
            <a:r>
              <a:rPr lang="en-US" sz="1600" b="1" cap="none" dirty="0">
                <a:solidFill>
                  <a:schemeClr val="tx1"/>
                </a:solidFill>
                <a:latin typeface="Century Gothic (Headings)"/>
                <a:ea typeface="Verdana" panose="020B0604030504040204" pitchFamily="34" charset="0"/>
                <a:cs typeface="Calibri" panose="020F0502020204030204" pitchFamily="34" charset="0"/>
              </a:rPr>
              <a:t>Trusted Advisors</a:t>
            </a:r>
          </a:p>
        </p:txBody>
      </p:sp>
      <p:sp>
        <p:nvSpPr>
          <p:cNvPr id="5" name="Content Placeholder 7">
            <a:extLst>
              <a:ext uri="{FF2B5EF4-FFF2-40B4-BE49-F238E27FC236}">
                <a16:creationId xmlns:a16="http://schemas.microsoft.com/office/drawing/2014/main" id="{122AA3CC-DFAD-9D36-2C70-9C03F3360294}"/>
              </a:ext>
            </a:extLst>
          </p:cNvPr>
          <p:cNvSpPr txBox="1">
            <a:spLocks/>
          </p:cNvSpPr>
          <p:nvPr userDrawn="1"/>
        </p:nvSpPr>
        <p:spPr>
          <a:xfrm>
            <a:off x="3835400" y="1259928"/>
            <a:ext cx="7711712" cy="536827"/>
          </a:xfrm>
          <a:prstGeom prst="rect">
            <a:avLst/>
          </a:prstGeom>
        </p:spPr>
        <p:txBody>
          <a:bodyPr wrap="square" numCol="1">
            <a:spAutoFit/>
          </a:bodyPr>
          <a:lstStyle>
            <a:lvl1pPr marL="0" indent="0" algn="l" defTabSz="914400" rtl="0" eaLnBrk="1" latinLnBrk="0" hangingPunct="1">
              <a:lnSpc>
                <a:spcPct val="100000"/>
              </a:lnSpc>
              <a:spcBef>
                <a:spcPts val="600"/>
              </a:spcBef>
              <a:buFont typeface="Arial" panose="020B0604020202020204" pitchFamily="34" charset="0"/>
              <a:buNone/>
              <a:defRPr sz="1400" b="0" i="0" kern="1200">
                <a:solidFill>
                  <a:schemeClr val="accent3"/>
                </a:solidFill>
                <a:latin typeface="+mn-lt"/>
                <a:ea typeface="Verdana" panose="020B0604030504040204" pitchFamily="34" charset="0"/>
                <a:cs typeface="Calibri" panose="020F0502020204030204" pitchFamily="34" charset="0"/>
              </a:defRPr>
            </a:lvl1pPr>
            <a:lvl2pPr marL="0" indent="0" algn="l" defTabSz="914400" rtl="0" eaLnBrk="1" latinLnBrk="0" hangingPunct="1">
              <a:lnSpc>
                <a:spcPct val="100000"/>
              </a:lnSpc>
              <a:spcBef>
                <a:spcPts val="300"/>
              </a:spcBef>
              <a:buFont typeface="Arial Narrow" panose="020B0606020202030204" pitchFamily="34" charset="0"/>
              <a:buNone/>
              <a:defRPr sz="1200" b="0" i="0" kern="1200">
                <a:solidFill>
                  <a:schemeClr val="accent3"/>
                </a:solidFill>
                <a:latin typeface="+mn-lt"/>
                <a:ea typeface="Verdana" panose="020B0604030504040204" pitchFamily="34" charset="0"/>
                <a:cs typeface="Calibri" panose="020F0502020204030204" pitchFamily="34" charset="0"/>
              </a:defRPr>
            </a:lvl2pPr>
            <a:lvl3pPr marL="180975" indent="-180975" algn="l" defTabSz="914400" rtl="0" eaLnBrk="1" latinLnBrk="0" hangingPunct="1">
              <a:lnSpc>
                <a:spcPct val="100000"/>
              </a:lnSpc>
              <a:spcBef>
                <a:spcPts val="300"/>
              </a:spcBef>
              <a:buClr>
                <a:schemeClr val="accent1"/>
              </a:buClr>
              <a:buFont typeface="Arial" panose="020B0604020202020204" pitchFamily="34" charset="0"/>
              <a:buChar char="•"/>
              <a:defRPr sz="1200" b="0" i="0" kern="1200">
                <a:solidFill>
                  <a:schemeClr val="accent3"/>
                </a:solidFill>
                <a:latin typeface="+mn-lt"/>
                <a:ea typeface="Verdana" panose="020B0604030504040204" pitchFamily="34" charset="0"/>
                <a:cs typeface="Calibri" panose="020F0502020204030204" pitchFamily="34" charset="0"/>
              </a:defRPr>
            </a:lvl3pPr>
            <a:lvl4pPr marL="361950" indent="-180975" algn="l" defTabSz="914400" rtl="0" eaLnBrk="1" latinLnBrk="0" hangingPunct="1">
              <a:lnSpc>
                <a:spcPct val="100000"/>
              </a:lnSpc>
              <a:spcBef>
                <a:spcPts val="300"/>
              </a:spcBef>
              <a:buClr>
                <a:schemeClr val="accent1"/>
              </a:buClr>
              <a:buFont typeface="Arial" panose="020B0604020202020204" pitchFamily="34" charset="0"/>
              <a:buChar char="•"/>
              <a:defRPr sz="1100" b="0" i="0" kern="1200">
                <a:solidFill>
                  <a:schemeClr val="accent3"/>
                </a:solidFill>
                <a:latin typeface="+mn-lt"/>
                <a:ea typeface="Verdana" panose="020B0604030504040204" pitchFamily="34" charset="0"/>
                <a:cs typeface="Calibri" panose="020F0502020204030204" pitchFamily="34" charset="0"/>
              </a:defRPr>
            </a:lvl4pPr>
            <a:lvl5pPr marL="542925" indent="-180975" algn="l" defTabSz="914400" rtl="0" eaLnBrk="1" latinLnBrk="0" hangingPunct="1">
              <a:lnSpc>
                <a:spcPct val="100000"/>
              </a:lnSpc>
              <a:spcBef>
                <a:spcPts val="300"/>
              </a:spcBef>
              <a:buClr>
                <a:schemeClr val="accent1"/>
              </a:buClr>
              <a:buFont typeface="Arial" panose="020B0604020202020204" pitchFamily="34" charset="0"/>
              <a:buChar char="•"/>
              <a:defRPr sz="1100" b="0" i="0" kern="1200">
                <a:solidFill>
                  <a:schemeClr val="accent3"/>
                </a:solidFill>
                <a:latin typeface="+mn-lt"/>
                <a:ea typeface="Verdana" panose="020B060403050404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Our collaborative and entrepreneurial approach position us as trusted long-term partners to our clients.</a:t>
            </a:r>
          </a:p>
        </p:txBody>
      </p:sp>
      <p:cxnSp>
        <p:nvCxnSpPr>
          <p:cNvPr id="6" name="Straight Connector 5">
            <a:extLst>
              <a:ext uri="{FF2B5EF4-FFF2-40B4-BE49-F238E27FC236}">
                <a16:creationId xmlns:a16="http://schemas.microsoft.com/office/drawing/2014/main" id="{B1B9C3DA-AA7E-0747-C9E4-BBD883EE42D6}"/>
              </a:ext>
              <a:ext uri="{C183D7F6-B498-43B3-948B-1728B52AA6E4}">
                <adec:decorative xmlns:adec="http://schemas.microsoft.com/office/drawing/2017/decorative" val="1"/>
              </a:ext>
            </a:extLst>
          </p:cNvPr>
          <p:cNvCxnSpPr>
            <a:cxnSpLocks/>
          </p:cNvCxnSpPr>
          <p:nvPr userDrawn="1"/>
        </p:nvCxnSpPr>
        <p:spPr>
          <a:xfrm>
            <a:off x="546499" y="1825844"/>
            <a:ext cx="11000612"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7" name="Title 3">
            <a:extLst>
              <a:ext uri="{FF2B5EF4-FFF2-40B4-BE49-F238E27FC236}">
                <a16:creationId xmlns:a16="http://schemas.microsoft.com/office/drawing/2014/main" id="{793612FC-E433-755A-2E08-D0D4A12BC00F}"/>
              </a:ext>
            </a:extLst>
          </p:cNvPr>
          <p:cNvSpPr txBox="1">
            <a:spLocks/>
          </p:cNvSpPr>
          <p:nvPr userDrawn="1"/>
        </p:nvSpPr>
        <p:spPr>
          <a:xfrm>
            <a:off x="542647" y="2014850"/>
            <a:ext cx="3203389" cy="329259"/>
          </a:xfrm>
          <a:prstGeom prst="rect">
            <a:avLst/>
          </a:prstGeom>
        </p:spPr>
        <p:txBody>
          <a:bodyPr/>
          <a:lstStyle>
            <a:lvl1pPr algn="l" defTabSz="914400" rtl="0" eaLnBrk="1" latinLnBrk="0" hangingPunct="1">
              <a:lnSpc>
                <a:spcPct val="90000"/>
              </a:lnSpc>
              <a:spcBef>
                <a:spcPct val="0"/>
              </a:spcBef>
              <a:buNone/>
              <a:defRPr sz="2400" b="0" i="0" kern="1200" cap="all" baseline="0">
                <a:solidFill>
                  <a:schemeClr val="tx1"/>
                </a:solidFill>
                <a:latin typeface="Century Gothic" panose="020B0502020202020204" pitchFamily="34" charset="0"/>
                <a:ea typeface="+mj-ea"/>
                <a:cs typeface="+mj-cs"/>
              </a:defRPr>
            </a:lvl1pPr>
          </a:lstStyle>
          <a:p>
            <a:pPr algn="r">
              <a:lnSpc>
                <a:spcPct val="100000"/>
              </a:lnSpc>
            </a:pPr>
            <a:r>
              <a:rPr lang="en-US" sz="1600" b="1" cap="none" dirty="0">
                <a:solidFill>
                  <a:schemeClr val="accent5"/>
                </a:solidFill>
                <a:latin typeface="Century Gothic (Headings)"/>
                <a:ea typeface="Verdana" panose="020B0604030504040204" pitchFamily="34" charset="0"/>
                <a:cs typeface="Calibri" panose="020F0502020204030204" pitchFamily="34" charset="0"/>
              </a:rPr>
              <a:t>Deep Expertise</a:t>
            </a:r>
          </a:p>
        </p:txBody>
      </p:sp>
      <p:sp>
        <p:nvSpPr>
          <p:cNvPr id="8" name="Content Placeholder 7">
            <a:extLst>
              <a:ext uri="{FF2B5EF4-FFF2-40B4-BE49-F238E27FC236}">
                <a16:creationId xmlns:a16="http://schemas.microsoft.com/office/drawing/2014/main" id="{3630A41F-91D0-82DE-50D6-5C131C744017}"/>
              </a:ext>
            </a:extLst>
          </p:cNvPr>
          <p:cNvSpPr txBox="1">
            <a:spLocks/>
          </p:cNvSpPr>
          <p:nvPr userDrawn="1"/>
        </p:nvSpPr>
        <p:spPr>
          <a:xfrm>
            <a:off x="3835400" y="1912547"/>
            <a:ext cx="7711712" cy="523220"/>
          </a:xfrm>
          <a:prstGeom prst="rect">
            <a:avLst/>
          </a:prstGeom>
        </p:spPr>
        <p:txBody>
          <a:bodyPr wrap="square" numCol="1">
            <a:spAutoFit/>
          </a:bodyPr>
          <a:lstStyle>
            <a:lvl1pPr marL="0" indent="0" algn="l" defTabSz="914400" rtl="0" eaLnBrk="1" latinLnBrk="0" hangingPunct="1">
              <a:lnSpc>
                <a:spcPct val="100000"/>
              </a:lnSpc>
              <a:spcBef>
                <a:spcPts val="600"/>
              </a:spcBef>
              <a:buFont typeface="Arial" panose="020B0604020202020204" pitchFamily="34" charset="0"/>
              <a:buNone/>
              <a:defRPr sz="1400" b="0" i="0" kern="1200">
                <a:solidFill>
                  <a:schemeClr val="accent3"/>
                </a:solidFill>
                <a:latin typeface="+mn-lt"/>
                <a:ea typeface="Verdana" panose="020B0604030504040204" pitchFamily="34" charset="0"/>
                <a:cs typeface="Calibri" panose="020F0502020204030204" pitchFamily="34" charset="0"/>
              </a:defRPr>
            </a:lvl1pPr>
            <a:lvl2pPr marL="0" indent="0" algn="l" defTabSz="914400" rtl="0" eaLnBrk="1" latinLnBrk="0" hangingPunct="1">
              <a:lnSpc>
                <a:spcPct val="100000"/>
              </a:lnSpc>
              <a:spcBef>
                <a:spcPts val="300"/>
              </a:spcBef>
              <a:buFont typeface="Arial Narrow" panose="020B0606020202030204" pitchFamily="34" charset="0"/>
              <a:buNone/>
              <a:defRPr sz="1200" b="0" i="0" kern="1200">
                <a:solidFill>
                  <a:schemeClr val="accent3"/>
                </a:solidFill>
                <a:latin typeface="+mn-lt"/>
                <a:ea typeface="Verdana" panose="020B0604030504040204" pitchFamily="34" charset="0"/>
                <a:cs typeface="Calibri" panose="020F0502020204030204" pitchFamily="34" charset="0"/>
              </a:defRPr>
            </a:lvl2pPr>
            <a:lvl3pPr marL="180975" indent="-180975" algn="l" defTabSz="914400" rtl="0" eaLnBrk="1" latinLnBrk="0" hangingPunct="1">
              <a:lnSpc>
                <a:spcPct val="100000"/>
              </a:lnSpc>
              <a:spcBef>
                <a:spcPts val="300"/>
              </a:spcBef>
              <a:buClr>
                <a:schemeClr val="accent1"/>
              </a:buClr>
              <a:buFont typeface="Arial" panose="020B0604020202020204" pitchFamily="34" charset="0"/>
              <a:buChar char="•"/>
              <a:defRPr sz="1200" b="0" i="0" kern="1200">
                <a:solidFill>
                  <a:schemeClr val="accent3"/>
                </a:solidFill>
                <a:latin typeface="+mn-lt"/>
                <a:ea typeface="Verdana" panose="020B0604030504040204" pitchFamily="34" charset="0"/>
                <a:cs typeface="Calibri" panose="020F0502020204030204" pitchFamily="34" charset="0"/>
              </a:defRPr>
            </a:lvl3pPr>
            <a:lvl4pPr marL="361950" indent="-180975" algn="l" defTabSz="914400" rtl="0" eaLnBrk="1" latinLnBrk="0" hangingPunct="1">
              <a:lnSpc>
                <a:spcPct val="100000"/>
              </a:lnSpc>
              <a:spcBef>
                <a:spcPts val="300"/>
              </a:spcBef>
              <a:buClr>
                <a:schemeClr val="accent1"/>
              </a:buClr>
              <a:buFont typeface="Arial" panose="020B0604020202020204" pitchFamily="34" charset="0"/>
              <a:buChar char="•"/>
              <a:defRPr sz="1100" b="0" i="0" kern="1200">
                <a:solidFill>
                  <a:schemeClr val="accent3"/>
                </a:solidFill>
                <a:latin typeface="+mn-lt"/>
                <a:ea typeface="Verdana" panose="020B0604030504040204" pitchFamily="34" charset="0"/>
                <a:cs typeface="Calibri" panose="020F0502020204030204" pitchFamily="34" charset="0"/>
              </a:defRPr>
            </a:lvl4pPr>
            <a:lvl5pPr marL="542925" indent="-180975" algn="l" defTabSz="914400" rtl="0" eaLnBrk="1" latinLnBrk="0" hangingPunct="1">
              <a:lnSpc>
                <a:spcPct val="100000"/>
              </a:lnSpc>
              <a:spcBef>
                <a:spcPts val="300"/>
              </a:spcBef>
              <a:buClr>
                <a:schemeClr val="accent1"/>
              </a:buClr>
              <a:buFont typeface="Arial" panose="020B0604020202020204" pitchFamily="34" charset="0"/>
              <a:buChar char="•"/>
              <a:defRPr sz="1100" b="0" i="0" kern="1200">
                <a:solidFill>
                  <a:schemeClr val="accent3"/>
                </a:solidFill>
                <a:latin typeface="+mn-lt"/>
                <a:ea typeface="Verdana" panose="020B060403050404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Clients look to us for clear guidance, proven expertise, and the support they need to set their companies up for success.</a:t>
            </a:r>
          </a:p>
        </p:txBody>
      </p:sp>
      <p:cxnSp>
        <p:nvCxnSpPr>
          <p:cNvPr id="9" name="Straight Connector 8">
            <a:extLst>
              <a:ext uri="{FF2B5EF4-FFF2-40B4-BE49-F238E27FC236}">
                <a16:creationId xmlns:a16="http://schemas.microsoft.com/office/drawing/2014/main" id="{B0E2D88E-6979-7152-A893-4619985EE9BE}"/>
              </a:ext>
              <a:ext uri="{C183D7F6-B498-43B3-948B-1728B52AA6E4}">
                <adec:decorative xmlns:adec="http://schemas.microsoft.com/office/drawing/2017/decorative" val="1"/>
              </a:ext>
            </a:extLst>
          </p:cNvPr>
          <p:cNvCxnSpPr>
            <a:cxnSpLocks/>
          </p:cNvCxnSpPr>
          <p:nvPr userDrawn="1"/>
        </p:nvCxnSpPr>
        <p:spPr>
          <a:xfrm>
            <a:off x="546499" y="2500503"/>
            <a:ext cx="11000612"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itle 3">
            <a:extLst>
              <a:ext uri="{FF2B5EF4-FFF2-40B4-BE49-F238E27FC236}">
                <a16:creationId xmlns:a16="http://schemas.microsoft.com/office/drawing/2014/main" id="{9F44FCE0-5436-29BC-4DE9-96CB436615FB}"/>
              </a:ext>
            </a:extLst>
          </p:cNvPr>
          <p:cNvSpPr txBox="1">
            <a:spLocks/>
          </p:cNvSpPr>
          <p:nvPr userDrawn="1"/>
        </p:nvSpPr>
        <p:spPr>
          <a:xfrm>
            <a:off x="542647" y="2711396"/>
            <a:ext cx="3203389" cy="359450"/>
          </a:xfrm>
          <a:prstGeom prst="rect">
            <a:avLst/>
          </a:prstGeom>
        </p:spPr>
        <p:txBody>
          <a:bodyPr/>
          <a:lstStyle>
            <a:lvl1pPr algn="l" defTabSz="914400" rtl="0" eaLnBrk="1" latinLnBrk="0" hangingPunct="1">
              <a:lnSpc>
                <a:spcPct val="90000"/>
              </a:lnSpc>
              <a:spcBef>
                <a:spcPct val="0"/>
              </a:spcBef>
              <a:buNone/>
              <a:defRPr sz="2400" b="0" i="0" kern="1200" cap="all" baseline="0">
                <a:solidFill>
                  <a:schemeClr val="tx1"/>
                </a:solidFill>
                <a:latin typeface="Century Gothic" panose="020B0502020202020204" pitchFamily="34" charset="0"/>
                <a:ea typeface="+mj-ea"/>
                <a:cs typeface="+mj-cs"/>
              </a:defRPr>
            </a:lvl1pPr>
          </a:lstStyle>
          <a:p>
            <a:pPr algn="r">
              <a:lnSpc>
                <a:spcPct val="100000"/>
              </a:lnSpc>
            </a:pPr>
            <a:r>
              <a:rPr lang="en-US" sz="1600" b="1" cap="none" dirty="0">
                <a:solidFill>
                  <a:schemeClr val="tx1"/>
                </a:solidFill>
                <a:latin typeface="Century Gothic (Headings)"/>
                <a:ea typeface="Verdana" panose="020B0604030504040204" pitchFamily="34" charset="0"/>
                <a:cs typeface="Calibri" panose="020F0502020204030204" pitchFamily="34" charset="0"/>
              </a:rPr>
              <a:t>Disruptive Solutions</a:t>
            </a:r>
          </a:p>
        </p:txBody>
      </p:sp>
      <p:sp>
        <p:nvSpPr>
          <p:cNvPr id="11" name="Content Placeholder 7">
            <a:extLst>
              <a:ext uri="{FF2B5EF4-FFF2-40B4-BE49-F238E27FC236}">
                <a16:creationId xmlns:a16="http://schemas.microsoft.com/office/drawing/2014/main" id="{FB7B9A17-1789-4C7F-AEC7-C0DCBEDFC8B3}"/>
              </a:ext>
            </a:extLst>
          </p:cNvPr>
          <p:cNvSpPr txBox="1">
            <a:spLocks/>
          </p:cNvSpPr>
          <p:nvPr userDrawn="1"/>
        </p:nvSpPr>
        <p:spPr>
          <a:xfrm>
            <a:off x="3835400" y="2625804"/>
            <a:ext cx="7711712" cy="523220"/>
          </a:xfrm>
          <a:prstGeom prst="rect">
            <a:avLst/>
          </a:prstGeom>
        </p:spPr>
        <p:txBody>
          <a:bodyPr wrap="square" numCol="1">
            <a:spAutoFit/>
          </a:bodyPr>
          <a:lstStyle>
            <a:lvl1pPr marL="0" indent="0" algn="l" defTabSz="914400" rtl="0" eaLnBrk="1" latinLnBrk="0" hangingPunct="1">
              <a:lnSpc>
                <a:spcPct val="100000"/>
              </a:lnSpc>
              <a:spcBef>
                <a:spcPts val="600"/>
              </a:spcBef>
              <a:buFont typeface="Arial" panose="020B0604020202020204" pitchFamily="34" charset="0"/>
              <a:buNone/>
              <a:defRPr sz="1400" b="0" i="0" kern="1200">
                <a:solidFill>
                  <a:schemeClr val="accent3"/>
                </a:solidFill>
                <a:latin typeface="+mn-lt"/>
                <a:ea typeface="Verdana" panose="020B0604030504040204" pitchFamily="34" charset="0"/>
                <a:cs typeface="Calibri" panose="020F0502020204030204" pitchFamily="34" charset="0"/>
              </a:defRPr>
            </a:lvl1pPr>
            <a:lvl2pPr marL="0" indent="0" algn="l" defTabSz="914400" rtl="0" eaLnBrk="1" latinLnBrk="0" hangingPunct="1">
              <a:lnSpc>
                <a:spcPct val="100000"/>
              </a:lnSpc>
              <a:spcBef>
                <a:spcPts val="300"/>
              </a:spcBef>
              <a:buFont typeface="Arial Narrow" panose="020B0606020202030204" pitchFamily="34" charset="0"/>
              <a:buNone/>
              <a:defRPr sz="1200" b="0" i="0" kern="1200">
                <a:solidFill>
                  <a:schemeClr val="accent3"/>
                </a:solidFill>
                <a:latin typeface="+mn-lt"/>
                <a:ea typeface="Verdana" panose="020B0604030504040204" pitchFamily="34" charset="0"/>
                <a:cs typeface="Calibri" panose="020F0502020204030204" pitchFamily="34" charset="0"/>
              </a:defRPr>
            </a:lvl2pPr>
            <a:lvl3pPr marL="180975" indent="-180975" algn="l" defTabSz="914400" rtl="0" eaLnBrk="1" latinLnBrk="0" hangingPunct="1">
              <a:lnSpc>
                <a:spcPct val="100000"/>
              </a:lnSpc>
              <a:spcBef>
                <a:spcPts val="300"/>
              </a:spcBef>
              <a:buClr>
                <a:schemeClr val="accent1"/>
              </a:buClr>
              <a:buFont typeface="Arial" panose="020B0604020202020204" pitchFamily="34" charset="0"/>
              <a:buChar char="•"/>
              <a:defRPr sz="1200" b="0" i="0" kern="1200">
                <a:solidFill>
                  <a:schemeClr val="accent3"/>
                </a:solidFill>
                <a:latin typeface="+mn-lt"/>
                <a:ea typeface="Verdana" panose="020B0604030504040204" pitchFamily="34" charset="0"/>
                <a:cs typeface="Calibri" panose="020F0502020204030204" pitchFamily="34" charset="0"/>
              </a:defRPr>
            </a:lvl3pPr>
            <a:lvl4pPr marL="361950" indent="-180975" algn="l" defTabSz="914400" rtl="0" eaLnBrk="1" latinLnBrk="0" hangingPunct="1">
              <a:lnSpc>
                <a:spcPct val="100000"/>
              </a:lnSpc>
              <a:spcBef>
                <a:spcPts val="300"/>
              </a:spcBef>
              <a:buClr>
                <a:schemeClr val="accent1"/>
              </a:buClr>
              <a:buFont typeface="Arial" panose="020B0604020202020204" pitchFamily="34" charset="0"/>
              <a:buChar char="•"/>
              <a:defRPr sz="1100" b="0" i="0" kern="1200">
                <a:solidFill>
                  <a:schemeClr val="accent3"/>
                </a:solidFill>
                <a:latin typeface="+mn-lt"/>
                <a:ea typeface="Verdana" panose="020B0604030504040204" pitchFamily="34" charset="0"/>
                <a:cs typeface="Calibri" panose="020F0502020204030204" pitchFamily="34" charset="0"/>
              </a:defRPr>
            </a:lvl4pPr>
            <a:lvl5pPr marL="542925" indent="-180975" algn="l" defTabSz="914400" rtl="0" eaLnBrk="1" latinLnBrk="0" hangingPunct="1">
              <a:lnSpc>
                <a:spcPct val="100000"/>
              </a:lnSpc>
              <a:spcBef>
                <a:spcPts val="300"/>
              </a:spcBef>
              <a:buClr>
                <a:schemeClr val="accent1"/>
              </a:buClr>
              <a:buFont typeface="Arial" panose="020B0604020202020204" pitchFamily="34" charset="0"/>
              <a:buChar char="•"/>
              <a:defRPr sz="1100" b="0" i="0" kern="1200">
                <a:solidFill>
                  <a:schemeClr val="accent3"/>
                </a:solidFill>
                <a:latin typeface="+mn-lt"/>
                <a:ea typeface="Verdana" panose="020B060403050404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We do not provide off-the-shelf answers to clients’ challenges. Instead, we work in close collaboration to understand the issues, and craft disruptive, bespoke solutions.</a:t>
            </a:r>
          </a:p>
        </p:txBody>
      </p:sp>
      <p:cxnSp>
        <p:nvCxnSpPr>
          <p:cNvPr id="12" name="Straight Connector 11">
            <a:extLst>
              <a:ext uri="{FF2B5EF4-FFF2-40B4-BE49-F238E27FC236}">
                <a16:creationId xmlns:a16="http://schemas.microsoft.com/office/drawing/2014/main" id="{D93F9A6B-65DD-8BB3-2E8B-6197D7A778D9}"/>
              </a:ext>
              <a:ext uri="{C183D7F6-B498-43B3-948B-1728B52AA6E4}">
                <adec:decorative xmlns:adec="http://schemas.microsoft.com/office/drawing/2017/decorative" val="1"/>
              </a:ext>
            </a:extLst>
          </p:cNvPr>
          <p:cNvCxnSpPr>
            <a:cxnSpLocks/>
          </p:cNvCxnSpPr>
          <p:nvPr userDrawn="1"/>
        </p:nvCxnSpPr>
        <p:spPr>
          <a:xfrm>
            <a:off x="546689" y="3189947"/>
            <a:ext cx="11000232"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Title 3">
            <a:extLst>
              <a:ext uri="{FF2B5EF4-FFF2-40B4-BE49-F238E27FC236}">
                <a16:creationId xmlns:a16="http://schemas.microsoft.com/office/drawing/2014/main" id="{2D612BFE-3997-D1DF-89DE-6CF81092287D}"/>
              </a:ext>
            </a:extLst>
          </p:cNvPr>
          <p:cNvSpPr txBox="1">
            <a:spLocks/>
          </p:cNvSpPr>
          <p:nvPr userDrawn="1"/>
        </p:nvSpPr>
        <p:spPr>
          <a:xfrm>
            <a:off x="542647" y="3366529"/>
            <a:ext cx="3203389" cy="361017"/>
          </a:xfrm>
          <a:prstGeom prst="rect">
            <a:avLst/>
          </a:prstGeom>
        </p:spPr>
        <p:txBody>
          <a:bodyPr/>
          <a:lstStyle>
            <a:lvl1pPr algn="l" defTabSz="914400" rtl="0" eaLnBrk="1" latinLnBrk="0" hangingPunct="1">
              <a:lnSpc>
                <a:spcPct val="90000"/>
              </a:lnSpc>
              <a:spcBef>
                <a:spcPct val="0"/>
              </a:spcBef>
              <a:buNone/>
              <a:defRPr sz="2400" b="0" i="0" kern="1200" cap="all" baseline="0">
                <a:solidFill>
                  <a:schemeClr val="tx1"/>
                </a:solidFill>
                <a:latin typeface="Century Gothic" panose="020B0502020202020204" pitchFamily="34" charset="0"/>
                <a:ea typeface="+mj-ea"/>
                <a:cs typeface="+mj-cs"/>
              </a:defRPr>
            </a:lvl1pPr>
          </a:lstStyle>
          <a:p>
            <a:pPr algn="r">
              <a:lnSpc>
                <a:spcPct val="100000"/>
              </a:lnSpc>
            </a:pPr>
            <a:r>
              <a:rPr lang="en-US" sz="1600" b="1" cap="none" dirty="0">
                <a:solidFill>
                  <a:schemeClr val="accent5"/>
                </a:solidFill>
                <a:latin typeface="Century Gothic (Headings)"/>
                <a:ea typeface="Verdana" panose="020B0604030504040204" pitchFamily="34" charset="0"/>
                <a:cs typeface="Calibri" panose="020F0502020204030204" pitchFamily="34" charset="0"/>
              </a:rPr>
              <a:t>Accountability and Ownership</a:t>
            </a:r>
          </a:p>
        </p:txBody>
      </p:sp>
      <p:sp>
        <p:nvSpPr>
          <p:cNvPr id="14" name="Content Placeholder 7">
            <a:extLst>
              <a:ext uri="{FF2B5EF4-FFF2-40B4-BE49-F238E27FC236}">
                <a16:creationId xmlns:a16="http://schemas.microsoft.com/office/drawing/2014/main" id="{6B8AAA33-1DC1-9CF3-DC49-76E341E1FFC1}"/>
              </a:ext>
            </a:extLst>
          </p:cNvPr>
          <p:cNvSpPr txBox="1">
            <a:spLocks/>
          </p:cNvSpPr>
          <p:nvPr userDrawn="1"/>
        </p:nvSpPr>
        <p:spPr>
          <a:xfrm>
            <a:off x="3835400" y="3300763"/>
            <a:ext cx="7711712" cy="523220"/>
          </a:xfrm>
          <a:prstGeom prst="rect">
            <a:avLst/>
          </a:prstGeom>
        </p:spPr>
        <p:txBody>
          <a:bodyPr wrap="square" numCol="1">
            <a:spAutoFit/>
          </a:bodyPr>
          <a:lstStyle>
            <a:lvl1pPr marL="0" indent="0" algn="l" defTabSz="914400" rtl="0" eaLnBrk="1" latinLnBrk="0" hangingPunct="1">
              <a:lnSpc>
                <a:spcPct val="100000"/>
              </a:lnSpc>
              <a:spcBef>
                <a:spcPts val="600"/>
              </a:spcBef>
              <a:buFont typeface="Arial" panose="020B0604020202020204" pitchFamily="34" charset="0"/>
              <a:buNone/>
              <a:defRPr sz="1400" b="0" i="0" kern="1200">
                <a:solidFill>
                  <a:schemeClr val="accent3"/>
                </a:solidFill>
                <a:latin typeface="+mn-lt"/>
                <a:ea typeface="Verdana" panose="020B0604030504040204" pitchFamily="34" charset="0"/>
                <a:cs typeface="Calibri" panose="020F0502020204030204" pitchFamily="34" charset="0"/>
              </a:defRPr>
            </a:lvl1pPr>
            <a:lvl2pPr marL="0" indent="0" algn="l" defTabSz="914400" rtl="0" eaLnBrk="1" latinLnBrk="0" hangingPunct="1">
              <a:lnSpc>
                <a:spcPct val="100000"/>
              </a:lnSpc>
              <a:spcBef>
                <a:spcPts val="300"/>
              </a:spcBef>
              <a:buFont typeface="Arial Narrow" panose="020B0606020202030204" pitchFamily="34" charset="0"/>
              <a:buNone/>
              <a:defRPr sz="1200" b="0" i="0" kern="1200">
                <a:solidFill>
                  <a:schemeClr val="accent3"/>
                </a:solidFill>
                <a:latin typeface="+mn-lt"/>
                <a:ea typeface="Verdana" panose="020B0604030504040204" pitchFamily="34" charset="0"/>
                <a:cs typeface="Calibri" panose="020F0502020204030204" pitchFamily="34" charset="0"/>
              </a:defRPr>
            </a:lvl2pPr>
            <a:lvl3pPr marL="180975" indent="-180975" algn="l" defTabSz="914400" rtl="0" eaLnBrk="1" latinLnBrk="0" hangingPunct="1">
              <a:lnSpc>
                <a:spcPct val="100000"/>
              </a:lnSpc>
              <a:spcBef>
                <a:spcPts val="300"/>
              </a:spcBef>
              <a:buClr>
                <a:schemeClr val="accent1"/>
              </a:buClr>
              <a:buFont typeface="Arial" panose="020B0604020202020204" pitchFamily="34" charset="0"/>
              <a:buChar char="•"/>
              <a:defRPr sz="1200" b="0" i="0" kern="1200">
                <a:solidFill>
                  <a:schemeClr val="accent3"/>
                </a:solidFill>
                <a:latin typeface="+mn-lt"/>
                <a:ea typeface="Verdana" panose="020B0604030504040204" pitchFamily="34" charset="0"/>
                <a:cs typeface="Calibri" panose="020F0502020204030204" pitchFamily="34" charset="0"/>
              </a:defRPr>
            </a:lvl3pPr>
            <a:lvl4pPr marL="361950" indent="-180975" algn="l" defTabSz="914400" rtl="0" eaLnBrk="1" latinLnBrk="0" hangingPunct="1">
              <a:lnSpc>
                <a:spcPct val="100000"/>
              </a:lnSpc>
              <a:spcBef>
                <a:spcPts val="300"/>
              </a:spcBef>
              <a:buClr>
                <a:schemeClr val="accent1"/>
              </a:buClr>
              <a:buFont typeface="Arial" panose="020B0604020202020204" pitchFamily="34" charset="0"/>
              <a:buChar char="•"/>
              <a:defRPr sz="1100" b="0" i="0" kern="1200">
                <a:solidFill>
                  <a:schemeClr val="accent3"/>
                </a:solidFill>
                <a:latin typeface="+mn-lt"/>
                <a:ea typeface="Verdana" panose="020B0604030504040204" pitchFamily="34" charset="0"/>
                <a:cs typeface="Calibri" panose="020F0502020204030204" pitchFamily="34" charset="0"/>
              </a:defRPr>
            </a:lvl4pPr>
            <a:lvl5pPr marL="542925" indent="-180975" algn="l" defTabSz="914400" rtl="0" eaLnBrk="1" latinLnBrk="0" hangingPunct="1">
              <a:lnSpc>
                <a:spcPct val="100000"/>
              </a:lnSpc>
              <a:spcBef>
                <a:spcPts val="300"/>
              </a:spcBef>
              <a:buClr>
                <a:schemeClr val="accent1"/>
              </a:buClr>
              <a:buFont typeface="Arial" panose="020B0604020202020204" pitchFamily="34" charset="0"/>
              <a:buChar char="•"/>
              <a:defRPr sz="1100" b="0" i="0" kern="1200">
                <a:solidFill>
                  <a:schemeClr val="accent3"/>
                </a:solidFill>
                <a:latin typeface="+mn-lt"/>
                <a:ea typeface="Verdana" panose="020B060403050404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tx1"/>
                </a:solidFill>
              </a:rPr>
              <a:t>We recognize every client has distinct needs and expectations, and we take ownership and accountability for the solutions we design, build, and deliver.</a:t>
            </a:r>
          </a:p>
        </p:txBody>
      </p:sp>
      <p:sp>
        <p:nvSpPr>
          <p:cNvPr id="15" name="TextBox 14">
            <a:extLst>
              <a:ext uri="{FF2B5EF4-FFF2-40B4-BE49-F238E27FC236}">
                <a16:creationId xmlns:a16="http://schemas.microsoft.com/office/drawing/2014/main" id="{3530D31F-05DA-2DEC-DEA9-1F424F819FC6}"/>
              </a:ext>
            </a:extLst>
          </p:cNvPr>
          <p:cNvSpPr txBox="1"/>
          <p:nvPr userDrawn="1"/>
        </p:nvSpPr>
        <p:spPr>
          <a:xfrm>
            <a:off x="2983743" y="5921995"/>
            <a:ext cx="1389221" cy="323165"/>
          </a:xfrm>
          <a:prstGeom prst="rect">
            <a:avLst/>
          </a:prstGeom>
          <a:noFill/>
          <a:ln>
            <a:noFill/>
          </a:ln>
        </p:spPr>
        <p:txBody>
          <a:bodyPr wrap="square" lIns="0" tIns="0" rIns="0" bIns="0" rtlCol="0">
            <a:spAutoFit/>
          </a:bodyPr>
          <a:lstStyle/>
          <a:p>
            <a:pPr algn="l"/>
            <a:r>
              <a:rPr lang="en-GB" sz="1050" b="1" noProof="0">
                <a:solidFill>
                  <a:schemeClr val="tx1"/>
                </a:solidFill>
                <a:latin typeface="Century Gothic" panose="020B0502020202020204" pitchFamily="34" charset="0"/>
              </a:rPr>
              <a:t>Innovation</a:t>
            </a:r>
            <a:r>
              <a:rPr lang="en-GB" sz="1050" b="1" dirty="0">
                <a:solidFill>
                  <a:schemeClr val="tx1"/>
                </a:solidFill>
                <a:latin typeface="Century Gothic" panose="020B0502020202020204" pitchFamily="34" charset="0"/>
              </a:rPr>
              <a:t> </a:t>
            </a:r>
            <a:r>
              <a:rPr lang="en-GB" altLang="en-US" sz="1050" b="1" kern="1200" dirty="0">
                <a:solidFill>
                  <a:schemeClr val="tx1"/>
                </a:solidFill>
                <a:latin typeface="Century Gothic" panose="020B0502020202020204" pitchFamily="34" charset="0"/>
                <a:sym typeface="Wingdings" panose="05000000000000000000" pitchFamily="2" charset="2"/>
              </a:rPr>
              <a:t>and Thought Leadership</a:t>
            </a:r>
          </a:p>
        </p:txBody>
      </p:sp>
      <p:sp>
        <p:nvSpPr>
          <p:cNvPr id="16" name="TextBox 15">
            <a:extLst>
              <a:ext uri="{FF2B5EF4-FFF2-40B4-BE49-F238E27FC236}">
                <a16:creationId xmlns:a16="http://schemas.microsoft.com/office/drawing/2014/main" id="{9107EBE5-4DED-67F9-A85A-531165F5A5BB}"/>
              </a:ext>
            </a:extLst>
          </p:cNvPr>
          <p:cNvSpPr txBox="1"/>
          <p:nvPr userDrawn="1"/>
        </p:nvSpPr>
        <p:spPr>
          <a:xfrm>
            <a:off x="5408438" y="5921995"/>
            <a:ext cx="1389221" cy="323165"/>
          </a:xfrm>
          <a:prstGeom prst="rect">
            <a:avLst/>
          </a:prstGeom>
          <a:noFill/>
          <a:ln>
            <a:noFill/>
          </a:ln>
        </p:spPr>
        <p:txBody>
          <a:bodyPr wrap="square" lIns="0" tIns="0" rIns="0" bIns="0" rtlCol="0">
            <a:spAutoFit/>
          </a:bodyPr>
          <a:lstStyle/>
          <a:p>
            <a:pPr algn="l"/>
            <a:r>
              <a:rPr lang="en-GB" sz="1050" b="1" noProof="0" dirty="0">
                <a:solidFill>
                  <a:schemeClr val="tx1"/>
                </a:solidFill>
                <a:latin typeface="Century Gothic" panose="020B0502020202020204" pitchFamily="34" charset="0"/>
              </a:rPr>
              <a:t>Execution</a:t>
            </a:r>
          </a:p>
          <a:p>
            <a:pPr algn="l"/>
            <a:r>
              <a:rPr lang="en-GB" altLang="en-US" sz="1050" b="1" kern="1200" noProof="0" dirty="0">
                <a:solidFill>
                  <a:schemeClr val="tx1"/>
                </a:solidFill>
                <a:latin typeface="Century Gothic" panose="020B0502020202020204" pitchFamily="34" charset="0"/>
                <a:sym typeface="Wingdings" panose="05000000000000000000" pitchFamily="2" charset="2"/>
              </a:rPr>
              <a:t>Excellence</a:t>
            </a:r>
          </a:p>
        </p:txBody>
      </p:sp>
      <p:sp>
        <p:nvSpPr>
          <p:cNvPr id="17" name="TextBox 16">
            <a:extLst>
              <a:ext uri="{FF2B5EF4-FFF2-40B4-BE49-F238E27FC236}">
                <a16:creationId xmlns:a16="http://schemas.microsoft.com/office/drawing/2014/main" id="{826507AF-E2BD-73D3-9D13-62F3AE99AF97}"/>
              </a:ext>
            </a:extLst>
          </p:cNvPr>
          <p:cNvSpPr txBox="1"/>
          <p:nvPr userDrawn="1"/>
        </p:nvSpPr>
        <p:spPr>
          <a:xfrm>
            <a:off x="7833133" y="5921995"/>
            <a:ext cx="1389221" cy="323165"/>
          </a:xfrm>
          <a:prstGeom prst="rect">
            <a:avLst/>
          </a:prstGeom>
          <a:noFill/>
          <a:ln>
            <a:noFill/>
          </a:ln>
        </p:spPr>
        <p:txBody>
          <a:bodyPr wrap="square" lIns="0" tIns="0" rIns="0" bIns="0" rtlCol="0">
            <a:spAutoFit/>
          </a:bodyPr>
          <a:lstStyle/>
          <a:p>
            <a:r>
              <a:rPr lang="en-GB" sz="1050" b="1" noProof="0" dirty="0">
                <a:solidFill>
                  <a:schemeClr val="tx1"/>
                </a:solidFill>
                <a:latin typeface="Century Gothic" panose="020B0502020202020204" pitchFamily="34" charset="0"/>
              </a:rPr>
              <a:t>Unique</a:t>
            </a:r>
          </a:p>
          <a:p>
            <a:r>
              <a:rPr lang="en-GB" sz="1050" b="1" noProof="0" dirty="0">
                <a:solidFill>
                  <a:schemeClr val="tx1"/>
                </a:solidFill>
                <a:latin typeface="Century Gothic" panose="020B0502020202020204" pitchFamily="34" charset="0"/>
              </a:rPr>
              <a:t>Culture</a:t>
            </a:r>
          </a:p>
        </p:txBody>
      </p:sp>
      <p:sp>
        <p:nvSpPr>
          <p:cNvPr id="18" name="TextBox 17">
            <a:extLst>
              <a:ext uri="{FF2B5EF4-FFF2-40B4-BE49-F238E27FC236}">
                <a16:creationId xmlns:a16="http://schemas.microsoft.com/office/drawing/2014/main" id="{DD112A97-7E89-9249-D66E-FB494D856AC9}"/>
              </a:ext>
            </a:extLst>
          </p:cNvPr>
          <p:cNvSpPr txBox="1"/>
          <p:nvPr userDrawn="1"/>
        </p:nvSpPr>
        <p:spPr>
          <a:xfrm>
            <a:off x="559048" y="5921995"/>
            <a:ext cx="1389221" cy="323165"/>
          </a:xfrm>
          <a:prstGeom prst="rect">
            <a:avLst/>
          </a:prstGeom>
          <a:noFill/>
          <a:ln>
            <a:noFill/>
          </a:ln>
        </p:spPr>
        <p:txBody>
          <a:bodyPr wrap="square" lIns="0" tIns="0" rIns="0" bIns="0" rtlCol="0">
            <a:spAutoFit/>
          </a:bodyPr>
          <a:lstStyle/>
          <a:p>
            <a:pPr algn="l"/>
            <a:r>
              <a:rPr lang="en-US" sz="1050" b="1" noProof="0" dirty="0">
                <a:solidFill>
                  <a:schemeClr val="tx1"/>
                </a:solidFill>
                <a:latin typeface="Century Gothic (Headings)"/>
              </a:rPr>
              <a:t>Business</a:t>
            </a:r>
          </a:p>
          <a:p>
            <a:pPr algn="l"/>
            <a:r>
              <a:rPr lang="en-US" altLang="en-US" sz="1050" b="1" kern="1200" noProof="0" dirty="0">
                <a:solidFill>
                  <a:schemeClr val="tx1"/>
                </a:solidFill>
                <a:latin typeface="Century Gothic (Headings)"/>
                <a:sym typeface="Wingdings" panose="05000000000000000000" pitchFamily="2" charset="2"/>
              </a:rPr>
              <a:t>Transformation</a:t>
            </a:r>
          </a:p>
        </p:txBody>
      </p:sp>
      <p:sp>
        <p:nvSpPr>
          <p:cNvPr id="19" name="TextBox 18">
            <a:extLst>
              <a:ext uri="{FF2B5EF4-FFF2-40B4-BE49-F238E27FC236}">
                <a16:creationId xmlns:a16="http://schemas.microsoft.com/office/drawing/2014/main" id="{068991DB-0A43-0AF1-D9C0-282586F0B485}"/>
              </a:ext>
            </a:extLst>
          </p:cNvPr>
          <p:cNvSpPr txBox="1"/>
          <p:nvPr userDrawn="1"/>
        </p:nvSpPr>
        <p:spPr>
          <a:xfrm>
            <a:off x="10257827" y="5921995"/>
            <a:ext cx="1389221" cy="323165"/>
          </a:xfrm>
          <a:prstGeom prst="rect">
            <a:avLst/>
          </a:prstGeom>
          <a:noFill/>
          <a:ln>
            <a:noFill/>
          </a:ln>
        </p:spPr>
        <p:txBody>
          <a:bodyPr wrap="square" lIns="0" tIns="0" rIns="0" bIns="0" rtlCol="0">
            <a:spAutoFit/>
          </a:bodyPr>
          <a:lstStyle/>
          <a:p>
            <a:r>
              <a:rPr lang="en-US" sz="1050" b="1" noProof="0" dirty="0">
                <a:solidFill>
                  <a:schemeClr val="tx1"/>
                </a:solidFill>
                <a:latin typeface="Century Gothic (Headings)"/>
              </a:rPr>
              <a:t>Deep Industry</a:t>
            </a:r>
          </a:p>
          <a:p>
            <a:r>
              <a:rPr lang="en-US" sz="1050" b="1" noProof="0" dirty="0">
                <a:solidFill>
                  <a:schemeClr val="tx1"/>
                </a:solidFill>
                <a:latin typeface="Century Gothic (Headings)"/>
              </a:rPr>
              <a:t>Experience</a:t>
            </a:r>
          </a:p>
        </p:txBody>
      </p:sp>
    </p:spTree>
    <p:extLst>
      <p:ext uri="{BB962C8B-B14F-4D97-AF65-F5344CB8AC3E}">
        <p14:creationId xmlns:p14="http://schemas.microsoft.com/office/powerpoint/2010/main" val="171182399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About Capco_dark">
    <p:bg>
      <p:bgPr>
        <a:solidFill>
          <a:schemeClr val="tx1"/>
        </a:solidFill>
        <a:effectLst/>
      </p:bgPr>
    </p:bg>
    <p:spTree>
      <p:nvGrpSpPr>
        <p:cNvPr id="1" name=""/>
        <p:cNvGrpSpPr/>
        <p:nvPr/>
      </p:nvGrpSpPr>
      <p:grpSpPr>
        <a:xfrm>
          <a:off x="0" y="0"/>
          <a:ext cx="0" cy="0"/>
          <a:chOff x="0" y="0"/>
          <a:chExt cx="0" cy="0"/>
        </a:xfrm>
      </p:grpSpPr>
      <p:pic>
        <p:nvPicPr>
          <p:cNvPr id="91" name="Picture 90">
            <a:extLst>
              <a:ext uri="{FF2B5EF4-FFF2-40B4-BE49-F238E27FC236}">
                <a16:creationId xmlns:a16="http://schemas.microsoft.com/office/drawing/2014/main" id="{2FCE8830-C961-4112-93E9-ACEBCFB88A45}"/>
              </a:ext>
              <a:ext uri="{C183D7F6-B498-43B3-948B-1728B52AA6E4}">
                <adec:decorative xmlns:adec="http://schemas.microsoft.com/office/drawing/2017/decorative" val="1"/>
              </a:ext>
            </a:extLst>
          </p:cNvPr>
          <p:cNvPicPr>
            <a:picLocks/>
          </p:cNvPicPr>
          <p:nvPr userDrawn="1"/>
        </p:nvPicPr>
        <p:blipFill>
          <a:blip r:embed="rId2">
            <a:extLst>
              <a:ext uri="{28A0092B-C50C-407E-A947-70E740481C1C}">
                <a14:useLocalDpi xmlns:a14="http://schemas.microsoft.com/office/drawing/2010/main" val="0"/>
              </a:ext>
            </a:extLst>
          </a:blip>
          <a:srcRect t="75" b="75"/>
          <a:stretch/>
        </p:blipFill>
        <p:spPr>
          <a:xfrm>
            <a:off x="0" y="0"/>
            <a:ext cx="12192000" cy="6858000"/>
          </a:xfrm>
          <a:prstGeom prst="rect">
            <a:avLst/>
          </a:prstGeom>
        </p:spPr>
      </p:pic>
      <p:cxnSp>
        <p:nvCxnSpPr>
          <p:cNvPr id="4" name="Straight Connector 3">
            <a:extLst>
              <a:ext uri="{FF2B5EF4-FFF2-40B4-BE49-F238E27FC236}">
                <a16:creationId xmlns:a16="http://schemas.microsoft.com/office/drawing/2014/main" id="{3C3CE953-EEF6-F0D8-D5CB-AF3212C28380}"/>
              </a:ext>
              <a:ext uri="{C183D7F6-B498-43B3-948B-1728B52AA6E4}">
                <adec:decorative xmlns:adec="http://schemas.microsoft.com/office/drawing/2017/decorative" val="1"/>
              </a:ext>
            </a:extLst>
          </p:cNvPr>
          <p:cNvCxnSpPr>
            <a:cxnSpLocks/>
          </p:cNvCxnSpPr>
          <p:nvPr userDrawn="1"/>
        </p:nvCxnSpPr>
        <p:spPr>
          <a:xfrm>
            <a:off x="559048" y="5866155"/>
            <a:ext cx="1389221" cy="0"/>
          </a:xfrm>
          <a:prstGeom prst="line">
            <a:avLst/>
          </a:prstGeom>
          <a:ln w="952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7" name="Group 26">
            <a:extLst>
              <a:ext uri="{FF2B5EF4-FFF2-40B4-BE49-F238E27FC236}">
                <a16:creationId xmlns:a16="http://schemas.microsoft.com/office/drawing/2014/main" id="{87EA80C2-E289-14CA-C832-6248B3F640CB}"/>
              </a:ext>
              <a:ext uri="{C183D7F6-B498-43B3-948B-1728B52AA6E4}">
                <adec:decorative xmlns:adec="http://schemas.microsoft.com/office/drawing/2017/decorative" val="1"/>
              </a:ext>
            </a:extLst>
          </p:cNvPr>
          <p:cNvGrpSpPr/>
          <p:nvPr userDrawn="1"/>
        </p:nvGrpSpPr>
        <p:grpSpPr>
          <a:xfrm>
            <a:off x="560383" y="5293369"/>
            <a:ext cx="472469" cy="459983"/>
            <a:chOff x="2827687" y="2375038"/>
            <a:chExt cx="496315" cy="483199"/>
          </a:xfrm>
        </p:grpSpPr>
        <p:sp>
          <p:nvSpPr>
            <p:cNvPr id="28" name="Freeform: Shape 27">
              <a:extLst>
                <a:ext uri="{FF2B5EF4-FFF2-40B4-BE49-F238E27FC236}">
                  <a16:creationId xmlns:a16="http://schemas.microsoft.com/office/drawing/2014/main" id="{2CB0763F-DC65-BDFE-5274-578DC94CDF81}"/>
                </a:ext>
              </a:extLst>
            </p:cNvPr>
            <p:cNvSpPr/>
            <p:nvPr/>
          </p:nvSpPr>
          <p:spPr>
            <a:xfrm>
              <a:off x="3008517" y="2375038"/>
              <a:ext cx="130594" cy="483199"/>
            </a:xfrm>
            <a:custGeom>
              <a:avLst/>
              <a:gdLst>
                <a:gd name="connsiteX0" fmla="*/ 102108 w 95250"/>
                <a:gd name="connsiteY0" fmla="*/ 177070 h 352425"/>
                <a:gd name="connsiteX1" fmla="*/ 51054 w 95250"/>
                <a:gd name="connsiteY1" fmla="*/ 354140 h 352425"/>
                <a:gd name="connsiteX2" fmla="*/ 0 w 95250"/>
                <a:gd name="connsiteY2" fmla="*/ 177070 h 352425"/>
                <a:gd name="connsiteX3" fmla="*/ 51054 w 95250"/>
                <a:gd name="connsiteY3" fmla="*/ 0 h 352425"/>
                <a:gd name="connsiteX4" fmla="*/ 102108 w 95250"/>
                <a:gd name="connsiteY4" fmla="*/ 177070 h 3524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352425">
                  <a:moveTo>
                    <a:pt x="102108" y="177070"/>
                  </a:moveTo>
                  <a:cubicBezTo>
                    <a:pt x="102108" y="274863"/>
                    <a:pt x="79250" y="354140"/>
                    <a:pt x="51054" y="354140"/>
                  </a:cubicBezTo>
                  <a:cubicBezTo>
                    <a:pt x="22858" y="354140"/>
                    <a:pt x="0" y="274863"/>
                    <a:pt x="0" y="177070"/>
                  </a:cubicBezTo>
                  <a:cubicBezTo>
                    <a:pt x="0" y="79277"/>
                    <a:pt x="22858" y="0"/>
                    <a:pt x="51054" y="0"/>
                  </a:cubicBezTo>
                  <a:cubicBezTo>
                    <a:pt x="79250" y="0"/>
                    <a:pt x="102108" y="79277"/>
                    <a:pt x="102108" y="177070"/>
                  </a:cubicBezTo>
                  <a:close/>
                </a:path>
              </a:pathLst>
            </a:custGeom>
            <a:noFill/>
            <a:ln w="12700" cap="flat">
              <a:solidFill>
                <a:schemeClr val="accent5"/>
              </a:solidFill>
              <a:prstDash val="solid"/>
              <a:miter/>
            </a:ln>
          </p:spPr>
          <p:txBody>
            <a:bodyPr rtlCol="0" anchor="ctr"/>
            <a:lstStyle/>
            <a:p>
              <a:endParaRPr lang="en-GB" sz="1400" b="1" dirty="0">
                <a:solidFill>
                  <a:schemeClr val="tx1"/>
                </a:solidFill>
              </a:endParaRPr>
            </a:p>
          </p:txBody>
        </p:sp>
        <p:sp>
          <p:nvSpPr>
            <p:cNvPr id="29" name="Freeform: Shape 28">
              <a:extLst>
                <a:ext uri="{FF2B5EF4-FFF2-40B4-BE49-F238E27FC236}">
                  <a16:creationId xmlns:a16="http://schemas.microsoft.com/office/drawing/2014/main" id="{0E9F66E9-0C8B-D126-AF88-13601A545058}"/>
                </a:ext>
              </a:extLst>
            </p:cNvPr>
            <p:cNvSpPr/>
            <p:nvPr/>
          </p:nvSpPr>
          <p:spPr>
            <a:xfrm>
              <a:off x="2827687" y="2458076"/>
              <a:ext cx="496258" cy="313426"/>
            </a:xfrm>
            <a:custGeom>
              <a:avLst/>
              <a:gdLst>
                <a:gd name="connsiteX0" fmla="*/ 202936 w 361950"/>
                <a:gd name="connsiteY0" fmla="*/ 69482 h 228600"/>
                <a:gd name="connsiteX1" fmla="*/ 345771 w 361950"/>
                <a:gd name="connsiteY1" fmla="*/ 185924 h 228600"/>
                <a:gd name="connsiteX2" fmla="*/ 162869 w 361950"/>
                <a:gd name="connsiteY2" fmla="*/ 163401 h 228600"/>
                <a:gd name="connsiteX3" fmla="*/ 20034 w 361950"/>
                <a:gd name="connsiteY3" fmla="*/ 46959 h 228600"/>
                <a:gd name="connsiteX4" fmla="*/ 202936 w 361950"/>
                <a:gd name="connsiteY4" fmla="*/ 69482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1950" h="228600">
                  <a:moveTo>
                    <a:pt x="202936" y="69482"/>
                  </a:moveTo>
                  <a:cubicBezTo>
                    <a:pt x="292886" y="107856"/>
                    <a:pt x="356835" y="159989"/>
                    <a:pt x="345771" y="185924"/>
                  </a:cubicBezTo>
                  <a:cubicBezTo>
                    <a:pt x="334707" y="211859"/>
                    <a:pt x="252819" y="201775"/>
                    <a:pt x="162869" y="163401"/>
                  </a:cubicBezTo>
                  <a:cubicBezTo>
                    <a:pt x="72919" y="125027"/>
                    <a:pt x="8969" y="72895"/>
                    <a:pt x="20034" y="46959"/>
                  </a:cubicBezTo>
                  <a:cubicBezTo>
                    <a:pt x="31098" y="21024"/>
                    <a:pt x="112986" y="31108"/>
                    <a:pt x="202936" y="69482"/>
                  </a:cubicBezTo>
                  <a:close/>
                </a:path>
              </a:pathLst>
            </a:custGeom>
            <a:noFill/>
            <a:ln w="12700" cap="flat">
              <a:solidFill>
                <a:schemeClr val="accent5"/>
              </a:solidFill>
              <a:prstDash val="solid"/>
              <a:miter/>
            </a:ln>
          </p:spPr>
          <p:txBody>
            <a:bodyPr rtlCol="0" anchor="ctr"/>
            <a:lstStyle/>
            <a:p>
              <a:endParaRPr lang="en-GB" sz="1400" b="1" dirty="0">
                <a:solidFill>
                  <a:schemeClr val="tx1"/>
                </a:solidFill>
              </a:endParaRPr>
            </a:p>
          </p:txBody>
        </p:sp>
        <p:sp>
          <p:nvSpPr>
            <p:cNvPr id="30" name="Freeform: Shape 29">
              <a:extLst>
                <a:ext uri="{FF2B5EF4-FFF2-40B4-BE49-F238E27FC236}">
                  <a16:creationId xmlns:a16="http://schemas.microsoft.com/office/drawing/2014/main" id="{801FD892-71C5-85DE-BACC-F9D0B9085072}"/>
                </a:ext>
              </a:extLst>
            </p:cNvPr>
            <p:cNvSpPr/>
            <p:nvPr/>
          </p:nvSpPr>
          <p:spPr>
            <a:xfrm>
              <a:off x="2827744" y="2458188"/>
              <a:ext cx="496258" cy="313426"/>
            </a:xfrm>
            <a:custGeom>
              <a:avLst/>
              <a:gdLst>
                <a:gd name="connsiteX0" fmla="*/ 345771 w 361950"/>
                <a:gd name="connsiteY0" fmla="*/ 46959 h 228600"/>
                <a:gd name="connsiteX1" fmla="*/ 202936 w 361950"/>
                <a:gd name="connsiteY1" fmla="*/ 163401 h 228600"/>
                <a:gd name="connsiteX2" fmla="*/ 20034 w 361950"/>
                <a:gd name="connsiteY2" fmla="*/ 185924 h 228600"/>
                <a:gd name="connsiteX3" fmla="*/ 162869 w 361950"/>
                <a:gd name="connsiteY3" fmla="*/ 69482 h 228600"/>
                <a:gd name="connsiteX4" fmla="*/ 345771 w 361950"/>
                <a:gd name="connsiteY4" fmla="*/ 46959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1950" h="228600">
                  <a:moveTo>
                    <a:pt x="345771" y="46959"/>
                  </a:moveTo>
                  <a:cubicBezTo>
                    <a:pt x="356835" y="72894"/>
                    <a:pt x="292886" y="125027"/>
                    <a:pt x="202936" y="163401"/>
                  </a:cubicBezTo>
                  <a:cubicBezTo>
                    <a:pt x="112986" y="201775"/>
                    <a:pt x="31098" y="211859"/>
                    <a:pt x="20034" y="185924"/>
                  </a:cubicBezTo>
                  <a:cubicBezTo>
                    <a:pt x="8969" y="159989"/>
                    <a:pt x="72919" y="107856"/>
                    <a:pt x="162869" y="69482"/>
                  </a:cubicBezTo>
                  <a:cubicBezTo>
                    <a:pt x="252819" y="31108"/>
                    <a:pt x="334707" y="21025"/>
                    <a:pt x="345771" y="46959"/>
                  </a:cubicBezTo>
                  <a:close/>
                </a:path>
              </a:pathLst>
            </a:custGeom>
            <a:noFill/>
            <a:ln w="12700" cap="flat">
              <a:solidFill>
                <a:schemeClr val="accent5"/>
              </a:solidFill>
              <a:prstDash val="solid"/>
              <a:miter/>
            </a:ln>
          </p:spPr>
          <p:txBody>
            <a:bodyPr rtlCol="0" anchor="ctr"/>
            <a:lstStyle/>
            <a:p>
              <a:endParaRPr lang="en-GB" sz="1400" b="1" dirty="0">
                <a:solidFill>
                  <a:schemeClr val="tx1"/>
                </a:solidFill>
              </a:endParaRPr>
            </a:p>
          </p:txBody>
        </p:sp>
        <p:sp>
          <p:nvSpPr>
            <p:cNvPr id="31" name="Freeform: Shape 30">
              <a:extLst>
                <a:ext uri="{FF2B5EF4-FFF2-40B4-BE49-F238E27FC236}">
                  <a16:creationId xmlns:a16="http://schemas.microsoft.com/office/drawing/2014/main" id="{171BC0D4-D1D4-15C7-0668-B2C5FAF132D1}"/>
                </a:ext>
              </a:extLst>
            </p:cNvPr>
            <p:cNvSpPr/>
            <p:nvPr/>
          </p:nvSpPr>
          <p:spPr>
            <a:xfrm>
              <a:off x="3047173" y="2586469"/>
              <a:ext cx="52238" cy="52238"/>
            </a:xfrm>
            <a:custGeom>
              <a:avLst/>
              <a:gdLst>
                <a:gd name="connsiteX0" fmla="*/ 45720 w 38100"/>
                <a:gd name="connsiteY0" fmla="*/ 22860 h 38100"/>
                <a:gd name="connsiteX1" fmla="*/ 22860 w 38100"/>
                <a:gd name="connsiteY1" fmla="*/ 45720 h 38100"/>
                <a:gd name="connsiteX2" fmla="*/ 0 w 38100"/>
                <a:gd name="connsiteY2" fmla="*/ 22860 h 38100"/>
                <a:gd name="connsiteX3" fmla="*/ 22860 w 38100"/>
                <a:gd name="connsiteY3" fmla="*/ 0 h 38100"/>
                <a:gd name="connsiteX4" fmla="*/ 45720 w 38100"/>
                <a:gd name="connsiteY4" fmla="*/ 22860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45720" y="22860"/>
                  </a:moveTo>
                  <a:cubicBezTo>
                    <a:pt x="45720" y="35485"/>
                    <a:pt x="35485" y="45720"/>
                    <a:pt x="22860" y="45720"/>
                  </a:cubicBezTo>
                  <a:cubicBezTo>
                    <a:pt x="10235" y="45720"/>
                    <a:pt x="0" y="35485"/>
                    <a:pt x="0" y="22860"/>
                  </a:cubicBezTo>
                  <a:cubicBezTo>
                    <a:pt x="0" y="10235"/>
                    <a:pt x="10235" y="0"/>
                    <a:pt x="22860" y="0"/>
                  </a:cubicBezTo>
                  <a:cubicBezTo>
                    <a:pt x="35485" y="0"/>
                    <a:pt x="45720" y="10235"/>
                    <a:pt x="45720" y="22860"/>
                  </a:cubicBezTo>
                  <a:close/>
                </a:path>
              </a:pathLst>
            </a:custGeom>
            <a:solidFill>
              <a:schemeClr val="accent5"/>
            </a:solidFill>
            <a:ln w="12700" cap="flat">
              <a:solidFill>
                <a:schemeClr val="accent5"/>
              </a:solidFill>
              <a:prstDash val="solid"/>
              <a:miter/>
            </a:ln>
          </p:spPr>
          <p:txBody>
            <a:bodyPr rtlCol="0" anchor="ctr"/>
            <a:lstStyle/>
            <a:p>
              <a:endParaRPr lang="en-GB" sz="1400" b="1" dirty="0">
                <a:solidFill>
                  <a:schemeClr val="tx1"/>
                </a:solidFill>
              </a:endParaRPr>
            </a:p>
          </p:txBody>
        </p:sp>
        <p:sp>
          <p:nvSpPr>
            <p:cNvPr id="42" name="Freeform: Shape 41">
              <a:extLst>
                <a:ext uri="{FF2B5EF4-FFF2-40B4-BE49-F238E27FC236}">
                  <a16:creationId xmlns:a16="http://schemas.microsoft.com/office/drawing/2014/main" id="{4070F2C6-BE14-A912-2C07-249BADF60198}"/>
                </a:ext>
              </a:extLst>
            </p:cNvPr>
            <p:cNvSpPr/>
            <p:nvPr/>
          </p:nvSpPr>
          <p:spPr>
            <a:xfrm>
              <a:off x="2930421" y="2490484"/>
              <a:ext cx="26119" cy="26119"/>
            </a:xfrm>
            <a:custGeom>
              <a:avLst/>
              <a:gdLst>
                <a:gd name="connsiteX0" fmla="*/ 23622 w 19050"/>
                <a:gd name="connsiteY0" fmla="*/ 11811 h 19050"/>
                <a:gd name="connsiteX1" fmla="*/ 11811 w 19050"/>
                <a:gd name="connsiteY1" fmla="*/ 23622 h 19050"/>
                <a:gd name="connsiteX2" fmla="*/ 0 w 19050"/>
                <a:gd name="connsiteY2" fmla="*/ 11811 h 19050"/>
                <a:gd name="connsiteX3" fmla="*/ 11811 w 19050"/>
                <a:gd name="connsiteY3" fmla="*/ 0 h 19050"/>
                <a:gd name="connsiteX4" fmla="*/ 23622 w 19050"/>
                <a:gd name="connsiteY4" fmla="*/ 11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3622" y="11811"/>
                  </a:moveTo>
                  <a:cubicBezTo>
                    <a:pt x="23622" y="18334"/>
                    <a:pt x="18334" y="23622"/>
                    <a:pt x="11811" y="23622"/>
                  </a:cubicBezTo>
                  <a:cubicBezTo>
                    <a:pt x="5288" y="23622"/>
                    <a:pt x="0" y="18334"/>
                    <a:pt x="0" y="11811"/>
                  </a:cubicBezTo>
                  <a:cubicBezTo>
                    <a:pt x="0" y="5288"/>
                    <a:pt x="5288" y="0"/>
                    <a:pt x="11811" y="0"/>
                  </a:cubicBezTo>
                  <a:cubicBezTo>
                    <a:pt x="18334" y="0"/>
                    <a:pt x="23622" y="5288"/>
                    <a:pt x="23622" y="11811"/>
                  </a:cubicBezTo>
                  <a:close/>
                </a:path>
              </a:pathLst>
            </a:custGeom>
            <a:solidFill>
              <a:schemeClr val="accent5"/>
            </a:solidFill>
            <a:ln w="12700" cap="flat">
              <a:solidFill>
                <a:schemeClr val="accent5"/>
              </a:solidFill>
              <a:prstDash val="solid"/>
              <a:miter/>
            </a:ln>
          </p:spPr>
          <p:txBody>
            <a:bodyPr rtlCol="0" anchor="ctr"/>
            <a:lstStyle/>
            <a:p>
              <a:endParaRPr lang="en-GB" sz="1400" b="1" dirty="0">
                <a:solidFill>
                  <a:schemeClr val="tx1"/>
                </a:solidFill>
              </a:endParaRPr>
            </a:p>
          </p:txBody>
        </p:sp>
        <p:sp>
          <p:nvSpPr>
            <p:cNvPr id="50" name="Freeform: Shape 49">
              <a:extLst>
                <a:ext uri="{FF2B5EF4-FFF2-40B4-BE49-F238E27FC236}">
                  <a16:creationId xmlns:a16="http://schemas.microsoft.com/office/drawing/2014/main" id="{75A5A291-AE26-2868-7F8C-562249C85887}"/>
                </a:ext>
              </a:extLst>
            </p:cNvPr>
            <p:cNvSpPr/>
            <p:nvPr/>
          </p:nvSpPr>
          <p:spPr>
            <a:xfrm>
              <a:off x="3250508" y="2570276"/>
              <a:ext cx="26119" cy="26119"/>
            </a:xfrm>
            <a:custGeom>
              <a:avLst/>
              <a:gdLst>
                <a:gd name="connsiteX0" fmla="*/ 23622 w 19050"/>
                <a:gd name="connsiteY0" fmla="*/ 11811 h 19050"/>
                <a:gd name="connsiteX1" fmla="*/ 11811 w 19050"/>
                <a:gd name="connsiteY1" fmla="*/ 23622 h 19050"/>
                <a:gd name="connsiteX2" fmla="*/ 0 w 19050"/>
                <a:gd name="connsiteY2" fmla="*/ 11811 h 19050"/>
                <a:gd name="connsiteX3" fmla="*/ 11811 w 19050"/>
                <a:gd name="connsiteY3" fmla="*/ 0 h 19050"/>
                <a:gd name="connsiteX4" fmla="*/ 23622 w 19050"/>
                <a:gd name="connsiteY4" fmla="*/ 11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3622" y="11811"/>
                  </a:moveTo>
                  <a:cubicBezTo>
                    <a:pt x="23622" y="18334"/>
                    <a:pt x="18334" y="23622"/>
                    <a:pt x="11811" y="23622"/>
                  </a:cubicBezTo>
                  <a:cubicBezTo>
                    <a:pt x="5288" y="23622"/>
                    <a:pt x="0" y="18334"/>
                    <a:pt x="0" y="11811"/>
                  </a:cubicBezTo>
                  <a:cubicBezTo>
                    <a:pt x="0" y="5288"/>
                    <a:pt x="5288" y="0"/>
                    <a:pt x="11811" y="0"/>
                  </a:cubicBezTo>
                  <a:cubicBezTo>
                    <a:pt x="18334" y="0"/>
                    <a:pt x="23622" y="5288"/>
                    <a:pt x="23622" y="11811"/>
                  </a:cubicBezTo>
                  <a:close/>
                </a:path>
              </a:pathLst>
            </a:custGeom>
            <a:solidFill>
              <a:schemeClr val="accent5"/>
            </a:solidFill>
            <a:ln w="12700" cap="flat">
              <a:solidFill>
                <a:schemeClr val="accent5"/>
              </a:solidFill>
              <a:prstDash val="solid"/>
              <a:miter/>
            </a:ln>
          </p:spPr>
          <p:txBody>
            <a:bodyPr rtlCol="0" anchor="ctr"/>
            <a:lstStyle/>
            <a:p>
              <a:endParaRPr lang="en-GB" sz="1400" b="1" dirty="0">
                <a:solidFill>
                  <a:schemeClr val="tx1"/>
                </a:solidFill>
              </a:endParaRPr>
            </a:p>
          </p:txBody>
        </p:sp>
        <p:sp>
          <p:nvSpPr>
            <p:cNvPr id="60" name="Freeform: Shape 59">
              <a:extLst>
                <a:ext uri="{FF2B5EF4-FFF2-40B4-BE49-F238E27FC236}">
                  <a16:creationId xmlns:a16="http://schemas.microsoft.com/office/drawing/2014/main" id="{4766689E-0918-1E60-90BA-B0FA47D3BE14}"/>
                </a:ext>
              </a:extLst>
            </p:cNvPr>
            <p:cNvSpPr/>
            <p:nvPr/>
          </p:nvSpPr>
          <p:spPr>
            <a:xfrm>
              <a:off x="3102675" y="2800514"/>
              <a:ext cx="26119" cy="26119"/>
            </a:xfrm>
            <a:custGeom>
              <a:avLst/>
              <a:gdLst>
                <a:gd name="connsiteX0" fmla="*/ 23622 w 19050"/>
                <a:gd name="connsiteY0" fmla="*/ 11811 h 19050"/>
                <a:gd name="connsiteX1" fmla="*/ 11811 w 19050"/>
                <a:gd name="connsiteY1" fmla="*/ 23622 h 19050"/>
                <a:gd name="connsiteX2" fmla="*/ 0 w 19050"/>
                <a:gd name="connsiteY2" fmla="*/ 11811 h 19050"/>
                <a:gd name="connsiteX3" fmla="*/ 11811 w 19050"/>
                <a:gd name="connsiteY3" fmla="*/ 0 h 19050"/>
                <a:gd name="connsiteX4" fmla="*/ 23622 w 19050"/>
                <a:gd name="connsiteY4" fmla="*/ 11811 h 19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 h="19050">
                  <a:moveTo>
                    <a:pt x="23622" y="11811"/>
                  </a:moveTo>
                  <a:cubicBezTo>
                    <a:pt x="23622" y="18334"/>
                    <a:pt x="18334" y="23622"/>
                    <a:pt x="11811" y="23622"/>
                  </a:cubicBezTo>
                  <a:cubicBezTo>
                    <a:pt x="5288" y="23622"/>
                    <a:pt x="0" y="18334"/>
                    <a:pt x="0" y="11811"/>
                  </a:cubicBezTo>
                  <a:cubicBezTo>
                    <a:pt x="0" y="5288"/>
                    <a:pt x="5288" y="0"/>
                    <a:pt x="11811" y="0"/>
                  </a:cubicBezTo>
                  <a:cubicBezTo>
                    <a:pt x="18334" y="0"/>
                    <a:pt x="23622" y="5288"/>
                    <a:pt x="23622" y="11811"/>
                  </a:cubicBezTo>
                  <a:close/>
                </a:path>
              </a:pathLst>
            </a:custGeom>
            <a:solidFill>
              <a:schemeClr val="accent5"/>
            </a:solidFill>
            <a:ln w="12700" cap="flat">
              <a:solidFill>
                <a:schemeClr val="accent5"/>
              </a:solidFill>
              <a:prstDash val="solid"/>
              <a:miter/>
            </a:ln>
          </p:spPr>
          <p:txBody>
            <a:bodyPr rtlCol="0" anchor="ctr"/>
            <a:lstStyle/>
            <a:p>
              <a:endParaRPr lang="en-GB" sz="1400" b="1" dirty="0">
                <a:solidFill>
                  <a:schemeClr val="tx1"/>
                </a:solidFill>
              </a:endParaRPr>
            </a:p>
          </p:txBody>
        </p:sp>
      </p:grpSp>
      <p:cxnSp>
        <p:nvCxnSpPr>
          <p:cNvPr id="64" name="Straight Connector 63">
            <a:extLst>
              <a:ext uri="{FF2B5EF4-FFF2-40B4-BE49-F238E27FC236}">
                <a16:creationId xmlns:a16="http://schemas.microsoft.com/office/drawing/2014/main" id="{B0DAB5A8-D322-DB5B-F905-5260215CE685}"/>
              </a:ext>
              <a:ext uri="{C183D7F6-B498-43B3-948B-1728B52AA6E4}">
                <adec:decorative xmlns:adec="http://schemas.microsoft.com/office/drawing/2017/decorative" val="1"/>
              </a:ext>
            </a:extLst>
          </p:cNvPr>
          <p:cNvCxnSpPr>
            <a:cxnSpLocks/>
          </p:cNvCxnSpPr>
          <p:nvPr userDrawn="1"/>
        </p:nvCxnSpPr>
        <p:spPr>
          <a:xfrm>
            <a:off x="2983743" y="5866155"/>
            <a:ext cx="1389221" cy="0"/>
          </a:xfrm>
          <a:prstGeom prst="line">
            <a:avLst/>
          </a:prstGeom>
          <a:noFill/>
          <a:ln w="952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C6747139-2B21-5AD7-BA77-CB47F4DB96CF}"/>
              </a:ext>
              <a:ext uri="{C183D7F6-B498-43B3-948B-1728B52AA6E4}">
                <adec:decorative xmlns:adec="http://schemas.microsoft.com/office/drawing/2017/decorative" val="1"/>
              </a:ext>
            </a:extLst>
          </p:cNvPr>
          <p:cNvGrpSpPr/>
          <p:nvPr userDrawn="1"/>
        </p:nvGrpSpPr>
        <p:grpSpPr>
          <a:xfrm>
            <a:off x="3096992" y="5293867"/>
            <a:ext cx="248640" cy="459485"/>
            <a:chOff x="6265015" y="5709762"/>
            <a:chExt cx="261189" cy="482675"/>
          </a:xfrm>
        </p:grpSpPr>
        <p:sp>
          <p:nvSpPr>
            <p:cNvPr id="81" name="Freeform: Shape 80">
              <a:extLst>
                <a:ext uri="{FF2B5EF4-FFF2-40B4-BE49-F238E27FC236}">
                  <a16:creationId xmlns:a16="http://schemas.microsoft.com/office/drawing/2014/main" id="{59E9F754-7678-300C-C237-90F89BDE5EAD}"/>
                </a:ext>
              </a:extLst>
            </p:cNvPr>
            <p:cNvSpPr/>
            <p:nvPr/>
          </p:nvSpPr>
          <p:spPr>
            <a:xfrm>
              <a:off x="6265015" y="5709762"/>
              <a:ext cx="261189" cy="352604"/>
            </a:xfrm>
            <a:custGeom>
              <a:avLst/>
              <a:gdLst>
                <a:gd name="connsiteX0" fmla="*/ 192024 w 190500"/>
                <a:gd name="connsiteY0" fmla="*/ 95917 h 257175"/>
                <a:gd name="connsiteX1" fmla="*/ 188214 w 190500"/>
                <a:gd name="connsiteY1" fmla="*/ 122682 h 257175"/>
                <a:gd name="connsiteX2" fmla="*/ 187643 w 190500"/>
                <a:gd name="connsiteY2" fmla="*/ 124492 h 257175"/>
                <a:gd name="connsiteX3" fmla="*/ 180118 w 190500"/>
                <a:gd name="connsiteY3" fmla="*/ 142208 h 257175"/>
                <a:gd name="connsiteX4" fmla="*/ 144780 w 190500"/>
                <a:gd name="connsiteY4" fmla="*/ 261747 h 257175"/>
                <a:gd name="connsiteX5" fmla="*/ 47339 w 190500"/>
                <a:gd name="connsiteY5" fmla="*/ 261747 h 257175"/>
                <a:gd name="connsiteX6" fmla="*/ 12192 w 190500"/>
                <a:gd name="connsiteY6" fmla="*/ 142780 h 257175"/>
                <a:gd name="connsiteX7" fmla="*/ 4191 w 190500"/>
                <a:gd name="connsiteY7" fmla="*/ 123825 h 257175"/>
                <a:gd name="connsiteX8" fmla="*/ 3810 w 190500"/>
                <a:gd name="connsiteY8" fmla="*/ 122777 h 257175"/>
                <a:gd name="connsiteX9" fmla="*/ 0 w 190500"/>
                <a:gd name="connsiteY9" fmla="*/ 96012 h 257175"/>
                <a:gd name="connsiteX10" fmla="*/ 96012 w 190500"/>
                <a:gd name="connsiteY10" fmla="*/ 0 h 257175"/>
                <a:gd name="connsiteX11" fmla="*/ 192024 w 190500"/>
                <a:gd name="connsiteY11" fmla="*/ 95917 h 25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0500" h="257175">
                  <a:moveTo>
                    <a:pt x="192024" y="95917"/>
                  </a:moveTo>
                  <a:cubicBezTo>
                    <a:pt x="192024" y="105251"/>
                    <a:pt x="190691" y="114205"/>
                    <a:pt x="188214" y="122682"/>
                  </a:cubicBezTo>
                  <a:cubicBezTo>
                    <a:pt x="188024" y="123254"/>
                    <a:pt x="187833" y="123921"/>
                    <a:pt x="187643" y="124492"/>
                  </a:cubicBezTo>
                  <a:cubicBezTo>
                    <a:pt x="187643" y="124492"/>
                    <a:pt x="182594" y="136017"/>
                    <a:pt x="180118" y="142208"/>
                  </a:cubicBezTo>
                  <a:cubicBezTo>
                    <a:pt x="159734" y="193834"/>
                    <a:pt x="144780" y="261747"/>
                    <a:pt x="144780" y="261747"/>
                  </a:cubicBezTo>
                  <a:lnTo>
                    <a:pt x="47339" y="261747"/>
                  </a:lnTo>
                  <a:cubicBezTo>
                    <a:pt x="47339" y="261747"/>
                    <a:pt x="32480" y="194310"/>
                    <a:pt x="12192" y="142780"/>
                  </a:cubicBezTo>
                  <a:cubicBezTo>
                    <a:pt x="9525" y="136112"/>
                    <a:pt x="6858" y="129731"/>
                    <a:pt x="4191" y="123825"/>
                  </a:cubicBezTo>
                  <a:cubicBezTo>
                    <a:pt x="4001" y="123539"/>
                    <a:pt x="3905" y="123158"/>
                    <a:pt x="3810" y="122777"/>
                  </a:cubicBezTo>
                  <a:cubicBezTo>
                    <a:pt x="1334" y="114300"/>
                    <a:pt x="0" y="105347"/>
                    <a:pt x="0" y="96012"/>
                  </a:cubicBezTo>
                  <a:cubicBezTo>
                    <a:pt x="0" y="42958"/>
                    <a:pt x="43053" y="0"/>
                    <a:pt x="96012" y="0"/>
                  </a:cubicBezTo>
                  <a:cubicBezTo>
                    <a:pt x="149066" y="-95"/>
                    <a:pt x="192024" y="42863"/>
                    <a:pt x="192024" y="95917"/>
                  </a:cubicBezTo>
                  <a:close/>
                </a:path>
              </a:pathLst>
            </a:custGeom>
            <a:noFill/>
            <a:ln w="12700" cap="flat">
              <a:solidFill>
                <a:schemeClr val="accent5"/>
              </a:solidFill>
              <a:prstDash val="solid"/>
              <a:round/>
            </a:ln>
          </p:spPr>
          <p:txBody>
            <a:bodyPr rtlCol="0" anchor="ctr"/>
            <a:lstStyle/>
            <a:p>
              <a:endParaRPr lang="en-GB" sz="1400" b="1" dirty="0">
                <a:solidFill>
                  <a:schemeClr val="tx1"/>
                </a:solidFill>
              </a:endParaRPr>
            </a:p>
          </p:txBody>
        </p:sp>
        <p:sp>
          <p:nvSpPr>
            <p:cNvPr id="82" name="Freeform: Shape 81">
              <a:extLst>
                <a:ext uri="{FF2B5EF4-FFF2-40B4-BE49-F238E27FC236}">
                  <a16:creationId xmlns:a16="http://schemas.microsoft.com/office/drawing/2014/main" id="{7C466616-4F91-E8EA-3D3F-A8692A7CFA03}"/>
                </a:ext>
              </a:extLst>
            </p:cNvPr>
            <p:cNvSpPr/>
            <p:nvPr/>
          </p:nvSpPr>
          <p:spPr>
            <a:xfrm>
              <a:off x="6329920" y="6102851"/>
              <a:ext cx="130594" cy="13059"/>
            </a:xfrm>
            <a:custGeom>
              <a:avLst/>
              <a:gdLst>
                <a:gd name="connsiteX0" fmla="*/ 0 w 95250"/>
                <a:gd name="connsiteY0" fmla="*/ 0 h 0"/>
                <a:gd name="connsiteX1" fmla="*/ 97536 w 95250"/>
                <a:gd name="connsiteY1" fmla="*/ 0 h 0"/>
              </a:gdLst>
              <a:ahLst/>
              <a:cxnLst>
                <a:cxn ang="0">
                  <a:pos x="connsiteX0" y="connsiteY0"/>
                </a:cxn>
                <a:cxn ang="0">
                  <a:pos x="connsiteX1" y="connsiteY1"/>
                </a:cxn>
              </a:cxnLst>
              <a:rect l="l" t="t" r="r" b="b"/>
              <a:pathLst>
                <a:path w="95250">
                  <a:moveTo>
                    <a:pt x="0" y="0"/>
                  </a:moveTo>
                  <a:lnTo>
                    <a:pt x="97536" y="0"/>
                  </a:lnTo>
                </a:path>
              </a:pathLst>
            </a:custGeom>
            <a:ln w="12700" cap="rnd">
              <a:solidFill>
                <a:schemeClr val="accent5"/>
              </a:solidFill>
              <a:prstDash val="solid"/>
              <a:round/>
            </a:ln>
          </p:spPr>
          <p:txBody>
            <a:bodyPr rtlCol="0" anchor="ctr"/>
            <a:lstStyle/>
            <a:p>
              <a:endParaRPr lang="en-GB" sz="1400" b="1" dirty="0">
                <a:solidFill>
                  <a:schemeClr val="tx1"/>
                </a:solidFill>
              </a:endParaRPr>
            </a:p>
          </p:txBody>
        </p:sp>
        <p:sp>
          <p:nvSpPr>
            <p:cNvPr id="88" name="Freeform: Shape 87">
              <a:extLst>
                <a:ext uri="{FF2B5EF4-FFF2-40B4-BE49-F238E27FC236}">
                  <a16:creationId xmlns:a16="http://schemas.microsoft.com/office/drawing/2014/main" id="{D81C4B18-9CF8-1401-1460-B48026BD795A}"/>
                </a:ext>
              </a:extLst>
            </p:cNvPr>
            <p:cNvSpPr/>
            <p:nvPr/>
          </p:nvSpPr>
          <p:spPr>
            <a:xfrm>
              <a:off x="6329790" y="6141115"/>
              <a:ext cx="130594" cy="13059"/>
            </a:xfrm>
            <a:custGeom>
              <a:avLst/>
              <a:gdLst>
                <a:gd name="connsiteX0" fmla="*/ 0 w 95250"/>
                <a:gd name="connsiteY0" fmla="*/ 0 h 0"/>
                <a:gd name="connsiteX1" fmla="*/ 97536 w 95250"/>
                <a:gd name="connsiteY1" fmla="*/ 0 h 0"/>
              </a:gdLst>
              <a:ahLst/>
              <a:cxnLst>
                <a:cxn ang="0">
                  <a:pos x="connsiteX0" y="connsiteY0"/>
                </a:cxn>
                <a:cxn ang="0">
                  <a:pos x="connsiteX1" y="connsiteY1"/>
                </a:cxn>
              </a:cxnLst>
              <a:rect l="l" t="t" r="r" b="b"/>
              <a:pathLst>
                <a:path w="95250">
                  <a:moveTo>
                    <a:pt x="0" y="0"/>
                  </a:moveTo>
                  <a:lnTo>
                    <a:pt x="97536" y="0"/>
                  </a:lnTo>
                </a:path>
              </a:pathLst>
            </a:custGeom>
            <a:ln w="12700" cap="rnd">
              <a:solidFill>
                <a:schemeClr val="accent5"/>
              </a:solidFill>
              <a:prstDash val="solid"/>
              <a:round/>
            </a:ln>
          </p:spPr>
          <p:txBody>
            <a:bodyPr rtlCol="0" anchor="ctr"/>
            <a:lstStyle/>
            <a:p>
              <a:endParaRPr lang="en-GB" sz="1400" b="1" dirty="0">
                <a:solidFill>
                  <a:schemeClr val="tx1"/>
                </a:solidFill>
              </a:endParaRPr>
            </a:p>
          </p:txBody>
        </p:sp>
        <p:sp>
          <p:nvSpPr>
            <p:cNvPr id="89" name="Freeform: Shape 88">
              <a:extLst>
                <a:ext uri="{FF2B5EF4-FFF2-40B4-BE49-F238E27FC236}">
                  <a16:creationId xmlns:a16="http://schemas.microsoft.com/office/drawing/2014/main" id="{D3DA7587-95A4-75BD-1131-7B0402EE7A89}"/>
                </a:ext>
              </a:extLst>
            </p:cNvPr>
            <p:cNvSpPr/>
            <p:nvPr/>
          </p:nvSpPr>
          <p:spPr>
            <a:xfrm>
              <a:off x="6367139" y="6179378"/>
              <a:ext cx="52238" cy="13059"/>
            </a:xfrm>
            <a:custGeom>
              <a:avLst/>
              <a:gdLst>
                <a:gd name="connsiteX0" fmla="*/ 0 w 38100"/>
                <a:gd name="connsiteY0" fmla="*/ 0 h 0"/>
                <a:gd name="connsiteX1" fmla="*/ 42958 w 38100"/>
                <a:gd name="connsiteY1" fmla="*/ 0 h 0"/>
              </a:gdLst>
              <a:ahLst/>
              <a:cxnLst>
                <a:cxn ang="0">
                  <a:pos x="connsiteX0" y="connsiteY0"/>
                </a:cxn>
                <a:cxn ang="0">
                  <a:pos x="connsiteX1" y="connsiteY1"/>
                </a:cxn>
              </a:cxnLst>
              <a:rect l="l" t="t" r="r" b="b"/>
              <a:pathLst>
                <a:path w="38100">
                  <a:moveTo>
                    <a:pt x="0" y="0"/>
                  </a:moveTo>
                  <a:lnTo>
                    <a:pt x="42958" y="0"/>
                  </a:lnTo>
                </a:path>
              </a:pathLst>
            </a:custGeom>
            <a:ln w="12700" cap="rnd">
              <a:solidFill>
                <a:schemeClr val="accent5"/>
              </a:solidFill>
              <a:prstDash val="solid"/>
              <a:round/>
            </a:ln>
          </p:spPr>
          <p:txBody>
            <a:bodyPr rtlCol="0" anchor="ctr"/>
            <a:lstStyle/>
            <a:p>
              <a:endParaRPr lang="en-GB" sz="1400" b="1" dirty="0">
                <a:solidFill>
                  <a:schemeClr val="tx1"/>
                </a:solidFill>
              </a:endParaRPr>
            </a:p>
          </p:txBody>
        </p:sp>
      </p:grpSp>
      <p:cxnSp>
        <p:nvCxnSpPr>
          <p:cNvPr id="90" name="Straight Connector 89">
            <a:extLst>
              <a:ext uri="{FF2B5EF4-FFF2-40B4-BE49-F238E27FC236}">
                <a16:creationId xmlns:a16="http://schemas.microsoft.com/office/drawing/2014/main" id="{93ED91D0-F47D-C03D-FA4A-66C094230B98}"/>
              </a:ext>
              <a:ext uri="{C183D7F6-B498-43B3-948B-1728B52AA6E4}">
                <adec:decorative xmlns:adec="http://schemas.microsoft.com/office/drawing/2017/decorative" val="1"/>
              </a:ext>
            </a:extLst>
          </p:cNvPr>
          <p:cNvCxnSpPr>
            <a:cxnSpLocks/>
          </p:cNvCxnSpPr>
          <p:nvPr userDrawn="1"/>
        </p:nvCxnSpPr>
        <p:spPr>
          <a:xfrm>
            <a:off x="5408438" y="5866155"/>
            <a:ext cx="1389221" cy="0"/>
          </a:xfrm>
          <a:prstGeom prst="line">
            <a:avLst/>
          </a:prstGeom>
          <a:noFill/>
          <a:ln w="952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92" name="Group 91">
            <a:extLst>
              <a:ext uri="{FF2B5EF4-FFF2-40B4-BE49-F238E27FC236}">
                <a16:creationId xmlns:a16="http://schemas.microsoft.com/office/drawing/2014/main" id="{38757A12-84CA-AE2B-64C2-92089CF5D72C}"/>
              </a:ext>
              <a:ext uri="{C183D7F6-B498-43B3-948B-1728B52AA6E4}">
                <adec:decorative xmlns:adec="http://schemas.microsoft.com/office/drawing/2017/decorative" val="1"/>
              </a:ext>
            </a:extLst>
          </p:cNvPr>
          <p:cNvGrpSpPr/>
          <p:nvPr userDrawn="1"/>
        </p:nvGrpSpPr>
        <p:grpSpPr>
          <a:xfrm>
            <a:off x="5436203" y="5337357"/>
            <a:ext cx="419609" cy="415995"/>
            <a:chOff x="6443026" y="2417970"/>
            <a:chExt cx="440787" cy="436990"/>
          </a:xfrm>
        </p:grpSpPr>
        <p:sp>
          <p:nvSpPr>
            <p:cNvPr id="93" name="Freeform: Shape 92">
              <a:extLst>
                <a:ext uri="{FF2B5EF4-FFF2-40B4-BE49-F238E27FC236}">
                  <a16:creationId xmlns:a16="http://schemas.microsoft.com/office/drawing/2014/main" id="{0EB194A2-013F-8781-755C-AB84D814D73B}"/>
                </a:ext>
              </a:extLst>
            </p:cNvPr>
            <p:cNvSpPr/>
            <p:nvPr/>
          </p:nvSpPr>
          <p:spPr>
            <a:xfrm>
              <a:off x="6443026" y="2417970"/>
              <a:ext cx="65476" cy="65476"/>
            </a:xfrm>
            <a:custGeom>
              <a:avLst/>
              <a:gdLst>
                <a:gd name="connsiteX0" fmla="*/ 0 w 65476"/>
                <a:gd name="connsiteY0" fmla="*/ 70715 h 65476"/>
                <a:gd name="connsiteX1" fmla="*/ 0 w 65476"/>
                <a:gd name="connsiteY1" fmla="*/ 0 h 65476"/>
                <a:gd name="connsiteX2" fmla="*/ 68226 w 65476"/>
                <a:gd name="connsiteY2" fmla="*/ 0 h 65476"/>
              </a:gdLst>
              <a:ahLst/>
              <a:cxnLst>
                <a:cxn ang="0">
                  <a:pos x="connsiteX0" y="connsiteY0"/>
                </a:cxn>
                <a:cxn ang="0">
                  <a:pos x="connsiteX1" y="connsiteY1"/>
                </a:cxn>
                <a:cxn ang="0">
                  <a:pos x="connsiteX2" y="connsiteY2"/>
                </a:cxn>
              </a:cxnLst>
              <a:rect l="l" t="t" r="r" b="b"/>
              <a:pathLst>
                <a:path w="65476" h="65476">
                  <a:moveTo>
                    <a:pt x="0" y="70715"/>
                  </a:moveTo>
                  <a:lnTo>
                    <a:pt x="0" y="0"/>
                  </a:lnTo>
                  <a:lnTo>
                    <a:pt x="68226" y="0"/>
                  </a:lnTo>
                </a:path>
              </a:pathLst>
            </a:custGeom>
            <a:noFill/>
            <a:ln w="12700" cap="flat">
              <a:solidFill>
                <a:schemeClr val="accent5"/>
              </a:solidFill>
              <a:prstDash val="solid"/>
              <a:round/>
            </a:ln>
          </p:spPr>
          <p:txBody>
            <a:bodyPr rtlCol="0" anchor="ctr"/>
            <a:lstStyle/>
            <a:p>
              <a:endParaRPr lang="en-GB" sz="1400" b="1" dirty="0">
                <a:solidFill>
                  <a:schemeClr val="tx1"/>
                </a:solidFill>
              </a:endParaRPr>
            </a:p>
          </p:txBody>
        </p:sp>
        <p:sp>
          <p:nvSpPr>
            <p:cNvPr id="94" name="Freeform: Shape 93">
              <a:extLst>
                <a:ext uri="{FF2B5EF4-FFF2-40B4-BE49-F238E27FC236}">
                  <a16:creationId xmlns:a16="http://schemas.microsoft.com/office/drawing/2014/main" id="{BD11FB61-E9FE-454C-95D8-186CB8CAEE9B}"/>
                </a:ext>
              </a:extLst>
            </p:cNvPr>
            <p:cNvSpPr/>
            <p:nvPr/>
          </p:nvSpPr>
          <p:spPr>
            <a:xfrm>
              <a:off x="6815849" y="2417970"/>
              <a:ext cx="65476" cy="65476"/>
            </a:xfrm>
            <a:custGeom>
              <a:avLst/>
              <a:gdLst>
                <a:gd name="connsiteX0" fmla="*/ 0 w 65476"/>
                <a:gd name="connsiteY0" fmla="*/ 0 h 65476"/>
                <a:gd name="connsiteX1" fmla="*/ 70846 w 65476"/>
                <a:gd name="connsiteY1" fmla="*/ 0 h 65476"/>
                <a:gd name="connsiteX2" fmla="*/ 70846 w 65476"/>
                <a:gd name="connsiteY2" fmla="*/ 68226 h 65476"/>
              </a:gdLst>
              <a:ahLst/>
              <a:cxnLst>
                <a:cxn ang="0">
                  <a:pos x="connsiteX0" y="connsiteY0"/>
                </a:cxn>
                <a:cxn ang="0">
                  <a:pos x="connsiteX1" y="connsiteY1"/>
                </a:cxn>
                <a:cxn ang="0">
                  <a:pos x="connsiteX2" y="connsiteY2"/>
                </a:cxn>
              </a:cxnLst>
              <a:rect l="l" t="t" r="r" b="b"/>
              <a:pathLst>
                <a:path w="65476" h="65476">
                  <a:moveTo>
                    <a:pt x="0" y="0"/>
                  </a:moveTo>
                  <a:lnTo>
                    <a:pt x="70846" y="0"/>
                  </a:lnTo>
                  <a:lnTo>
                    <a:pt x="70846" y="68226"/>
                  </a:lnTo>
                </a:path>
              </a:pathLst>
            </a:custGeom>
            <a:noFill/>
            <a:ln w="12700" cap="flat">
              <a:solidFill>
                <a:schemeClr val="accent5"/>
              </a:solidFill>
              <a:prstDash val="solid"/>
              <a:round/>
            </a:ln>
          </p:spPr>
          <p:txBody>
            <a:bodyPr rtlCol="0" anchor="ctr"/>
            <a:lstStyle/>
            <a:p>
              <a:endParaRPr lang="en-GB" sz="1400" b="1" dirty="0">
                <a:solidFill>
                  <a:schemeClr val="tx1"/>
                </a:solidFill>
              </a:endParaRPr>
            </a:p>
          </p:txBody>
        </p:sp>
        <p:sp>
          <p:nvSpPr>
            <p:cNvPr id="95" name="Freeform: Shape 94">
              <a:extLst>
                <a:ext uri="{FF2B5EF4-FFF2-40B4-BE49-F238E27FC236}">
                  <a16:creationId xmlns:a16="http://schemas.microsoft.com/office/drawing/2014/main" id="{25808660-7D71-81D3-D6F2-28C0FE0F1207}"/>
                </a:ext>
              </a:extLst>
            </p:cNvPr>
            <p:cNvSpPr/>
            <p:nvPr/>
          </p:nvSpPr>
          <p:spPr>
            <a:xfrm>
              <a:off x="6818337" y="2786996"/>
              <a:ext cx="65476" cy="65476"/>
            </a:xfrm>
            <a:custGeom>
              <a:avLst/>
              <a:gdLst>
                <a:gd name="connsiteX0" fmla="*/ 68357 w 65476"/>
                <a:gd name="connsiteY0" fmla="*/ 0 h 65476"/>
                <a:gd name="connsiteX1" fmla="*/ 68357 w 65476"/>
                <a:gd name="connsiteY1" fmla="*/ 70715 h 65476"/>
                <a:gd name="connsiteX2" fmla="*/ 0 w 65476"/>
                <a:gd name="connsiteY2" fmla="*/ 70715 h 65476"/>
              </a:gdLst>
              <a:ahLst/>
              <a:cxnLst>
                <a:cxn ang="0">
                  <a:pos x="connsiteX0" y="connsiteY0"/>
                </a:cxn>
                <a:cxn ang="0">
                  <a:pos x="connsiteX1" y="connsiteY1"/>
                </a:cxn>
                <a:cxn ang="0">
                  <a:pos x="connsiteX2" y="connsiteY2"/>
                </a:cxn>
              </a:cxnLst>
              <a:rect l="l" t="t" r="r" b="b"/>
              <a:pathLst>
                <a:path w="65476" h="65476">
                  <a:moveTo>
                    <a:pt x="68357" y="0"/>
                  </a:moveTo>
                  <a:lnTo>
                    <a:pt x="68357" y="70715"/>
                  </a:lnTo>
                  <a:lnTo>
                    <a:pt x="0" y="70715"/>
                  </a:lnTo>
                </a:path>
              </a:pathLst>
            </a:custGeom>
            <a:noFill/>
            <a:ln w="12700" cap="flat">
              <a:solidFill>
                <a:schemeClr val="accent5"/>
              </a:solidFill>
              <a:prstDash val="solid"/>
              <a:round/>
            </a:ln>
          </p:spPr>
          <p:txBody>
            <a:bodyPr rtlCol="0" anchor="ctr"/>
            <a:lstStyle/>
            <a:p>
              <a:endParaRPr lang="en-GB" sz="1400" b="1" dirty="0">
                <a:solidFill>
                  <a:schemeClr val="tx1"/>
                </a:solidFill>
              </a:endParaRPr>
            </a:p>
          </p:txBody>
        </p:sp>
        <p:sp>
          <p:nvSpPr>
            <p:cNvPr id="96" name="Freeform: Shape 95">
              <a:extLst>
                <a:ext uri="{FF2B5EF4-FFF2-40B4-BE49-F238E27FC236}">
                  <a16:creationId xmlns:a16="http://schemas.microsoft.com/office/drawing/2014/main" id="{11C26FD0-01CA-52A3-0D0F-C47CDA6D7BBD}"/>
                </a:ext>
              </a:extLst>
            </p:cNvPr>
            <p:cNvSpPr/>
            <p:nvPr/>
          </p:nvSpPr>
          <p:spPr>
            <a:xfrm>
              <a:off x="6443026" y="2789484"/>
              <a:ext cx="65476" cy="65476"/>
            </a:xfrm>
            <a:custGeom>
              <a:avLst/>
              <a:gdLst>
                <a:gd name="connsiteX0" fmla="*/ 70846 w 65476"/>
                <a:gd name="connsiteY0" fmla="*/ 68226 h 65476"/>
                <a:gd name="connsiteX1" fmla="*/ 0 w 65476"/>
                <a:gd name="connsiteY1" fmla="*/ 68226 h 65476"/>
                <a:gd name="connsiteX2" fmla="*/ 0 w 65476"/>
                <a:gd name="connsiteY2" fmla="*/ 0 h 65476"/>
              </a:gdLst>
              <a:ahLst/>
              <a:cxnLst>
                <a:cxn ang="0">
                  <a:pos x="connsiteX0" y="connsiteY0"/>
                </a:cxn>
                <a:cxn ang="0">
                  <a:pos x="connsiteX1" y="connsiteY1"/>
                </a:cxn>
                <a:cxn ang="0">
                  <a:pos x="connsiteX2" y="connsiteY2"/>
                </a:cxn>
              </a:cxnLst>
              <a:rect l="l" t="t" r="r" b="b"/>
              <a:pathLst>
                <a:path w="65476" h="65476">
                  <a:moveTo>
                    <a:pt x="70846" y="68226"/>
                  </a:moveTo>
                  <a:lnTo>
                    <a:pt x="0" y="68226"/>
                  </a:lnTo>
                  <a:lnTo>
                    <a:pt x="0" y="0"/>
                  </a:lnTo>
                </a:path>
              </a:pathLst>
            </a:custGeom>
            <a:noFill/>
            <a:ln w="12700" cap="flat">
              <a:solidFill>
                <a:schemeClr val="accent5"/>
              </a:solidFill>
              <a:prstDash val="solid"/>
              <a:round/>
            </a:ln>
          </p:spPr>
          <p:txBody>
            <a:bodyPr rtlCol="0" anchor="ctr"/>
            <a:lstStyle/>
            <a:p>
              <a:endParaRPr lang="en-GB" sz="1400" b="1" dirty="0">
                <a:solidFill>
                  <a:schemeClr val="tx1"/>
                </a:solidFill>
              </a:endParaRPr>
            </a:p>
          </p:txBody>
        </p:sp>
        <p:sp>
          <p:nvSpPr>
            <p:cNvPr id="97" name="Freeform: Shape 96">
              <a:extLst>
                <a:ext uri="{FF2B5EF4-FFF2-40B4-BE49-F238E27FC236}">
                  <a16:creationId xmlns:a16="http://schemas.microsoft.com/office/drawing/2014/main" id="{8C93533C-3182-4C11-1382-F1D0DA318F76}"/>
                </a:ext>
              </a:extLst>
            </p:cNvPr>
            <p:cNvSpPr/>
            <p:nvPr/>
          </p:nvSpPr>
          <p:spPr>
            <a:xfrm>
              <a:off x="6554205" y="2635352"/>
              <a:ext cx="209525" cy="13095"/>
            </a:xfrm>
            <a:custGeom>
              <a:avLst/>
              <a:gdLst>
                <a:gd name="connsiteX0" fmla="*/ 0 w 209524"/>
                <a:gd name="connsiteY0" fmla="*/ 0 h 0"/>
                <a:gd name="connsiteX1" fmla="*/ 222489 w 209524"/>
                <a:gd name="connsiteY1" fmla="*/ 0 h 0"/>
              </a:gdLst>
              <a:ahLst/>
              <a:cxnLst>
                <a:cxn ang="0">
                  <a:pos x="connsiteX0" y="connsiteY0"/>
                </a:cxn>
                <a:cxn ang="0">
                  <a:pos x="connsiteX1" y="connsiteY1"/>
                </a:cxn>
              </a:cxnLst>
              <a:rect l="l" t="t" r="r" b="b"/>
              <a:pathLst>
                <a:path w="209524">
                  <a:moveTo>
                    <a:pt x="0" y="0"/>
                  </a:moveTo>
                  <a:lnTo>
                    <a:pt x="222489" y="0"/>
                  </a:lnTo>
                </a:path>
              </a:pathLst>
            </a:custGeom>
            <a:ln w="12700" cap="flat">
              <a:solidFill>
                <a:schemeClr val="accent5"/>
              </a:solidFill>
              <a:prstDash val="solid"/>
              <a:round/>
            </a:ln>
          </p:spPr>
          <p:txBody>
            <a:bodyPr rtlCol="0" anchor="ctr"/>
            <a:lstStyle/>
            <a:p>
              <a:endParaRPr lang="en-GB" sz="1400" b="1" dirty="0">
                <a:solidFill>
                  <a:schemeClr val="tx1"/>
                </a:solidFill>
              </a:endParaRPr>
            </a:p>
          </p:txBody>
        </p:sp>
        <p:sp>
          <p:nvSpPr>
            <p:cNvPr id="98" name="Freeform: Shape 97">
              <a:extLst>
                <a:ext uri="{FF2B5EF4-FFF2-40B4-BE49-F238E27FC236}">
                  <a16:creationId xmlns:a16="http://schemas.microsoft.com/office/drawing/2014/main" id="{141199C7-1575-724C-1DA6-3A589A4B3040}"/>
                </a:ext>
              </a:extLst>
            </p:cNvPr>
            <p:cNvSpPr/>
            <p:nvPr/>
          </p:nvSpPr>
          <p:spPr>
            <a:xfrm>
              <a:off x="6665515" y="2524173"/>
              <a:ext cx="13095" cy="209525"/>
            </a:xfrm>
            <a:custGeom>
              <a:avLst/>
              <a:gdLst>
                <a:gd name="connsiteX0" fmla="*/ 0 w 0"/>
                <a:gd name="connsiteY0" fmla="*/ 222358 h 209524"/>
                <a:gd name="connsiteX1" fmla="*/ 0 w 0"/>
                <a:gd name="connsiteY1" fmla="*/ 0 h 209524"/>
              </a:gdLst>
              <a:ahLst/>
              <a:cxnLst>
                <a:cxn ang="0">
                  <a:pos x="connsiteX0" y="connsiteY0"/>
                </a:cxn>
                <a:cxn ang="0">
                  <a:pos x="connsiteX1" y="connsiteY1"/>
                </a:cxn>
              </a:cxnLst>
              <a:rect l="l" t="t" r="r" b="b"/>
              <a:pathLst>
                <a:path h="209524">
                  <a:moveTo>
                    <a:pt x="0" y="222358"/>
                  </a:moveTo>
                  <a:lnTo>
                    <a:pt x="0" y="0"/>
                  </a:lnTo>
                </a:path>
              </a:pathLst>
            </a:custGeom>
            <a:ln w="12700" cap="flat">
              <a:solidFill>
                <a:schemeClr val="accent5"/>
              </a:solidFill>
              <a:prstDash val="solid"/>
              <a:round/>
            </a:ln>
          </p:spPr>
          <p:txBody>
            <a:bodyPr rtlCol="0" anchor="ctr"/>
            <a:lstStyle/>
            <a:p>
              <a:endParaRPr lang="en-GB" sz="1400" b="1" dirty="0">
                <a:solidFill>
                  <a:schemeClr val="tx1"/>
                </a:solidFill>
              </a:endParaRPr>
            </a:p>
          </p:txBody>
        </p:sp>
      </p:grpSp>
      <p:cxnSp>
        <p:nvCxnSpPr>
          <p:cNvPr id="99" name="Straight Connector 98">
            <a:extLst>
              <a:ext uri="{FF2B5EF4-FFF2-40B4-BE49-F238E27FC236}">
                <a16:creationId xmlns:a16="http://schemas.microsoft.com/office/drawing/2014/main" id="{37401907-43F1-75B6-39B4-1A0F01EAA5DD}"/>
              </a:ext>
              <a:ext uri="{C183D7F6-B498-43B3-948B-1728B52AA6E4}">
                <adec:decorative xmlns:adec="http://schemas.microsoft.com/office/drawing/2017/decorative" val="1"/>
              </a:ext>
            </a:extLst>
          </p:cNvPr>
          <p:cNvCxnSpPr>
            <a:cxnSpLocks/>
          </p:cNvCxnSpPr>
          <p:nvPr userDrawn="1"/>
        </p:nvCxnSpPr>
        <p:spPr>
          <a:xfrm>
            <a:off x="7833133" y="5866155"/>
            <a:ext cx="1389221" cy="0"/>
          </a:xfrm>
          <a:prstGeom prst="line">
            <a:avLst/>
          </a:prstGeom>
          <a:noFill/>
          <a:ln w="952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0" name="Freeform: Shape 99">
            <a:extLst>
              <a:ext uri="{FF2B5EF4-FFF2-40B4-BE49-F238E27FC236}">
                <a16:creationId xmlns:a16="http://schemas.microsoft.com/office/drawing/2014/main" id="{354BCBBD-6EDB-5C5C-018B-A1B61B97E5CE}"/>
              </a:ext>
              <a:ext uri="{C183D7F6-B498-43B3-948B-1728B52AA6E4}">
                <adec:decorative xmlns:adec="http://schemas.microsoft.com/office/drawing/2017/decorative" val="1"/>
              </a:ext>
            </a:extLst>
          </p:cNvPr>
          <p:cNvSpPr/>
          <p:nvPr userDrawn="1"/>
        </p:nvSpPr>
        <p:spPr>
          <a:xfrm>
            <a:off x="7840711" y="5367961"/>
            <a:ext cx="459983" cy="385391"/>
          </a:xfrm>
          <a:custGeom>
            <a:avLst/>
            <a:gdLst>
              <a:gd name="connsiteX0" fmla="*/ 348104 w 352425"/>
              <a:gd name="connsiteY0" fmla="*/ 128975 h 295275"/>
              <a:gd name="connsiteX1" fmla="*/ 178844 w 352425"/>
              <a:gd name="connsiteY1" fmla="*/ 295472 h 295275"/>
              <a:gd name="connsiteX2" fmla="*/ 9680 w 352425"/>
              <a:gd name="connsiteY2" fmla="*/ 128975 h 295275"/>
              <a:gd name="connsiteX3" fmla="*/ 56924 w 352425"/>
              <a:gd name="connsiteY3" fmla="*/ 7817 h 295275"/>
              <a:gd name="connsiteX4" fmla="*/ 178082 w 352425"/>
              <a:gd name="connsiteY4" fmla="*/ 55061 h 295275"/>
              <a:gd name="connsiteX5" fmla="*/ 179606 w 352425"/>
              <a:gd name="connsiteY5" fmla="*/ 55061 h 295275"/>
              <a:gd name="connsiteX6" fmla="*/ 300860 w 352425"/>
              <a:gd name="connsiteY6" fmla="*/ 7817 h 295275"/>
              <a:gd name="connsiteX7" fmla="*/ 348104 w 352425"/>
              <a:gd name="connsiteY7" fmla="*/ 128975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2425" h="295275">
                <a:moveTo>
                  <a:pt x="348104" y="128975"/>
                </a:moveTo>
                <a:cubicBezTo>
                  <a:pt x="298478" y="219462"/>
                  <a:pt x="178844" y="295472"/>
                  <a:pt x="178844" y="295472"/>
                </a:cubicBezTo>
                <a:cubicBezTo>
                  <a:pt x="178844" y="295472"/>
                  <a:pt x="60734" y="219843"/>
                  <a:pt x="9680" y="128975"/>
                </a:cubicBezTo>
                <a:cubicBezTo>
                  <a:pt x="-15180" y="84779"/>
                  <a:pt x="10442" y="28200"/>
                  <a:pt x="56924" y="7817"/>
                </a:cubicBezTo>
                <a:cubicBezTo>
                  <a:pt x="103502" y="-12567"/>
                  <a:pt x="157699" y="8579"/>
                  <a:pt x="178082" y="55061"/>
                </a:cubicBezTo>
                <a:cubicBezTo>
                  <a:pt x="178368" y="55632"/>
                  <a:pt x="179321" y="55632"/>
                  <a:pt x="179606" y="55061"/>
                </a:cubicBezTo>
                <a:cubicBezTo>
                  <a:pt x="199990" y="8484"/>
                  <a:pt x="254282" y="-12662"/>
                  <a:pt x="300860" y="7817"/>
                </a:cubicBezTo>
                <a:cubicBezTo>
                  <a:pt x="347342" y="28200"/>
                  <a:pt x="372488" y="84493"/>
                  <a:pt x="348104" y="128975"/>
                </a:cubicBezTo>
                <a:close/>
              </a:path>
            </a:pathLst>
          </a:custGeom>
          <a:noFill/>
          <a:ln w="12700" cap="flat">
            <a:solidFill>
              <a:schemeClr val="accent5"/>
            </a:solidFill>
            <a:prstDash val="solid"/>
            <a:miter/>
          </a:ln>
        </p:spPr>
        <p:txBody>
          <a:bodyPr rtlCol="0" anchor="ctr"/>
          <a:lstStyle/>
          <a:p>
            <a:endParaRPr lang="en-GB" sz="1400" b="1" dirty="0">
              <a:solidFill>
                <a:schemeClr val="tx1"/>
              </a:solidFill>
            </a:endParaRPr>
          </a:p>
        </p:txBody>
      </p:sp>
      <p:cxnSp>
        <p:nvCxnSpPr>
          <p:cNvPr id="101" name="Straight Connector 100">
            <a:extLst>
              <a:ext uri="{FF2B5EF4-FFF2-40B4-BE49-F238E27FC236}">
                <a16:creationId xmlns:a16="http://schemas.microsoft.com/office/drawing/2014/main" id="{644C1E4A-FBFA-78A4-8B42-386D7419FAED}"/>
              </a:ext>
              <a:ext uri="{C183D7F6-B498-43B3-948B-1728B52AA6E4}">
                <adec:decorative xmlns:adec="http://schemas.microsoft.com/office/drawing/2017/decorative" val="1"/>
              </a:ext>
            </a:extLst>
          </p:cNvPr>
          <p:cNvCxnSpPr>
            <a:cxnSpLocks/>
          </p:cNvCxnSpPr>
          <p:nvPr userDrawn="1"/>
        </p:nvCxnSpPr>
        <p:spPr>
          <a:xfrm>
            <a:off x="10257827" y="5866155"/>
            <a:ext cx="1389221" cy="0"/>
          </a:xfrm>
          <a:prstGeom prst="line">
            <a:avLst/>
          </a:prstGeom>
          <a:noFill/>
          <a:ln w="9525">
            <a:solidFill>
              <a:schemeClr val="accent4"/>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02" name="Group 101">
            <a:extLst>
              <a:ext uri="{FF2B5EF4-FFF2-40B4-BE49-F238E27FC236}">
                <a16:creationId xmlns:a16="http://schemas.microsoft.com/office/drawing/2014/main" id="{513189C8-4A17-8BEC-963C-45B8C5E09E9E}"/>
              </a:ext>
              <a:ext uri="{C183D7F6-B498-43B3-948B-1728B52AA6E4}">
                <adec:decorative xmlns:adec="http://schemas.microsoft.com/office/drawing/2017/decorative" val="1"/>
              </a:ext>
            </a:extLst>
          </p:cNvPr>
          <p:cNvGrpSpPr/>
          <p:nvPr userDrawn="1"/>
        </p:nvGrpSpPr>
        <p:grpSpPr>
          <a:xfrm>
            <a:off x="10277836" y="5369827"/>
            <a:ext cx="435119" cy="383525"/>
            <a:chOff x="5055450" y="4606241"/>
            <a:chExt cx="457080" cy="402882"/>
          </a:xfrm>
        </p:grpSpPr>
        <p:sp>
          <p:nvSpPr>
            <p:cNvPr id="103" name="Freeform: Shape 102">
              <a:extLst>
                <a:ext uri="{FF2B5EF4-FFF2-40B4-BE49-F238E27FC236}">
                  <a16:creationId xmlns:a16="http://schemas.microsoft.com/office/drawing/2014/main" id="{E678D0F5-883C-1DBC-D7E3-A7126DE8A65B}"/>
                </a:ext>
              </a:extLst>
            </p:cNvPr>
            <p:cNvSpPr/>
            <p:nvPr/>
          </p:nvSpPr>
          <p:spPr>
            <a:xfrm>
              <a:off x="5055450" y="4606241"/>
              <a:ext cx="457080" cy="222010"/>
            </a:xfrm>
            <a:custGeom>
              <a:avLst/>
              <a:gdLst>
                <a:gd name="connsiteX0" fmla="*/ 0 w 333375"/>
                <a:gd name="connsiteY0" fmla="*/ 166973 h 161925"/>
                <a:gd name="connsiteX1" fmla="*/ 166973 w 333375"/>
                <a:gd name="connsiteY1" fmla="*/ 0 h 161925"/>
                <a:gd name="connsiteX2" fmla="*/ 334042 w 333375"/>
                <a:gd name="connsiteY2" fmla="*/ 166973 h 161925"/>
              </a:gdLst>
              <a:ahLst/>
              <a:cxnLst>
                <a:cxn ang="0">
                  <a:pos x="connsiteX0" y="connsiteY0"/>
                </a:cxn>
                <a:cxn ang="0">
                  <a:pos x="connsiteX1" y="connsiteY1"/>
                </a:cxn>
                <a:cxn ang="0">
                  <a:pos x="connsiteX2" y="connsiteY2"/>
                </a:cxn>
              </a:cxnLst>
              <a:rect l="l" t="t" r="r" b="b"/>
              <a:pathLst>
                <a:path w="333375" h="161925">
                  <a:moveTo>
                    <a:pt x="0" y="166973"/>
                  </a:moveTo>
                  <a:lnTo>
                    <a:pt x="166973" y="0"/>
                  </a:lnTo>
                  <a:lnTo>
                    <a:pt x="334042" y="166973"/>
                  </a:lnTo>
                </a:path>
              </a:pathLst>
            </a:custGeom>
            <a:noFill/>
            <a:ln w="12700" cap="rnd">
              <a:solidFill>
                <a:schemeClr val="accent5"/>
              </a:solidFill>
              <a:prstDash val="solid"/>
              <a:miter/>
            </a:ln>
          </p:spPr>
          <p:txBody>
            <a:bodyPr rtlCol="0" anchor="ctr"/>
            <a:lstStyle/>
            <a:p>
              <a:endParaRPr lang="en-GB" sz="1400" b="1" dirty="0">
                <a:solidFill>
                  <a:schemeClr val="tx1"/>
                </a:solidFill>
              </a:endParaRPr>
            </a:p>
          </p:txBody>
        </p:sp>
        <p:sp>
          <p:nvSpPr>
            <p:cNvPr id="104" name="Freeform: Shape 103">
              <a:extLst>
                <a:ext uri="{FF2B5EF4-FFF2-40B4-BE49-F238E27FC236}">
                  <a16:creationId xmlns:a16="http://schemas.microsoft.com/office/drawing/2014/main" id="{B9A67F64-C8A1-FFF2-F044-176243794D99}"/>
                </a:ext>
              </a:extLst>
            </p:cNvPr>
            <p:cNvSpPr/>
            <p:nvPr/>
          </p:nvSpPr>
          <p:spPr>
            <a:xfrm>
              <a:off x="5055450" y="4696612"/>
              <a:ext cx="457080" cy="222010"/>
            </a:xfrm>
            <a:custGeom>
              <a:avLst/>
              <a:gdLst>
                <a:gd name="connsiteX0" fmla="*/ 0 w 333375"/>
                <a:gd name="connsiteY0" fmla="*/ 167069 h 161925"/>
                <a:gd name="connsiteX1" fmla="*/ 166973 w 333375"/>
                <a:gd name="connsiteY1" fmla="*/ 0 h 161925"/>
                <a:gd name="connsiteX2" fmla="*/ 334042 w 333375"/>
                <a:gd name="connsiteY2" fmla="*/ 167069 h 161925"/>
              </a:gdLst>
              <a:ahLst/>
              <a:cxnLst>
                <a:cxn ang="0">
                  <a:pos x="connsiteX0" y="connsiteY0"/>
                </a:cxn>
                <a:cxn ang="0">
                  <a:pos x="connsiteX1" y="connsiteY1"/>
                </a:cxn>
                <a:cxn ang="0">
                  <a:pos x="connsiteX2" y="connsiteY2"/>
                </a:cxn>
              </a:cxnLst>
              <a:rect l="l" t="t" r="r" b="b"/>
              <a:pathLst>
                <a:path w="333375" h="161925">
                  <a:moveTo>
                    <a:pt x="0" y="167069"/>
                  </a:moveTo>
                  <a:lnTo>
                    <a:pt x="166973" y="0"/>
                  </a:lnTo>
                  <a:lnTo>
                    <a:pt x="334042" y="167069"/>
                  </a:lnTo>
                </a:path>
              </a:pathLst>
            </a:custGeom>
            <a:noFill/>
            <a:ln w="12700" cap="rnd">
              <a:solidFill>
                <a:schemeClr val="accent5"/>
              </a:solidFill>
              <a:prstDash val="solid"/>
              <a:miter/>
            </a:ln>
          </p:spPr>
          <p:txBody>
            <a:bodyPr rtlCol="0" anchor="ctr"/>
            <a:lstStyle/>
            <a:p>
              <a:endParaRPr lang="en-GB" sz="1400" b="1" dirty="0">
                <a:solidFill>
                  <a:schemeClr val="tx1"/>
                </a:solidFill>
              </a:endParaRPr>
            </a:p>
          </p:txBody>
        </p:sp>
        <p:sp>
          <p:nvSpPr>
            <p:cNvPr id="105" name="Freeform: Shape 104">
              <a:extLst>
                <a:ext uri="{FF2B5EF4-FFF2-40B4-BE49-F238E27FC236}">
                  <a16:creationId xmlns:a16="http://schemas.microsoft.com/office/drawing/2014/main" id="{CF2BE612-BA59-00CC-6522-19D8A0AB28AA}"/>
                </a:ext>
              </a:extLst>
            </p:cNvPr>
            <p:cNvSpPr/>
            <p:nvPr/>
          </p:nvSpPr>
          <p:spPr>
            <a:xfrm>
              <a:off x="5055450" y="4787113"/>
              <a:ext cx="457080" cy="222010"/>
            </a:xfrm>
            <a:custGeom>
              <a:avLst/>
              <a:gdLst>
                <a:gd name="connsiteX0" fmla="*/ 0 w 333375"/>
                <a:gd name="connsiteY0" fmla="*/ 167068 h 161925"/>
                <a:gd name="connsiteX1" fmla="*/ 166973 w 333375"/>
                <a:gd name="connsiteY1" fmla="*/ 0 h 161925"/>
                <a:gd name="connsiteX2" fmla="*/ 334042 w 333375"/>
                <a:gd name="connsiteY2" fmla="*/ 167068 h 161925"/>
              </a:gdLst>
              <a:ahLst/>
              <a:cxnLst>
                <a:cxn ang="0">
                  <a:pos x="connsiteX0" y="connsiteY0"/>
                </a:cxn>
                <a:cxn ang="0">
                  <a:pos x="connsiteX1" y="connsiteY1"/>
                </a:cxn>
                <a:cxn ang="0">
                  <a:pos x="connsiteX2" y="connsiteY2"/>
                </a:cxn>
              </a:cxnLst>
              <a:rect l="l" t="t" r="r" b="b"/>
              <a:pathLst>
                <a:path w="333375" h="161925">
                  <a:moveTo>
                    <a:pt x="0" y="167068"/>
                  </a:moveTo>
                  <a:lnTo>
                    <a:pt x="166973" y="0"/>
                  </a:lnTo>
                  <a:lnTo>
                    <a:pt x="334042" y="167068"/>
                  </a:lnTo>
                </a:path>
              </a:pathLst>
            </a:custGeom>
            <a:noFill/>
            <a:ln w="12700" cap="rnd">
              <a:solidFill>
                <a:schemeClr val="accent5"/>
              </a:solidFill>
              <a:prstDash val="solid"/>
              <a:miter/>
            </a:ln>
          </p:spPr>
          <p:txBody>
            <a:bodyPr rtlCol="0" anchor="ctr"/>
            <a:lstStyle/>
            <a:p>
              <a:endParaRPr lang="en-GB" sz="1400" b="1" dirty="0">
                <a:solidFill>
                  <a:schemeClr val="tx1"/>
                </a:solidFill>
              </a:endParaRPr>
            </a:p>
          </p:txBody>
        </p:sp>
      </p:grpSp>
      <p:sp>
        <p:nvSpPr>
          <p:cNvPr id="109" name="TextBox 108">
            <a:extLst>
              <a:ext uri="{FF2B5EF4-FFF2-40B4-BE49-F238E27FC236}">
                <a16:creationId xmlns:a16="http://schemas.microsoft.com/office/drawing/2014/main" id="{C16BB024-5DFC-6AC7-3C8F-07BCAED7C974}"/>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endParaRPr>
          </a:p>
        </p:txBody>
      </p:sp>
      <p:sp>
        <p:nvSpPr>
          <p:cNvPr id="133" name="Title 3">
            <a:extLst>
              <a:ext uri="{FF2B5EF4-FFF2-40B4-BE49-F238E27FC236}">
                <a16:creationId xmlns:a16="http://schemas.microsoft.com/office/drawing/2014/main" id="{256076FF-DAD0-BCB9-7F3E-3C91DAD19B89}"/>
              </a:ext>
            </a:extLst>
          </p:cNvPr>
          <p:cNvSpPr txBox="1">
            <a:spLocks/>
          </p:cNvSpPr>
          <p:nvPr userDrawn="1"/>
        </p:nvSpPr>
        <p:spPr>
          <a:xfrm>
            <a:off x="542647" y="365126"/>
            <a:ext cx="11098999" cy="332399"/>
          </a:xfrm>
          <a:prstGeom prst="rect">
            <a:avLst/>
          </a:prstGeom>
        </p:spPr>
        <p:txBody>
          <a:bodyPr vert="horz" lIns="0" tIns="0" rIns="0" bIns="0" rtlCol="0" anchor="t" anchorCtr="0">
            <a:spAutoFit/>
          </a:bodyPr>
          <a:lstStyle>
            <a:lvl1pPr>
              <a:lnSpc>
                <a:spcPct val="90000"/>
              </a:lnSpc>
              <a:spcBef>
                <a:spcPct val="0"/>
              </a:spcBef>
              <a:buNone/>
              <a:defRPr sz="2400" b="0" i="0" cap="all" baseline="0">
                <a:latin typeface="Century Gothic" panose="020B0502020202020204" pitchFamily="34" charset="0"/>
                <a:ea typeface="+mj-ea"/>
                <a:cs typeface="+mj-cs"/>
              </a:defRPr>
            </a:lvl1pPr>
          </a:lstStyle>
          <a:p>
            <a:pPr lvl="0"/>
            <a:r>
              <a:rPr lang="en-US" cap="none" baseline="0" dirty="0">
                <a:solidFill>
                  <a:schemeClr val="bg1"/>
                </a:solidFill>
              </a:rPr>
              <a:t>Who We Are</a:t>
            </a:r>
          </a:p>
        </p:txBody>
      </p:sp>
      <p:sp>
        <p:nvSpPr>
          <p:cNvPr id="26" name="Rectangle 25">
            <a:extLst>
              <a:ext uri="{FF2B5EF4-FFF2-40B4-BE49-F238E27FC236}">
                <a16:creationId xmlns:a16="http://schemas.microsoft.com/office/drawing/2014/main" id="{799CF838-7DB4-4CE0-6348-791DCFCAAB74}"/>
              </a:ext>
              <a:ext uri="{C183D7F6-B498-43B3-948B-1728B52AA6E4}">
                <adec:decorative xmlns:adec="http://schemas.microsoft.com/office/drawing/2017/decorative" val="1"/>
              </a:ext>
            </a:extLst>
          </p:cNvPr>
          <p:cNvSpPr/>
          <p:nvPr userDrawn="1"/>
        </p:nvSpPr>
        <p:spPr>
          <a:xfrm>
            <a:off x="0" y="4069721"/>
            <a:ext cx="12192000" cy="987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32" name="Group 31" descr="founded in 1998">
            <a:extLst>
              <a:ext uri="{FF2B5EF4-FFF2-40B4-BE49-F238E27FC236}">
                <a16:creationId xmlns:a16="http://schemas.microsoft.com/office/drawing/2014/main" id="{35461C67-7A5E-EC45-1782-4B0D138C8FC7}"/>
              </a:ext>
            </a:extLst>
          </p:cNvPr>
          <p:cNvGrpSpPr/>
          <p:nvPr userDrawn="1"/>
        </p:nvGrpSpPr>
        <p:grpSpPr>
          <a:xfrm>
            <a:off x="631097" y="4096840"/>
            <a:ext cx="1284982" cy="847554"/>
            <a:chOff x="631098" y="3789723"/>
            <a:chExt cx="1284982" cy="847554"/>
          </a:xfrm>
        </p:grpSpPr>
        <p:sp>
          <p:nvSpPr>
            <p:cNvPr id="33" name="TextBox 32">
              <a:extLst>
                <a:ext uri="{FF2B5EF4-FFF2-40B4-BE49-F238E27FC236}">
                  <a16:creationId xmlns:a16="http://schemas.microsoft.com/office/drawing/2014/main" id="{EED4AB50-5FB6-579F-F8FD-6F39B0AAB729}"/>
                </a:ext>
              </a:extLst>
            </p:cNvPr>
            <p:cNvSpPr txBox="1"/>
            <p:nvPr/>
          </p:nvSpPr>
          <p:spPr>
            <a:xfrm>
              <a:off x="631098" y="3789723"/>
              <a:ext cx="1284982" cy="677108"/>
            </a:xfrm>
            <a:prstGeom prst="rect">
              <a:avLst/>
            </a:prstGeom>
            <a:noFill/>
            <a:ln>
              <a:noFill/>
            </a:ln>
          </p:spPr>
          <p:txBody>
            <a:bodyPr wrap="square" lIns="0" tIns="0" rIns="0" bIns="0" rtlCol="0">
              <a:spAutoFit/>
            </a:bodyPr>
            <a:lstStyle/>
            <a:p>
              <a:pPr algn="l"/>
              <a:r>
                <a:rPr lang="en-US" sz="4400" b="1" i="0" dirty="0">
                  <a:solidFill>
                    <a:schemeClr val="tx1"/>
                  </a:solidFill>
                  <a:latin typeface="Century Gothic" panose="020B0502020202020204" pitchFamily="34" charset="0"/>
                </a:rPr>
                <a:t>1998</a:t>
              </a:r>
              <a:endParaRPr lang="en-GB" sz="4400" b="1" i="0" dirty="0">
                <a:solidFill>
                  <a:schemeClr val="tx1"/>
                </a:solidFill>
                <a:latin typeface="Century Gothic" panose="020B0502020202020204" pitchFamily="34" charset="0"/>
              </a:endParaRPr>
            </a:p>
          </p:txBody>
        </p:sp>
        <p:sp>
          <p:nvSpPr>
            <p:cNvPr id="34" name="TextBox 33">
              <a:extLst>
                <a:ext uri="{FF2B5EF4-FFF2-40B4-BE49-F238E27FC236}">
                  <a16:creationId xmlns:a16="http://schemas.microsoft.com/office/drawing/2014/main" id="{3EE9F575-F26F-F305-818B-047098207CBB}"/>
                </a:ext>
              </a:extLst>
            </p:cNvPr>
            <p:cNvSpPr txBox="1"/>
            <p:nvPr/>
          </p:nvSpPr>
          <p:spPr>
            <a:xfrm>
              <a:off x="722384" y="4360278"/>
              <a:ext cx="1126839" cy="276999"/>
            </a:xfrm>
            <a:prstGeom prst="rect">
              <a:avLst/>
            </a:prstGeom>
            <a:noFill/>
            <a:ln>
              <a:noFill/>
            </a:ln>
          </p:spPr>
          <p:txBody>
            <a:bodyPr wrap="square" lIns="0" tIns="0" rIns="0" bIns="0" rtlCol="0">
              <a:spAutoFit/>
            </a:bodyPr>
            <a:lstStyle/>
            <a:p>
              <a:pPr algn="l"/>
              <a:r>
                <a:rPr lang="sk-SK" i="0" dirty="0">
                  <a:solidFill>
                    <a:schemeClr val="tx1"/>
                  </a:solidFill>
                  <a:latin typeface="Century Gothic" panose="020B0502020202020204" pitchFamily="34" charset="0"/>
                </a:rPr>
                <a:t>FOUNDED</a:t>
              </a:r>
              <a:endParaRPr lang="en-GB" i="0" dirty="0">
                <a:solidFill>
                  <a:schemeClr val="tx1"/>
                </a:solidFill>
                <a:latin typeface="Century Gothic" panose="020B0502020202020204" pitchFamily="34" charset="0"/>
              </a:endParaRPr>
            </a:p>
          </p:txBody>
        </p:sp>
      </p:grpSp>
      <p:grpSp>
        <p:nvGrpSpPr>
          <p:cNvPr id="35" name="Group 34" descr="37 worldwide offices across 4 continents">
            <a:extLst>
              <a:ext uri="{FF2B5EF4-FFF2-40B4-BE49-F238E27FC236}">
                <a16:creationId xmlns:a16="http://schemas.microsoft.com/office/drawing/2014/main" id="{E18E37B3-5E9A-0D59-565B-435FEA8B7D6C}"/>
              </a:ext>
            </a:extLst>
          </p:cNvPr>
          <p:cNvGrpSpPr/>
          <p:nvPr userDrawn="1"/>
        </p:nvGrpSpPr>
        <p:grpSpPr>
          <a:xfrm>
            <a:off x="3152098" y="4183076"/>
            <a:ext cx="3048767" cy="738664"/>
            <a:chOff x="2419726" y="3853396"/>
            <a:chExt cx="3048767" cy="738664"/>
          </a:xfrm>
        </p:grpSpPr>
        <p:sp>
          <p:nvSpPr>
            <p:cNvPr id="36" name="TextBox 35">
              <a:extLst>
                <a:ext uri="{FF2B5EF4-FFF2-40B4-BE49-F238E27FC236}">
                  <a16:creationId xmlns:a16="http://schemas.microsoft.com/office/drawing/2014/main" id="{3882BA10-E76C-4247-4F5B-C04AB92BFDEB}"/>
                </a:ext>
              </a:extLst>
            </p:cNvPr>
            <p:cNvSpPr txBox="1"/>
            <p:nvPr/>
          </p:nvSpPr>
          <p:spPr>
            <a:xfrm>
              <a:off x="2419726" y="3853396"/>
              <a:ext cx="1095089" cy="738664"/>
            </a:xfrm>
            <a:prstGeom prst="rect">
              <a:avLst/>
            </a:prstGeom>
            <a:noFill/>
            <a:ln>
              <a:noFill/>
            </a:ln>
          </p:spPr>
          <p:txBody>
            <a:bodyPr wrap="square" lIns="0" tIns="0" rIns="0" bIns="0" rtlCol="0">
              <a:spAutoFit/>
            </a:bodyPr>
            <a:lstStyle/>
            <a:p>
              <a:pPr algn="l"/>
              <a:r>
                <a:rPr lang="en-US" sz="4800" b="1" dirty="0">
                  <a:solidFill>
                    <a:schemeClr val="tx1"/>
                  </a:solidFill>
                  <a:latin typeface="Century Gothic" panose="020B0502020202020204" pitchFamily="34" charset="0"/>
                </a:rPr>
                <a:t>34</a:t>
              </a:r>
              <a:endParaRPr lang="en-GB" sz="4400" b="1" dirty="0">
                <a:solidFill>
                  <a:schemeClr val="tx1"/>
                </a:solidFill>
                <a:latin typeface="Century Gothic" panose="020B0502020202020204" pitchFamily="34" charset="0"/>
              </a:endParaRPr>
            </a:p>
          </p:txBody>
        </p:sp>
        <p:sp>
          <p:nvSpPr>
            <p:cNvPr id="37" name="TextBox 36">
              <a:extLst>
                <a:ext uri="{FF2B5EF4-FFF2-40B4-BE49-F238E27FC236}">
                  <a16:creationId xmlns:a16="http://schemas.microsoft.com/office/drawing/2014/main" id="{4210C324-9963-D37B-B9AF-C6EC2BAB65CA}"/>
                </a:ext>
              </a:extLst>
            </p:cNvPr>
            <p:cNvSpPr txBox="1"/>
            <p:nvPr/>
          </p:nvSpPr>
          <p:spPr>
            <a:xfrm>
              <a:off x="3148433" y="3957557"/>
              <a:ext cx="2320059" cy="276999"/>
            </a:xfrm>
            <a:prstGeom prst="rect">
              <a:avLst/>
            </a:prstGeom>
            <a:noFill/>
            <a:ln>
              <a:noFill/>
            </a:ln>
          </p:spPr>
          <p:txBody>
            <a:bodyPr wrap="square" lIns="0" tIns="0" rIns="0" bIns="0" rtlCol="0" anchor="ctr" anchorCtr="0">
              <a:spAutoFit/>
            </a:bodyPr>
            <a:lstStyle/>
            <a:p>
              <a:r>
                <a:rPr lang="sk-SK" b="1" dirty="0">
                  <a:solidFill>
                    <a:schemeClr val="tx1"/>
                  </a:solidFill>
                  <a:latin typeface="Century Gothic" panose="020B0502020202020204" pitchFamily="34" charset="0"/>
                </a:rPr>
                <a:t>WORLDWIDE OFFICES</a:t>
              </a:r>
            </a:p>
          </p:txBody>
        </p:sp>
        <p:sp>
          <p:nvSpPr>
            <p:cNvPr id="38" name="TextBox 37">
              <a:extLst>
                <a:ext uri="{FF2B5EF4-FFF2-40B4-BE49-F238E27FC236}">
                  <a16:creationId xmlns:a16="http://schemas.microsoft.com/office/drawing/2014/main" id="{E8FB8B40-247C-A28F-2D21-86EF4B0329F4}"/>
                </a:ext>
              </a:extLst>
            </p:cNvPr>
            <p:cNvSpPr txBox="1"/>
            <p:nvPr/>
          </p:nvSpPr>
          <p:spPr>
            <a:xfrm>
              <a:off x="3170417" y="4229206"/>
              <a:ext cx="2298076" cy="246221"/>
            </a:xfrm>
            <a:prstGeom prst="rect">
              <a:avLst/>
            </a:prstGeom>
            <a:noFill/>
            <a:ln>
              <a:noFill/>
            </a:ln>
          </p:spPr>
          <p:txBody>
            <a:bodyPr wrap="square" lIns="0" tIns="0" rIns="0" bIns="0" rtlCol="0" anchor="ctr" anchorCtr="0">
              <a:spAutoFit/>
            </a:bodyPr>
            <a:lstStyle/>
            <a:p>
              <a:pPr algn="l"/>
              <a:r>
                <a:rPr lang="sk-SK" sz="1600" b="0" dirty="0">
                  <a:solidFill>
                    <a:schemeClr val="tx1"/>
                  </a:solidFill>
                  <a:latin typeface="Century Gothic" panose="020B0502020202020204" pitchFamily="34" charset="0"/>
                </a:rPr>
                <a:t>ACROSS 4 CONTINENTS</a:t>
              </a:r>
              <a:endParaRPr lang="en-GB" sz="1600" b="0" dirty="0">
                <a:solidFill>
                  <a:schemeClr val="tx1"/>
                </a:solidFill>
                <a:latin typeface="Century Gothic" panose="020B0502020202020204" pitchFamily="34" charset="0"/>
              </a:endParaRPr>
            </a:p>
          </p:txBody>
        </p:sp>
      </p:grpSp>
      <p:grpSp>
        <p:nvGrpSpPr>
          <p:cNvPr id="45" name="Group 44" descr="more than 20 years of industry experience">
            <a:extLst>
              <a:ext uri="{FF2B5EF4-FFF2-40B4-BE49-F238E27FC236}">
                <a16:creationId xmlns:a16="http://schemas.microsoft.com/office/drawing/2014/main" id="{A55FB6D5-17F1-01CE-7586-B6837AFA10E5}"/>
              </a:ext>
            </a:extLst>
          </p:cNvPr>
          <p:cNvGrpSpPr/>
          <p:nvPr userDrawn="1"/>
        </p:nvGrpSpPr>
        <p:grpSpPr>
          <a:xfrm>
            <a:off x="7436884" y="4088424"/>
            <a:ext cx="1410143" cy="853498"/>
            <a:chOff x="8216897" y="4088424"/>
            <a:chExt cx="1410143" cy="853498"/>
          </a:xfrm>
        </p:grpSpPr>
        <p:sp>
          <p:nvSpPr>
            <p:cNvPr id="46" name="TextBox 45">
              <a:extLst>
                <a:ext uri="{FF2B5EF4-FFF2-40B4-BE49-F238E27FC236}">
                  <a16:creationId xmlns:a16="http://schemas.microsoft.com/office/drawing/2014/main" id="{CA349679-46CE-91A6-7B1A-E36139AA8BE5}"/>
                </a:ext>
              </a:extLst>
            </p:cNvPr>
            <p:cNvSpPr txBox="1"/>
            <p:nvPr userDrawn="1"/>
          </p:nvSpPr>
          <p:spPr>
            <a:xfrm>
              <a:off x="8724141" y="4088424"/>
              <a:ext cx="199329" cy="307777"/>
            </a:xfrm>
            <a:prstGeom prst="rect">
              <a:avLst/>
            </a:prstGeom>
            <a:noFill/>
            <a:ln>
              <a:noFill/>
            </a:ln>
          </p:spPr>
          <p:txBody>
            <a:bodyPr wrap="square" lIns="0" tIns="0" rIns="0" bIns="0" rtlCol="0">
              <a:spAutoFit/>
            </a:bodyPr>
            <a:lstStyle/>
            <a:p>
              <a:pPr algn="l"/>
              <a:r>
                <a:rPr lang="sk-SK" sz="2000" b="1" dirty="0">
                  <a:solidFill>
                    <a:schemeClr val="tx1"/>
                  </a:solidFill>
                  <a:latin typeface="Century Gothic" panose="020B0502020202020204" pitchFamily="34" charset="0"/>
                </a:rPr>
                <a:t>+</a:t>
              </a:r>
              <a:endParaRPr lang="en-GB" sz="2800" b="1" dirty="0">
                <a:solidFill>
                  <a:schemeClr val="tx1"/>
                </a:solidFill>
                <a:latin typeface="Century Gothic" panose="020B0502020202020204" pitchFamily="34" charset="0"/>
              </a:endParaRPr>
            </a:p>
          </p:txBody>
        </p:sp>
        <p:grpSp>
          <p:nvGrpSpPr>
            <p:cNvPr id="47" name="Group 46" descr="more than 20 years of industry experience">
              <a:extLst>
                <a:ext uri="{FF2B5EF4-FFF2-40B4-BE49-F238E27FC236}">
                  <a16:creationId xmlns:a16="http://schemas.microsoft.com/office/drawing/2014/main" id="{7F7AF0E9-C835-FA5D-60FB-A79B1F95E20C}"/>
                </a:ext>
              </a:extLst>
            </p:cNvPr>
            <p:cNvGrpSpPr/>
            <p:nvPr userDrawn="1"/>
          </p:nvGrpSpPr>
          <p:grpSpPr>
            <a:xfrm>
              <a:off x="8216897" y="4154732"/>
              <a:ext cx="1410143" cy="787190"/>
              <a:chOff x="7881875" y="3805941"/>
              <a:chExt cx="1410143" cy="787190"/>
            </a:xfrm>
          </p:grpSpPr>
          <p:sp>
            <p:nvSpPr>
              <p:cNvPr id="48" name="TextBox 47">
                <a:extLst>
                  <a:ext uri="{FF2B5EF4-FFF2-40B4-BE49-F238E27FC236}">
                    <a16:creationId xmlns:a16="http://schemas.microsoft.com/office/drawing/2014/main" id="{BCB8FFFB-D6E8-0571-C6EC-22E60C1A5B40}"/>
                  </a:ext>
                </a:extLst>
              </p:cNvPr>
              <p:cNvSpPr txBox="1"/>
              <p:nvPr/>
            </p:nvSpPr>
            <p:spPr>
              <a:xfrm>
                <a:off x="7881875" y="3805941"/>
                <a:ext cx="1238228" cy="615553"/>
              </a:xfrm>
              <a:prstGeom prst="rect">
                <a:avLst/>
              </a:prstGeom>
              <a:noFill/>
              <a:ln>
                <a:noFill/>
              </a:ln>
            </p:spPr>
            <p:txBody>
              <a:bodyPr wrap="square" lIns="0" tIns="0" rIns="0" bIns="0" rtlCol="0">
                <a:spAutoFit/>
              </a:bodyPr>
              <a:lstStyle/>
              <a:p>
                <a:pPr algn="l"/>
                <a:r>
                  <a:rPr lang="sk-SK" sz="4000" b="1" dirty="0">
                    <a:solidFill>
                      <a:schemeClr val="tx1"/>
                    </a:solidFill>
                    <a:latin typeface="Century Gothic" panose="020B0502020202020204" pitchFamily="34" charset="0"/>
                  </a:rPr>
                  <a:t>2</a:t>
                </a:r>
                <a:r>
                  <a:rPr lang="en-GB" sz="4000" b="1" dirty="0">
                    <a:solidFill>
                      <a:schemeClr val="tx1"/>
                    </a:solidFill>
                    <a:latin typeface="Century Gothic" panose="020B0502020202020204" pitchFamily="34" charset="0"/>
                  </a:rPr>
                  <a:t>5</a:t>
                </a:r>
                <a:endParaRPr lang="en-GB" sz="5400" b="1" dirty="0">
                  <a:solidFill>
                    <a:schemeClr val="tx1"/>
                  </a:solidFill>
                  <a:latin typeface="Century Gothic" panose="020B0502020202020204" pitchFamily="34" charset="0"/>
                </a:endParaRPr>
              </a:p>
            </p:txBody>
          </p:sp>
          <p:sp>
            <p:nvSpPr>
              <p:cNvPr id="49" name="TextBox 48">
                <a:extLst>
                  <a:ext uri="{FF2B5EF4-FFF2-40B4-BE49-F238E27FC236}">
                    <a16:creationId xmlns:a16="http://schemas.microsoft.com/office/drawing/2014/main" id="{370798B9-7F8A-73AF-5079-C50D016C98DB}"/>
                  </a:ext>
                </a:extLst>
              </p:cNvPr>
              <p:cNvSpPr txBox="1"/>
              <p:nvPr/>
            </p:nvSpPr>
            <p:spPr>
              <a:xfrm>
                <a:off x="7892661" y="4316132"/>
                <a:ext cx="1399356" cy="276999"/>
              </a:xfrm>
              <a:prstGeom prst="rect">
                <a:avLst/>
              </a:prstGeom>
              <a:noFill/>
              <a:ln>
                <a:noFill/>
              </a:ln>
            </p:spPr>
            <p:txBody>
              <a:bodyPr wrap="square" lIns="0" tIns="0" rIns="0" bIns="0" rtlCol="0">
                <a:spAutoFit/>
              </a:bodyPr>
              <a:lstStyle/>
              <a:p>
                <a:pPr algn="l"/>
                <a:r>
                  <a:rPr lang="sk-SK" sz="1800" dirty="0">
                    <a:solidFill>
                      <a:schemeClr val="tx1"/>
                    </a:solidFill>
                    <a:latin typeface="Century Gothic" panose="020B0502020202020204" pitchFamily="34" charset="0"/>
                  </a:rPr>
                  <a:t>EXPERIENCE</a:t>
                </a:r>
                <a:endParaRPr lang="en-GB" sz="1800" dirty="0">
                  <a:solidFill>
                    <a:schemeClr val="tx1"/>
                  </a:solidFill>
                  <a:latin typeface="Century Gothic" panose="020B0502020202020204" pitchFamily="34" charset="0"/>
                </a:endParaRPr>
              </a:p>
            </p:txBody>
          </p:sp>
          <p:sp>
            <p:nvSpPr>
              <p:cNvPr id="51" name="TextBox 50">
                <a:extLst>
                  <a:ext uri="{FF2B5EF4-FFF2-40B4-BE49-F238E27FC236}">
                    <a16:creationId xmlns:a16="http://schemas.microsoft.com/office/drawing/2014/main" id="{AEDC3C99-9729-C8E0-AB04-A12CE64B3290}"/>
                  </a:ext>
                </a:extLst>
              </p:cNvPr>
              <p:cNvSpPr txBox="1"/>
              <p:nvPr/>
            </p:nvSpPr>
            <p:spPr>
              <a:xfrm>
                <a:off x="8553523" y="4153157"/>
                <a:ext cx="716144" cy="192360"/>
              </a:xfrm>
              <a:prstGeom prst="rect">
                <a:avLst/>
              </a:prstGeom>
              <a:noFill/>
              <a:ln>
                <a:noFill/>
              </a:ln>
            </p:spPr>
            <p:txBody>
              <a:bodyPr wrap="square" lIns="0" tIns="0" rIns="0" bIns="0" rtlCol="0">
                <a:spAutoFit/>
              </a:bodyPr>
              <a:lstStyle/>
              <a:p>
                <a:pPr algn="l"/>
                <a:r>
                  <a:rPr lang="sk-SK" sz="1250" dirty="0">
                    <a:solidFill>
                      <a:schemeClr val="tx1"/>
                    </a:solidFill>
                    <a:latin typeface="Century Gothic" panose="020B0502020202020204" pitchFamily="34" charset="0"/>
                  </a:rPr>
                  <a:t>INDUSTRY</a:t>
                </a:r>
                <a:endParaRPr lang="en-GB" sz="1250" dirty="0">
                  <a:solidFill>
                    <a:schemeClr val="tx1"/>
                  </a:solidFill>
                  <a:latin typeface="Century Gothic" panose="020B0502020202020204" pitchFamily="34" charset="0"/>
                </a:endParaRPr>
              </a:p>
            </p:txBody>
          </p:sp>
          <p:sp>
            <p:nvSpPr>
              <p:cNvPr id="52" name="TextBox 51">
                <a:extLst>
                  <a:ext uri="{FF2B5EF4-FFF2-40B4-BE49-F238E27FC236}">
                    <a16:creationId xmlns:a16="http://schemas.microsoft.com/office/drawing/2014/main" id="{FA607164-1C90-379C-52BF-1B1663FA3E5A}"/>
                  </a:ext>
                </a:extLst>
              </p:cNvPr>
              <p:cNvSpPr txBox="1"/>
              <p:nvPr/>
            </p:nvSpPr>
            <p:spPr>
              <a:xfrm>
                <a:off x="8517814" y="3873192"/>
                <a:ext cx="774204" cy="307777"/>
              </a:xfrm>
              <a:prstGeom prst="rect">
                <a:avLst/>
              </a:prstGeom>
              <a:noFill/>
              <a:ln>
                <a:noFill/>
              </a:ln>
            </p:spPr>
            <p:txBody>
              <a:bodyPr wrap="square" lIns="0" tIns="0" rIns="0" bIns="0" rtlCol="0">
                <a:spAutoFit/>
              </a:bodyPr>
              <a:lstStyle/>
              <a:p>
                <a:pPr algn="l"/>
                <a:r>
                  <a:rPr lang="sk-SK" sz="2000" b="1" dirty="0">
                    <a:solidFill>
                      <a:schemeClr val="tx1"/>
                    </a:solidFill>
                    <a:latin typeface="Century Gothic" panose="020B0502020202020204" pitchFamily="34" charset="0"/>
                  </a:rPr>
                  <a:t>YEARS</a:t>
                </a:r>
                <a:endParaRPr lang="en-GB" sz="2000" b="1" dirty="0">
                  <a:solidFill>
                    <a:schemeClr val="tx1"/>
                  </a:solidFill>
                  <a:latin typeface="Century Gothic" panose="020B0502020202020204" pitchFamily="34" charset="0"/>
                </a:endParaRPr>
              </a:p>
            </p:txBody>
          </p:sp>
        </p:grpSp>
      </p:grpSp>
      <p:grpSp>
        <p:nvGrpSpPr>
          <p:cNvPr id="53" name="Group 52" descr="about 7000 employees">
            <a:extLst>
              <a:ext uri="{FF2B5EF4-FFF2-40B4-BE49-F238E27FC236}">
                <a16:creationId xmlns:a16="http://schemas.microsoft.com/office/drawing/2014/main" id="{83A33630-3D57-014A-1E46-A1D6A27F257A}"/>
              </a:ext>
            </a:extLst>
          </p:cNvPr>
          <p:cNvGrpSpPr/>
          <p:nvPr userDrawn="1"/>
        </p:nvGrpSpPr>
        <p:grpSpPr>
          <a:xfrm>
            <a:off x="10083045" y="4150394"/>
            <a:ext cx="1288292" cy="789342"/>
            <a:chOff x="9818544" y="3812992"/>
            <a:chExt cx="1288292" cy="789342"/>
          </a:xfrm>
        </p:grpSpPr>
        <p:sp>
          <p:nvSpPr>
            <p:cNvPr id="54" name="TextBox 53">
              <a:extLst>
                <a:ext uri="{FF2B5EF4-FFF2-40B4-BE49-F238E27FC236}">
                  <a16:creationId xmlns:a16="http://schemas.microsoft.com/office/drawing/2014/main" id="{21E023C2-D6A1-A297-B222-20151D69270A}"/>
                </a:ext>
              </a:extLst>
            </p:cNvPr>
            <p:cNvSpPr txBox="1"/>
            <p:nvPr/>
          </p:nvSpPr>
          <p:spPr>
            <a:xfrm>
              <a:off x="9818544" y="3812992"/>
              <a:ext cx="1288292" cy="553998"/>
            </a:xfrm>
            <a:prstGeom prst="rect">
              <a:avLst/>
            </a:prstGeom>
            <a:noFill/>
            <a:ln>
              <a:noFill/>
            </a:ln>
          </p:spPr>
          <p:txBody>
            <a:bodyPr wrap="square" lIns="0" tIns="0" rIns="0" bIns="0" rtlCol="0">
              <a:spAutoFit/>
            </a:bodyPr>
            <a:lstStyle/>
            <a:p>
              <a:pPr algn="l"/>
              <a:r>
                <a:rPr lang="sk-SK" sz="5400" b="1" baseline="-25000" dirty="0">
                  <a:solidFill>
                    <a:schemeClr val="tx1"/>
                  </a:solidFill>
                  <a:latin typeface="Century Gothic" panose="020B0502020202020204" pitchFamily="34" charset="0"/>
                </a:rPr>
                <a:t>˜</a:t>
              </a:r>
              <a:r>
                <a:rPr lang="sk-SK" sz="3600" b="1" dirty="0">
                  <a:solidFill>
                    <a:schemeClr val="tx1"/>
                  </a:solidFill>
                  <a:latin typeface="Century Gothic" panose="020B0502020202020204" pitchFamily="34" charset="0"/>
                </a:rPr>
                <a:t>7</a:t>
              </a:r>
              <a:r>
                <a:rPr lang="sk-SK" sz="3600" b="1" i="0" dirty="0">
                  <a:solidFill>
                    <a:schemeClr val="tx1"/>
                  </a:solidFill>
                  <a:latin typeface="Century Gothic" panose="020B0502020202020204" pitchFamily="34" charset="0"/>
                </a:rPr>
                <a:t>000</a:t>
              </a:r>
              <a:endParaRPr lang="en-GB" sz="3600" b="1" i="0" dirty="0">
                <a:solidFill>
                  <a:schemeClr val="tx1"/>
                </a:solidFill>
                <a:latin typeface="Century Gothic" panose="020B0502020202020204" pitchFamily="34" charset="0"/>
              </a:endParaRPr>
            </a:p>
          </p:txBody>
        </p:sp>
        <p:sp>
          <p:nvSpPr>
            <p:cNvPr id="55" name="TextBox 54">
              <a:extLst>
                <a:ext uri="{FF2B5EF4-FFF2-40B4-BE49-F238E27FC236}">
                  <a16:creationId xmlns:a16="http://schemas.microsoft.com/office/drawing/2014/main" id="{6C2C0FD2-AF56-7575-E878-D07776933761}"/>
                </a:ext>
              </a:extLst>
            </p:cNvPr>
            <p:cNvSpPr txBox="1"/>
            <p:nvPr/>
          </p:nvSpPr>
          <p:spPr>
            <a:xfrm>
              <a:off x="9855169" y="4340724"/>
              <a:ext cx="1251667" cy="261610"/>
            </a:xfrm>
            <a:prstGeom prst="rect">
              <a:avLst/>
            </a:prstGeom>
            <a:noFill/>
            <a:ln>
              <a:noFill/>
            </a:ln>
          </p:spPr>
          <p:txBody>
            <a:bodyPr wrap="square" lIns="0" tIns="0" rIns="0" bIns="0" rtlCol="0">
              <a:spAutoFit/>
            </a:bodyPr>
            <a:lstStyle/>
            <a:p>
              <a:pPr algn="l"/>
              <a:r>
                <a:rPr lang="sk-SK" sz="1700" i="0" dirty="0">
                  <a:solidFill>
                    <a:schemeClr val="tx1"/>
                  </a:solidFill>
                  <a:latin typeface="Century Gothic" panose="020B0502020202020204" pitchFamily="34" charset="0"/>
                </a:rPr>
                <a:t>EMPLOYEES</a:t>
              </a:r>
              <a:endParaRPr lang="en-GB" sz="1700" i="0" dirty="0">
                <a:solidFill>
                  <a:schemeClr val="tx1"/>
                </a:solidFill>
                <a:latin typeface="Century Gothic" panose="020B0502020202020204" pitchFamily="34" charset="0"/>
              </a:endParaRPr>
            </a:p>
          </p:txBody>
        </p:sp>
      </p:grpSp>
      <p:sp>
        <p:nvSpPr>
          <p:cNvPr id="5" name="TextBox 4">
            <a:extLst>
              <a:ext uri="{FF2B5EF4-FFF2-40B4-BE49-F238E27FC236}">
                <a16:creationId xmlns:a16="http://schemas.microsoft.com/office/drawing/2014/main" id="{6D3880B1-16D6-533A-3ABA-09997F162789}"/>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
        <p:nvSpPr>
          <p:cNvPr id="3" name="TextBox 2">
            <a:extLst>
              <a:ext uri="{FF2B5EF4-FFF2-40B4-BE49-F238E27FC236}">
                <a16:creationId xmlns:a16="http://schemas.microsoft.com/office/drawing/2014/main" id="{4D3D0E87-B54B-76C6-D3F1-8D616514BC59}"/>
              </a:ext>
            </a:extLst>
          </p:cNvPr>
          <p:cNvSpPr txBox="1"/>
          <p:nvPr userDrawn="1"/>
        </p:nvSpPr>
        <p:spPr>
          <a:xfrm>
            <a:off x="2983743" y="5921995"/>
            <a:ext cx="1389221" cy="323165"/>
          </a:xfrm>
          <a:prstGeom prst="rect">
            <a:avLst/>
          </a:prstGeom>
          <a:noFill/>
          <a:ln>
            <a:noFill/>
          </a:ln>
        </p:spPr>
        <p:txBody>
          <a:bodyPr wrap="square" lIns="0" tIns="0" rIns="0" bIns="0" rtlCol="0">
            <a:spAutoFit/>
          </a:bodyPr>
          <a:lstStyle/>
          <a:p>
            <a:pPr algn="l"/>
            <a:r>
              <a:rPr lang="en-GB" sz="1050" b="1" noProof="0">
                <a:solidFill>
                  <a:schemeClr val="bg1"/>
                </a:solidFill>
                <a:latin typeface="+mn-lt"/>
              </a:rPr>
              <a:t>Innovation</a:t>
            </a:r>
            <a:r>
              <a:rPr lang="en-GB" sz="1050" b="1" dirty="0">
                <a:solidFill>
                  <a:schemeClr val="bg1"/>
                </a:solidFill>
                <a:latin typeface="+mn-lt"/>
              </a:rPr>
              <a:t> </a:t>
            </a:r>
            <a:r>
              <a:rPr lang="en-GB" altLang="en-US" sz="1050" b="1" kern="1200" dirty="0">
                <a:solidFill>
                  <a:schemeClr val="bg1"/>
                </a:solidFill>
                <a:latin typeface="+mn-lt"/>
                <a:sym typeface="Wingdings" panose="05000000000000000000" pitchFamily="2" charset="2"/>
              </a:rPr>
              <a:t>and Thought Leadership</a:t>
            </a:r>
          </a:p>
        </p:txBody>
      </p:sp>
      <p:sp>
        <p:nvSpPr>
          <p:cNvPr id="6" name="TextBox 5">
            <a:extLst>
              <a:ext uri="{FF2B5EF4-FFF2-40B4-BE49-F238E27FC236}">
                <a16:creationId xmlns:a16="http://schemas.microsoft.com/office/drawing/2014/main" id="{989F6E97-2E42-B298-80D3-C5303DD73C01}"/>
              </a:ext>
            </a:extLst>
          </p:cNvPr>
          <p:cNvSpPr txBox="1"/>
          <p:nvPr userDrawn="1"/>
        </p:nvSpPr>
        <p:spPr>
          <a:xfrm>
            <a:off x="5408438" y="5921995"/>
            <a:ext cx="1389221" cy="323165"/>
          </a:xfrm>
          <a:prstGeom prst="rect">
            <a:avLst/>
          </a:prstGeom>
          <a:noFill/>
          <a:ln>
            <a:noFill/>
          </a:ln>
        </p:spPr>
        <p:txBody>
          <a:bodyPr wrap="square" lIns="0" tIns="0" rIns="0" bIns="0" rtlCol="0">
            <a:spAutoFit/>
          </a:bodyPr>
          <a:lstStyle/>
          <a:p>
            <a:pPr algn="l"/>
            <a:r>
              <a:rPr lang="en-GB" sz="1050" b="1" noProof="0" dirty="0">
                <a:solidFill>
                  <a:schemeClr val="bg1"/>
                </a:solidFill>
                <a:latin typeface="+mn-lt"/>
              </a:rPr>
              <a:t>Execution</a:t>
            </a:r>
          </a:p>
          <a:p>
            <a:pPr algn="l"/>
            <a:r>
              <a:rPr lang="en-GB" altLang="en-US" sz="1050" b="1" kern="1200" noProof="0" dirty="0">
                <a:solidFill>
                  <a:schemeClr val="bg1"/>
                </a:solidFill>
                <a:latin typeface="+mn-lt"/>
                <a:sym typeface="Wingdings" panose="05000000000000000000" pitchFamily="2" charset="2"/>
              </a:rPr>
              <a:t>Excellence</a:t>
            </a:r>
          </a:p>
        </p:txBody>
      </p:sp>
      <p:sp>
        <p:nvSpPr>
          <p:cNvPr id="7" name="TextBox 6">
            <a:extLst>
              <a:ext uri="{FF2B5EF4-FFF2-40B4-BE49-F238E27FC236}">
                <a16:creationId xmlns:a16="http://schemas.microsoft.com/office/drawing/2014/main" id="{4FA65AC7-8878-5F80-3BA0-DFFD7A4E0690}"/>
              </a:ext>
            </a:extLst>
          </p:cNvPr>
          <p:cNvSpPr txBox="1"/>
          <p:nvPr userDrawn="1"/>
        </p:nvSpPr>
        <p:spPr>
          <a:xfrm>
            <a:off x="7833133" y="5921995"/>
            <a:ext cx="1389221" cy="323165"/>
          </a:xfrm>
          <a:prstGeom prst="rect">
            <a:avLst/>
          </a:prstGeom>
          <a:noFill/>
          <a:ln>
            <a:noFill/>
          </a:ln>
        </p:spPr>
        <p:txBody>
          <a:bodyPr wrap="square" lIns="0" tIns="0" rIns="0" bIns="0" rtlCol="0">
            <a:spAutoFit/>
          </a:bodyPr>
          <a:lstStyle/>
          <a:p>
            <a:r>
              <a:rPr lang="en-GB" sz="1050" b="1" noProof="0" dirty="0">
                <a:solidFill>
                  <a:schemeClr val="bg1"/>
                </a:solidFill>
                <a:latin typeface="+mn-lt"/>
              </a:rPr>
              <a:t>Unique</a:t>
            </a:r>
          </a:p>
          <a:p>
            <a:r>
              <a:rPr lang="en-GB" sz="1050" b="1" noProof="0" dirty="0">
                <a:solidFill>
                  <a:schemeClr val="bg1"/>
                </a:solidFill>
                <a:latin typeface="+mn-lt"/>
              </a:rPr>
              <a:t>Culture</a:t>
            </a:r>
          </a:p>
        </p:txBody>
      </p:sp>
      <p:sp>
        <p:nvSpPr>
          <p:cNvPr id="8" name="TextBox 7">
            <a:extLst>
              <a:ext uri="{FF2B5EF4-FFF2-40B4-BE49-F238E27FC236}">
                <a16:creationId xmlns:a16="http://schemas.microsoft.com/office/drawing/2014/main" id="{A2967CD3-5A66-BE2F-22AF-9BB737852C45}"/>
              </a:ext>
            </a:extLst>
          </p:cNvPr>
          <p:cNvSpPr txBox="1"/>
          <p:nvPr userDrawn="1"/>
        </p:nvSpPr>
        <p:spPr>
          <a:xfrm>
            <a:off x="559048" y="5921995"/>
            <a:ext cx="1389221" cy="323165"/>
          </a:xfrm>
          <a:prstGeom prst="rect">
            <a:avLst/>
          </a:prstGeom>
          <a:noFill/>
          <a:ln>
            <a:noFill/>
          </a:ln>
        </p:spPr>
        <p:txBody>
          <a:bodyPr wrap="square" lIns="0" tIns="0" rIns="0" bIns="0" rtlCol="0">
            <a:spAutoFit/>
          </a:bodyPr>
          <a:lstStyle/>
          <a:p>
            <a:pPr algn="l"/>
            <a:r>
              <a:rPr lang="en-US" sz="1050" b="1" noProof="0" dirty="0">
                <a:solidFill>
                  <a:schemeClr val="bg1"/>
                </a:solidFill>
                <a:latin typeface="+mn-lt"/>
              </a:rPr>
              <a:t>Business</a:t>
            </a:r>
          </a:p>
          <a:p>
            <a:pPr algn="l"/>
            <a:r>
              <a:rPr lang="en-US" altLang="en-US" sz="1050" b="1" kern="1200" noProof="0" dirty="0">
                <a:solidFill>
                  <a:schemeClr val="bg1"/>
                </a:solidFill>
                <a:latin typeface="+mn-lt"/>
                <a:sym typeface="Wingdings" panose="05000000000000000000" pitchFamily="2" charset="2"/>
              </a:rPr>
              <a:t>Transformation</a:t>
            </a:r>
          </a:p>
        </p:txBody>
      </p:sp>
      <p:sp>
        <p:nvSpPr>
          <p:cNvPr id="9" name="TextBox 8">
            <a:extLst>
              <a:ext uri="{FF2B5EF4-FFF2-40B4-BE49-F238E27FC236}">
                <a16:creationId xmlns:a16="http://schemas.microsoft.com/office/drawing/2014/main" id="{A897362C-6E67-84AA-C9AB-8E582CB7EE9B}"/>
              </a:ext>
            </a:extLst>
          </p:cNvPr>
          <p:cNvSpPr txBox="1"/>
          <p:nvPr userDrawn="1"/>
        </p:nvSpPr>
        <p:spPr>
          <a:xfrm>
            <a:off x="10257827" y="5921995"/>
            <a:ext cx="1389221" cy="323165"/>
          </a:xfrm>
          <a:prstGeom prst="rect">
            <a:avLst/>
          </a:prstGeom>
          <a:noFill/>
          <a:ln>
            <a:noFill/>
          </a:ln>
        </p:spPr>
        <p:txBody>
          <a:bodyPr wrap="square" lIns="0" tIns="0" rIns="0" bIns="0" rtlCol="0">
            <a:spAutoFit/>
          </a:bodyPr>
          <a:lstStyle/>
          <a:p>
            <a:r>
              <a:rPr lang="en-US" sz="1050" b="1" noProof="0" dirty="0">
                <a:solidFill>
                  <a:schemeClr val="bg1"/>
                </a:solidFill>
                <a:latin typeface="+mn-lt"/>
              </a:rPr>
              <a:t>Deep Industry</a:t>
            </a:r>
          </a:p>
          <a:p>
            <a:r>
              <a:rPr lang="en-US" sz="1050" b="1" noProof="0" dirty="0">
                <a:solidFill>
                  <a:schemeClr val="bg1"/>
                </a:solidFill>
                <a:latin typeface="+mn-lt"/>
              </a:rPr>
              <a:t>Experience</a:t>
            </a:r>
          </a:p>
        </p:txBody>
      </p:sp>
      <p:sp>
        <p:nvSpPr>
          <p:cNvPr id="21" name="Title 3">
            <a:extLst>
              <a:ext uri="{FF2B5EF4-FFF2-40B4-BE49-F238E27FC236}">
                <a16:creationId xmlns:a16="http://schemas.microsoft.com/office/drawing/2014/main" id="{C3E1D1B4-0688-E535-8974-82C5866B8A32}"/>
              </a:ext>
            </a:extLst>
          </p:cNvPr>
          <p:cNvSpPr txBox="1">
            <a:spLocks/>
          </p:cNvSpPr>
          <p:nvPr userDrawn="1"/>
        </p:nvSpPr>
        <p:spPr>
          <a:xfrm>
            <a:off x="542647" y="1357250"/>
            <a:ext cx="3203389" cy="362300"/>
          </a:xfrm>
          <a:prstGeom prst="rect">
            <a:avLst/>
          </a:prstGeom>
        </p:spPr>
        <p:txBody>
          <a:bodyPr/>
          <a:lstStyle>
            <a:lvl1pPr algn="l" defTabSz="914400" rtl="0" eaLnBrk="1" latinLnBrk="0" hangingPunct="1">
              <a:lnSpc>
                <a:spcPct val="90000"/>
              </a:lnSpc>
              <a:spcBef>
                <a:spcPct val="0"/>
              </a:spcBef>
              <a:buNone/>
              <a:defRPr sz="2400" b="0" i="0" kern="1200" cap="all" baseline="0">
                <a:solidFill>
                  <a:schemeClr val="tx1"/>
                </a:solidFill>
                <a:latin typeface="Century Gothic" panose="020B0502020202020204" pitchFamily="34" charset="0"/>
                <a:ea typeface="+mj-ea"/>
                <a:cs typeface="+mj-cs"/>
              </a:defRPr>
            </a:lvl1pPr>
          </a:lstStyle>
          <a:p>
            <a:pPr algn="r">
              <a:lnSpc>
                <a:spcPct val="100000"/>
              </a:lnSpc>
            </a:pPr>
            <a:r>
              <a:rPr lang="en-US" sz="1600" b="1" cap="none" dirty="0">
                <a:solidFill>
                  <a:schemeClr val="bg1"/>
                </a:solidFill>
                <a:latin typeface="Century Gothic (Headings)"/>
                <a:ea typeface="Verdana" panose="020B0604030504040204" pitchFamily="34" charset="0"/>
                <a:cs typeface="Calibri" panose="020F0502020204030204" pitchFamily="34" charset="0"/>
              </a:rPr>
              <a:t>Trusted Advisors</a:t>
            </a:r>
          </a:p>
        </p:txBody>
      </p:sp>
      <p:sp>
        <p:nvSpPr>
          <p:cNvPr id="22" name="Content Placeholder 7">
            <a:extLst>
              <a:ext uri="{FF2B5EF4-FFF2-40B4-BE49-F238E27FC236}">
                <a16:creationId xmlns:a16="http://schemas.microsoft.com/office/drawing/2014/main" id="{5891FF33-D7AA-42D0-AEF6-F3F79D1930B9}"/>
              </a:ext>
            </a:extLst>
          </p:cNvPr>
          <p:cNvSpPr txBox="1">
            <a:spLocks/>
          </p:cNvSpPr>
          <p:nvPr userDrawn="1"/>
        </p:nvSpPr>
        <p:spPr>
          <a:xfrm>
            <a:off x="3835400" y="1259928"/>
            <a:ext cx="7711712" cy="536827"/>
          </a:xfrm>
          <a:prstGeom prst="rect">
            <a:avLst/>
          </a:prstGeom>
        </p:spPr>
        <p:txBody>
          <a:bodyPr wrap="square" numCol="1">
            <a:spAutoFit/>
          </a:bodyPr>
          <a:lstStyle>
            <a:lvl1pPr marL="0" indent="0" algn="l" defTabSz="914400" rtl="0" eaLnBrk="1" latinLnBrk="0" hangingPunct="1">
              <a:lnSpc>
                <a:spcPct val="100000"/>
              </a:lnSpc>
              <a:spcBef>
                <a:spcPts val="600"/>
              </a:spcBef>
              <a:buFont typeface="Arial" panose="020B0604020202020204" pitchFamily="34" charset="0"/>
              <a:buNone/>
              <a:defRPr sz="1400" b="0" i="0" kern="1200">
                <a:solidFill>
                  <a:schemeClr val="accent3"/>
                </a:solidFill>
                <a:latin typeface="+mn-lt"/>
                <a:ea typeface="Verdana" panose="020B0604030504040204" pitchFamily="34" charset="0"/>
                <a:cs typeface="Calibri" panose="020F0502020204030204" pitchFamily="34" charset="0"/>
              </a:defRPr>
            </a:lvl1pPr>
            <a:lvl2pPr marL="0" indent="0" algn="l" defTabSz="914400" rtl="0" eaLnBrk="1" latinLnBrk="0" hangingPunct="1">
              <a:lnSpc>
                <a:spcPct val="100000"/>
              </a:lnSpc>
              <a:spcBef>
                <a:spcPts val="300"/>
              </a:spcBef>
              <a:buFont typeface="Arial Narrow" panose="020B0606020202030204" pitchFamily="34" charset="0"/>
              <a:buNone/>
              <a:defRPr sz="1200" b="0" i="0" kern="1200">
                <a:solidFill>
                  <a:schemeClr val="accent3"/>
                </a:solidFill>
                <a:latin typeface="+mn-lt"/>
                <a:ea typeface="Verdana" panose="020B0604030504040204" pitchFamily="34" charset="0"/>
                <a:cs typeface="Calibri" panose="020F0502020204030204" pitchFamily="34" charset="0"/>
              </a:defRPr>
            </a:lvl2pPr>
            <a:lvl3pPr marL="180975" indent="-180975" algn="l" defTabSz="914400" rtl="0" eaLnBrk="1" latinLnBrk="0" hangingPunct="1">
              <a:lnSpc>
                <a:spcPct val="100000"/>
              </a:lnSpc>
              <a:spcBef>
                <a:spcPts val="300"/>
              </a:spcBef>
              <a:buClr>
                <a:schemeClr val="accent1"/>
              </a:buClr>
              <a:buFont typeface="Arial" panose="020B0604020202020204" pitchFamily="34" charset="0"/>
              <a:buChar char="•"/>
              <a:defRPr sz="1200" b="0" i="0" kern="1200">
                <a:solidFill>
                  <a:schemeClr val="accent3"/>
                </a:solidFill>
                <a:latin typeface="+mn-lt"/>
                <a:ea typeface="Verdana" panose="020B0604030504040204" pitchFamily="34" charset="0"/>
                <a:cs typeface="Calibri" panose="020F0502020204030204" pitchFamily="34" charset="0"/>
              </a:defRPr>
            </a:lvl3pPr>
            <a:lvl4pPr marL="361950" indent="-180975" algn="l" defTabSz="914400" rtl="0" eaLnBrk="1" latinLnBrk="0" hangingPunct="1">
              <a:lnSpc>
                <a:spcPct val="100000"/>
              </a:lnSpc>
              <a:spcBef>
                <a:spcPts val="300"/>
              </a:spcBef>
              <a:buClr>
                <a:schemeClr val="accent1"/>
              </a:buClr>
              <a:buFont typeface="Arial" panose="020B0604020202020204" pitchFamily="34" charset="0"/>
              <a:buChar char="•"/>
              <a:defRPr sz="1100" b="0" i="0" kern="1200">
                <a:solidFill>
                  <a:schemeClr val="accent3"/>
                </a:solidFill>
                <a:latin typeface="+mn-lt"/>
                <a:ea typeface="Verdana" panose="020B0604030504040204" pitchFamily="34" charset="0"/>
                <a:cs typeface="Calibri" panose="020F0502020204030204" pitchFamily="34" charset="0"/>
              </a:defRPr>
            </a:lvl4pPr>
            <a:lvl5pPr marL="542925" indent="-180975" algn="l" defTabSz="914400" rtl="0" eaLnBrk="1" latinLnBrk="0" hangingPunct="1">
              <a:lnSpc>
                <a:spcPct val="100000"/>
              </a:lnSpc>
              <a:spcBef>
                <a:spcPts val="300"/>
              </a:spcBef>
              <a:buClr>
                <a:schemeClr val="accent1"/>
              </a:buClr>
              <a:buFont typeface="Arial" panose="020B0604020202020204" pitchFamily="34" charset="0"/>
              <a:buChar char="•"/>
              <a:defRPr sz="1100" b="0" i="0" kern="1200">
                <a:solidFill>
                  <a:schemeClr val="accent3"/>
                </a:solidFill>
                <a:latin typeface="+mn-lt"/>
                <a:ea typeface="Verdana" panose="020B060403050404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1"/>
                </a:solidFill>
              </a:rPr>
              <a:t>Our collaborative and entrepreneurial approach position us as trusted long-term partners to our clients.</a:t>
            </a:r>
          </a:p>
        </p:txBody>
      </p:sp>
      <p:cxnSp>
        <p:nvCxnSpPr>
          <p:cNvPr id="23" name="Straight Connector 22">
            <a:extLst>
              <a:ext uri="{FF2B5EF4-FFF2-40B4-BE49-F238E27FC236}">
                <a16:creationId xmlns:a16="http://schemas.microsoft.com/office/drawing/2014/main" id="{C9B78602-8860-EA13-05BC-33999645263D}"/>
              </a:ext>
              <a:ext uri="{C183D7F6-B498-43B3-948B-1728B52AA6E4}">
                <adec:decorative xmlns:adec="http://schemas.microsoft.com/office/drawing/2017/decorative" val="1"/>
              </a:ext>
            </a:extLst>
          </p:cNvPr>
          <p:cNvCxnSpPr>
            <a:cxnSpLocks/>
          </p:cNvCxnSpPr>
          <p:nvPr userDrawn="1"/>
        </p:nvCxnSpPr>
        <p:spPr>
          <a:xfrm>
            <a:off x="546499" y="1825844"/>
            <a:ext cx="11000612"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24" name="Title 3">
            <a:extLst>
              <a:ext uri="{FF2B5EF4-FFF2-40B4-BE49-F238E27FC236}">
                <a16:creationId xmlns:a16="http://schemas.microsoft.com/office/drawing/2014/main" id="{1E75E633-F1F7-CD3E-200F-6B897D54DEAC}"/>
              </a:ext>
            </a:extLst>
          </p:cNvPr>
          <p:cNvSpPr txBox="1">
            <a:spLocks/>
          </p:cNvSpPr>
          <p:nvPr userDrawn="1"/>
        </p:nvSpPr>
        <p:spPr>
          <a:xfrm>
            <a:off x="542647" y="2014850"/>
            <a:ext cx="3203389" cy="329259"/>
          </a:xfrm>
          <a:prstGeom prst="rect">
            <a:avLst/>
          </a:prstGeom>
        </p:spPr>
        <p:txBody>
          <a:bodyPr/>
          <a:lstStyle>
            <a:lvl1pPr algn="l" defTabSz="914400" rtl="0" eaLnBrk="1" latinLnBrk="0" hangingPunct="1">
              <a:lnSpc>
                <a:spcPct val="90000"/>
              </a:lnSpc>
              <a:spcBef>
                <a:spcPct val="0"/>
              </a:spcBef>
              <a:buNone/>
              <a:defRPr sz="2400" b="0" i="0" kern="1200" cap="all" baseline="0">
                <a:solidFill>
                  <a:schemeClr val="tx1"/>
                </a:solidFill>
                <a:latin typeface="Century Gothic" panose="020B0502020202020204" pitchFamily="34" charset="0"/>
                <a:ea typeface="+mj-ea"/>
                <a:cs typeface="+mj-cs"/>
              </a:defRPr>
            </a:lvl1pPr>
          </a:lstStyle>
          <a:p>
            <a:pPr algn="r">
              <a:lnSpc>
                <a:spcPct val="100000"/>
              </a:lnSpc>
            </a:pPr>
            <a:r>
              <a:rPr lang="en-US" sz="1600" b="1" cap="none" dirty="0">
                <a:solidFill>
                  <a:schemeClr val="accent5"/>
                </a:solidFill>
                <a:latin typeface="Century Gothic (Headings)"/>
                <a:ea typeface="Verdana" panose="020B0604030504040204" pitchFamily="34" charset="0"/>
                <a:cs typeface="Calibri" panose="020F0502020204030204" pitchFamily="34" charset="0"/>
              </a:rPr>
              <a:t>Deep Expertise</a:t>
            </a:r>
          </a:p>
        </p:txBody>
      </p:sp>
      <p:sp>
        <p:nvSpPr>
          <p:cNvPr id="25" name="Content Placeholder 7">
            <a:extLst>
              <a:ext uri="{FF2B5EF4-FFF2-40B4-BE49-F238E27FC236}">
                <a16:creationId xmlns:a16="http://schemas.microsoft.com/office/drawing/2014/main" id="{4BF23370-53CE-D592-892B-596D01943E42}"/>
              </a:ext>
            </a:extLst>
          </p:cNvPr>
          <p:cNvSpPr txBox="1">
            <a:spLocks/>
          </p:cNvSpPr>
          <p:nvPr userDrawn="1"/>
        </p:nvSpPr>
        <p:spPr>
          <a:xfrm>
            <a:off x="3835400" y="1912547"/>
            <a:ext cx="7711712" cy="523220"/>
          </a:xfrm>
          <a:prstGeom prst="rect">
            <a:avLst/>
          </a:prstGeom>
        </p:spPr>
        <p:txBody>
          <a:bodyPr wrap="square" numCol="1">
            <a:spAutoFit/>
          </a:bodyPr>
          <a:lstStyle>
            <a:lvl1pPr marL="0" indent="0" algn="l" defTabSz="914400" rtl="0" eaLnBrk="1" latinLnBrk="0" hangingPunct="1">
              <a:lnSpc>
                <a:spcPct val="100000"/>
              </a:lnSpc>
              <a:spcBef>
                <a:spcPts val="600"/>
              </a:spcBef>
              <a:buFont typeface="Arial" panose="020B0604020202020204" pitchFamily="34" charset="0"/>
              <a:buNone/>
              <a:defRPr sz="1400" b="0" i="0" kern="1200">
                <a:solidFill>
                  <a:schemeClr val="accent3"/>
                </a:solidFill>
                <a:latin typeface="+mn-lt"/>
                <a:ea typeface="Verdana" panose="020B0604030504040204" pitchFamily="34" charset="0"/>
                <a:cs typeface="Calibri" panose="020F0502020204030204" pitchFamily="34" charset="0"/>
              </a:defRPr>
            </a:lvl1pPr>
            <a:lvl2pPr marL="0" indent="0" algn="l" defTabSz="914400" rtl="0" eaLnBrk="1" latinLnBrk="0" hangingPunct="1">
              <a:lnSpc>
                <a:spcPct val="100000"/>
              </a:lnSpc>
              <a:spcBef>
                <a:spcPts val="300"/>
              </a:spcBef>
              <a:buFont typeface="Arial Narrow" panose="020B0606020202030204" pitchFamily="34" charset="0"/>
              <a:buNone/>
              <a:defRPr sz="1200" b="0" i="0" kern="1200">
                <a:solidFill>
                  <a:schemeClr val="accent3"/>
                </a:solidFill>
                <a:latin typeface="+mn-lt"/>
                <a:ea typeface="Verdana" panose="020B0604030504040204" pitchFamily="34" charset="0"/>
                <a:cs typeface="Calibri" panose="020F0502020204030204" pitchFamily="34" charset="0"/>
              </a:defRPr>
            </a:lvl2pPr>
            <a:lvl3pPr marL="180975" indent="-180975" algn="l" defTabSz="914400" rtl="0" eaLnBrk="1" latinLnBrk="0" hangingPunct="1">
              <a:lnSpc>
                <a:spcPct val="100000"/>
              </a:lnSpc>
              <a:spcBef>
                <a:spcPts val="300"/>
              </a:spcBef>
              <a:buClr>
                <a:schemeClr val="accent1"/>
              </a:buClr>
              <a:buFont typeface="Arial" panose="020B0604020202020204" pitchFamily="34" charset="0"/>
              <a:buChar char="•"/>
              <a:defRPr sz="1200" b="0" i="0" kern="1200">
                <a:solidFill>
                  <a:schemeClr val="accent3"/>
                </a:solidFill>
                <a:latin typeface="+mn-lt"/>
                <a:ea typeface="Verdana" panose="020B0604030504040204" pitchFamily="34" charset="0"/>
                <a:cs typeface="Calibri" panose="020F0502020204030204" pitchFamily="34" charset="0"/>
              </a:defRPr>
            </a:lvl3pPr>
            <a:lvl4pPr marL="361950" indent="-180975" algn="l" defTabSz="914400" rtl="0" eaLnBrk="1" latinLnBrk="0" hangingPunct="1">
              <a:lnSpc>
                <a:spcPct val="100000"/>
              </a:lnSpc>
              <a:spcBef>
                <a:spcPts val="300"/>
              </a:spcBef>
              <a:buClr>
                <a:schemeClr val="accent1"/>
              </a:buClr>
              <a:buFont typeface="Arial" panose="020B0604020202020204" pitchFamily="34" charset="0"/>
              <a:buChar char="•"/>
              <a:defRPr sz="1100" b="0" i="0" kern="1200">
                <a:solidFill>
                  <a:schemeClr val="accent3"/>
                </a:solidFill>
                <a:latin typeface="+mn-lt"/>
                <a:ea typeface="Verdana" panose="020B0604030504040204" pitchFamily="34" charset="0"/>
                <a:cs typeface="Calibri" panose="020F0502020204030204" pitchFamily="34" charset="0"/>
              </a:defRPr>
            </a:lvl4pPr>
            <a:lvl5pPr marL="542925" indent="-180975" algn="l" defTabSz="914400" rtl="0" eaLnBrk="1" latinLnBrk="0" hangingPunct="1">
              <a:lnSpc>
                <a:spcPct val="100000"/>
              </a:lnSpc>
              <a:spcBef>
                <a:spcPts val="300"/>
              </a:spcBef>
              <a:buClr>
                <a:schemeClr val="accent1"/>
              </a:buClr>
              <a:buFont typeface="Arial" panose="020B0604020202020204" pitchFamily="34" charset="0"/>
              <a:buChar char="•"/>
              <a:defRPr sz="1100" b="0" i="0" kern="1200">
                <a:solidFill>
                  <a:schemeClr val="accent3"/>
                </a:solidFill>
                <a:latin typeface="+mn-lt"/>
                <a:ea typeface="Verdana" panose="020B060403050404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1"/>
                </a:solidFill>
              </a:rPr>
              <a:t>Clients look to us for clear guidance, proven expertise, and the support they need to set their companies up for success.</a:t>
            </a:r>
          </a:p>
        </p:txBody>
      </p:sp>
      <p:cxnSp>
        <p:nvCxnSpPr>
          <p:cNvPr id="56" name="Straight Connector 55">
            <a:extLst>
              <a:ext uri="{FF2B5EF4-FFF2-40B4-BE49-F238E27FC236}">
                <a16:creationId xmlns:a16="http://schemas.microsoft.com/office/drawing/2014/main" id="{154795C7-4FFE-7345-C805-94142A8470B4}"/>
              </a:ext>
              <a:ext uri="{C183D7F6-B498-43B3-948B-1728B52AA6E4}">
                <adec:decorative xmlns:adec="http://schemas.microsoft.com/office/drawing/2017/decorative" val="1"/>
              </a:ext>
            </a:extLst>
          </p:cNvPr>
          <p:cNvCxnSpPr>
            <a:cxnSpLocks/>
          </p:cNvCxnSpPr>
          <p:nvPr userDrawn="1"/>
        </p:nvCxnSpPr>
        <p:spPr>
          <a:xfrm>
            <a:off x="546499" y="2500503"/>
            <a:ext cx="11000612"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57" name="Title 3">
            <a:extLst>
              <a:ext uri="{FF2B5EF4-FFF2-40B4-BE49-F238E27FC236}">
                <a16:creationId xmlns:a16="http://schemas.microsoft.com/office/drawing/2014/main" id="{627591F1-9994-7BED-D3A0-9B166859F6A9}"/>
              </a:ext>
            </a:extLst>
          </p:cNvPr>
          <p:cNvSpPr txBox="1">
            <a:spLocks/>
          </p:cNvSpPr>
          <p:nvPr userDrawn="1"/>
        </p:nvSpPr>
        <p:spPr>
          <a:xfrm>
            <a:off x="542647" y="2711396"/>
            <a:ext cx="3203389" cy="359450"/>
          </a:xfrm>
          <a:prstGeom prst="rect">
            <a:avLst/>
          </a:prstGeom>
        </p:spPr>
        <p:txBody>
          <a:bodyPr/>
          <a:lstStyle>
            <a:lvl1pPr algn="l" defTabSz="914400" rtl="0" eaLnBrk="1" latinLnBrk="0" hangingPunct="1">
              <a:lnSpc>
                <a:spcPct val="90000"/>
              </a:lnSpc>
              <a:spcBef>
                <a:spcPct val="0"/>
              </a:spcBef>
              <a:buNone/>
              <a:defRPr sz="2400" b="0" i="0" kern="1200" cap="all" baseline="0">
                <a:solidFill>
                  <a:schemeClr val="tx1"/>
                </a:solidFill>
                <a:latin typeface="Century Gothic" panose="020B0502020202020204" pitchFamily="34" charset="0"/>
                <a:ea typeface="+mj-ea"/>
                <a:cs typeface="+mj-cs"/>
              </a:defRPr>
            </a:lvl1pPr>
          </a:lstStyle>
          <a:p>
            <a:pPr algn="r">
              <a:lnSpc>
                <a:spcPct val="100000"/>
              </a:lnSpc>
            </a:pPr>
            <a:r>
              <a:rPr lang="en-US" sz="1600" b="1" cap="none" dirty="0">
                <a:solidFill>
                  <a:schemeClr val="bg1"/>
                </a:solidFill>
                <a:latin typeface="Century Gothic (Headings)"/>
                <a:ea typeface="Verdana" panose="020B0604030504040204" pitchFamily="34" charset="0"/>
                <a:cs typeface="Calibri" panose="020F0502020204030204" pitchFamily="34" charset="0"/>
              </a:rPr>
              <a:t>Disruptive Solutions</a:t>
            </a:r>
          </a:p>
        </p:txBody>
      </p:sp>
      <p:sp>
        <p:nvSpPr>
          <p:cNvPr id="58" name="Content Placeholder 7">
            <a:extLst>
              <a:ext uri="{FF2B5EF4-FFF2-40B4-BE49-F238E27FC236}">
                <a16:creationId xmlns:a16="http://schemas.microsoft.com/office/drawing/2014/main" id="{ACC826D4-5FF2-240C-61CF-DF5E095F486B}"/>
              </a:ext>
            </a:extLst>
          </p:cNvPr>
          <p:cNvSpPr txBox="1">
            <a:spLocks/>
          </p:cNvSpPr>
          <p:nvPr userDrawn="1"/>
        </p:nvSpPr>
        <p:spPr>
          <a:xfrm>
            <a:off x="3835400" y="2625804"/>
            <a:ext cx="7711712" cy="523220"/>
          </a:xfrm>
          <a:prstGeom prst="rect">
            <a:avLst/>
          </a:prstGeom>
        </p:spPr>
        <p:txBody>
          <a:bodyPr wrap="square" numCol="1">
            <a:spAutoFit/>
          </a:bodyPr>
          <a:lstStyle>
            <a:lvl1pPr marL="0" indent="0" algn="l" defTabSz="914400" rtl="0" eaLnBrk="1" latinLnBrk="0" hangingPunct="1">
              <a:lnSpc>
                <a:spcPct val="100000"/>
              </a:lnSpc>
              <a:spcBef>
                <a:spcPts val="600"/>
              </a:spcBef>
              <a:buFont typeface="Arial" panose="020B0604020202020204" pitchFamily="34" charset="0"/>
              <a:buNone/>
              <a:defRPr sz="1400" b="0" i="0" kern="1200">
                <a:solidFill>
                  <a:schemeClr val="accent3"/>
                </a:solidFill>
                <a:latin typeface="+mn-lt"/>
                <a:ea typeface="Verdana" panose="020B0604030504040204" pitchFamily="34" charset="0"/>
                <a:cs typeface="Calibri" panose="020F0502020204030204" pitchFamily="34" charset="0"/>
              </a:defRPr>
            </a:lvl1pPr>
            <a:lvl2pPr marL="0" indent="0" algn="l" defTabSz="914400" rtl="0" eaLnBrk="1" latinLnBrk="0" hangingPunct="1">
              <a:lnSpc>
                <a:spcPct val="100000"/>
              </a:lnSpc>
              <a:spcBef>
                <a:spcPts val="300"/>
              </a:spcBef>
              <a:buFont typeface="Arial Narrow" panose="020B0606020202030204" pitchFamily="34" charset="0"/>
              <a:buNone/>
              <a:defRPr sz="1200" b="0" i="0" kern="1200">
                <a:solidFill>
                  <a:schemeClr val="accent3"/>
                </a:solidFill>
                <a:latin typeface="+mn-lt"/>
                <a:ea typeface="Verdana" panose="020B0604030504040204" pitchFamily="34" charset="0"/>
                <a:cs typeface="Calibri" panose="020F0502020204030204" pitchFamily="34" charset="0"/>
              </a:defRPr>
            </a:lvl2pPr>
            <a:lvl3pPr marL="180975" indent="-180975" algn="l" defTabSz="914400" rtl="0" eaLnBrk="1" latinLnBrk="0" hangingPunct="1">
              <a:lnSpc>
                <a:spcPct val="100000"/>
              </a:lnSpc>
              <a:spcBef>
                <a:spcPts val="300"/>
              </a:spcBef>
              <a:buClr>
                <a:schemeClr val="accent1"/>
              </a:buClr>
              <a:buFont typeface="Arial" panose="020B0604020202020204" pitchFamily="34" charset="0"/>
              <a:buChar char="•"/>
              <a:defRPr sz="1200" b="0" i="0" kern="1200">
                <a:solidFill>
                  <a:schemeClr val="accent3"/>
                </a:solidFill>
                <a:latin typeface="+mn-lt"/>
                <a:ea typeface="Verdana" panose="020B0604030504040204" pitchFamily="34" charset="0"/>
                <a:cs typeface="Calibri" panose="020F0502020204030204" pitchFamily="34" charset="0"/>
              </a:defRPr>
            </a:lvl3pPr>
            <a:lvl4pPr marL="361950" indent="-180975" algn="l" defTabSz="914400" rtl="0" eaLnBrk="1" latinLnBrk="0" hangingPunct="1">
              <a:lnSpc>
                <a:spcPct val="100000"/>
              </a:lnSpc>
              <a:spcBef>
                <a:spcPts val="300"/>
              </a:spcBef>
              <a:buClr>
                <a:schemeClr val="accent1"/>
              </a:buClr>
              <a:buFont typeface="Arial" panose="020B0604020202020204" pitchFamily="34" charset="0"/>
              <a:buChar char="•"/>
              <a:defRPr sz="1100" b="0" i="0" kern="1200">
                <a:solidFill>
                  <a:schemeClr val="accent3"/>
                </a:solidFill>
                <a:latin typeface="+mn-lt"/>
                <a:ea typeface="Verdana" panose="020B0604030504040204" pitchFamily="34" charset="0"/>
                <a:cs typeface="Calibri" panose="020F0502020204030204" pitchFamily="34" charset="0"/>
              </a:defRPr>
            </a:lvl4pPr>
            <a:lvl5pPr marL="542925" indent="-180975" algn="l" defTabSz="914400" rtl="0" eaLnBrk="1" latinLnBrk="0" hangingPunct="1">
              <a:lnSpc>
                <a:spcPct val="100000"/>
              </a:lnSpc>
              <a:spcBef>
                <a:spcPts val="300"/>
              </a:spcBef>
              <a:buClr>
                <a:schemeClr val="accent1"/>
              </a:buClr>
              <a:buFont typeface="Arial" panose="020B0604020202020204" pitchFamily="34" charset="0"/>
              <a:buChar char="•"/>
              <a:defRPr sz="1100" b="0" i="0" kern="1200">
                <a:solidFill>
                  <a:schemeClr val="accent3"/>
                </a:solidFill>
                <a:latin typeface="+mn-lt"/>
                <a:ea typeface="Verdana" panose="020B060403050404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1"/>
                </a:solidFill>
              </a:rPr>
              <a:t>We do not provide off-the-shelf answers to clients’ challenges. Instead, we work in close collaboration to understand the issues, and craft disruptive, bespoke solutions.</a:t>
            </a:r>
          </a:p>
        </p:txBody>
      </p:sp>
      <p:cxnSp>
        <p:nvCxnSpPr>
          <p:cNvPr id="59" name="Straight Connector 58">
            <a:extLst>
              <a:ext uri="{FF2B5EF4-FFF2-40B4-BE49-F238E27FC236}">
                <a16:creationId xmlns:a16="http://schemas.microsoft.com/office/drawing/2014/main" id="{8FA1DE0C-867C-0045-E453-E95146D7A92D}"/>
              </a:ext>
              <a:ext uri="{C183D7F6-B498-43B3-948B-1728B52AA6E4}">
                <adec:decorative xmlns:adec="http://schemas.microsoft.com/office/drawing/2017/decorative" val="1"/>
              </a:ext>
            </a:extLst>
          </p:cNvPr>
          <p:cNvCxnSpPr>
            <a:cxnSpLocks/>
          </p:cNvCxnSpPr>
          <p:nvPr userDrawn="1"/>
        </p:nvCxnSpPr>
        <p:spPr>
          <a:xfrm>
            <a:off x="546689" y="3189947"/>
            <a:ext cx="11000232"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61" name="Title 3">
            <a:extLst>
              <a:ext uri="{FF2B5EF4-FFF2-40B4-BE49-F238E27FC236}">
                <a16:creationId xmlns:a16="http://schemas.microsoft.com/office/drawing/2014/main" id="{5C64475A-CB7E-ADAE-37E0-D5822D185C45}"/>
              </a:ext>
            </a:extLst>
          </p:cNvPr>
          <p:cNvSpPr txBox="1">
            <a:spLocks/>
          </p:cNvSpPr>
          <p:nvPr userDrawn="1"/>
        </p:nvSpPr>
        <p:spPr>
          <a:xfrm>
            <a:off x="542647" y="3366529"/>
            <a:ext cx="3203389" cy="361017"/>
          </a:xfrm>
          <a:prstGeom prst="rect">
            <a:avLst/>
          </a:prstGeom>
        </p:spPr>
        <p:txBody>
          <a:bodyPr/>
          <a:lstStyle>
            <a:lvl1pPr algn="l" defTabSz="914400" rtl="0" eaLnBrk="1" latinLnBrk="0" hangingPunct="1">
              <a:lnSpc>
                <a:spcPct val="90000"/>
              </a:lnSpc>
              <a:spcBef>
                <a:spcPct val="0"/>
              </a:spcBef>
              <a:buNone/>
              <a:defRPr sz="2400" b="0" i="0" kern="1200" cap="all" baseline="0">
                <a:solidFill>
                  <a:schemeClr val="tx1"/>
                </a:solidFill>
                <a:latin typeface="Century Gothic" panose="020B0502020202020204" pitchFamily="34" charset="0"/>
                <a:ea typeface="+mj-ea"/>
                <a:cs typeface="+mj-cs"/>
              </a:defRPr>
            </a:lvl1pPr>
          </a:lstStyle>
          <a:p>
            <a:pPr algn="r">
              <a:lnSpc>
                <a:spcPct val="100000"/>
              </a:lnSpc>
            </a:pPr>
            <a:r>
              <a:rPr lang="en-US" sz="1600" b="1" cap="none" dirty="0">
                <a:solidFill>
                  <a:schemeClr val="accent5"/>
                </a:solidFill>
                <a:latin typeface="Century Gothic (Headings)"/>
                <a:ea typeface="Verdana" panose="020B0604030504040204" pitchFamily="34" charset="0"/>
                <a:cs typeface="Calibri" panose="020F0502020204030204" pitchFamily="34" charset="0"/>
              </a:rPr>
              <a:t>Accountability and Ownership</a:t>
            </a:r>
          </a:p>
        </p:txBody>
      </p:sp>
      <p:sp>
        <p:nvSpPr>
          <p:cNvPr id="62" name="Content Placeholder 7">
            <a:extLst>
              <a:ext uri="{FF2B5EF4-FFF2-40B4-BE49-F238E27FC236}">
                <a16:creationId xmlns:a16="http://schemas.microsoft.com/office/drawing/2014/main" id="{F24F30D7-28E2-44D6-699F-987BF385E0EA}"/>
              </a:ext>
            </a:extLst>
          </p:cNvPr>
          <p:cNvSpPr txBox="1">
            <a:spLocks/>
          </p:cNvSpPr>
          <p:nvPr userDrawn="1"/>
        </p:nvSpPr>
        <p:spPr>
          <a:xfrm>
            <a:off x="3835400" y="3300763"/>
            <a:ext cx="7711712" cy="523220"/>
          </a:xfrm>
          <a:prstGeom prst="rect">
            <a:avLst/>
          </a:prstGeom>
        </p:spPr>
        <p:txBody>
          <a:bodyPr wrap="square" numCol="1">
            <a:spAutoFit/>
          </a:bodyPr>
          <a:lstStyle>
            <a:lvl1pPr marL="0" indent="0" algn="l" defTabSz="914400" rtl="0" eaLnBrk="1" latinLnBrk="0" hangingPunct="1">
              <a:lnSpc>
                <a:spcPct val="100000"/>
              </a:lnSpc>
              <a:spcBef>
                <a:spcPts val="600"/>
              </a:spcBef>
              <a:buFont typeface="Arial" panose="020B0604020202020204" pitchFamily="34" charset="0"/>
              <a:buNone/>
              <a:defRPr sz="1400" b="0" i="0" kern="1200">
                <a:solidFill>
                  <a:schemeClr val="accent3"/>
                </a:solidFill>
                <a:latin typeface="+mn-lt"/>
                <a:ea typeface="Verdana" panose="020B0604030504040204" pitchFamily="34" charset="0"/>
                <a:cs typeface="Calibri" panose="020F0502020204030204" pitchFamily="34" charset="0"/>
              </a:defRPr>
            </a:lvl1pPr>
            <a:lvl2pPr marL="0" indent="0" algn="l" defTabSz="914400" rtl="0" eaLnBrk="1" latinLnBrk="0" hangingPunct="1">
              <a:lnSpc>
                <a:spcPct val="100000"/>
              </a:lnSpc>
              <a:spcBef>
                <a:spcPts val="300"/>
              </a:spcBef>
              <a:buFont typeface="Arial Narrow" panose="020B0606020202030204" pitchFamily="34" charset="0"/>
              <a:buNone/>
              <a:defRPr sz="1200" b="0" i="0" kern="1200">
                <a:solidFill>
                  <a:schemeClr val="accent3"/>
                </a:solidFill>
                <a:latin typeface="+mn-lt"/>
                <a:ea typeface="Verdana" panose="020B0604030504040204" pitchFamily="34" charset="0"/>
                <a:cs typeface="Calibri" panose="020F0502020204030204" pitchFamily="34" charset="0"/>
              </a:defRPr>
            </a:lvl2pPr>
            <a:lvl3pPr marL="180975" indent="-180975" algn="l" defTabSz="914400" rtl="0" eaLnBrk="1" latinLnBrk="0" hangingPunct="1">
              <a:lnSpc>
                <a:spcPct val="100000"/>
              </a:lnSpc>
              <a:spcBef>
                <a:spcPts val="300"/>
              </a:spcBef>
              <a:buClr>
                <a:schemeClr val="accent1"/>
              </a:buClr>
              <a:buFont typeface="Arial" panose="020B0604020202020204" pitchFamily="34" charset="0"/>
              <a:buChar char="•"/>
              <a:defRPr sz="1200" b="0" i="0" kern="1200">
                <a:solidFill>
                  <a:schemeClr val="accent3"/>
                </a:solidFill>
                <a:latin typeface="+mn-lt"/>
                <a:ea typeface="Verdana" panose="020B0604030504040204" pitchFamily="34" charset="0"/>
                <a:cs typeface="Calibri" panose="020F0502020204030204" pitchFamily="34" charset="0"/>
              </a:defRPr>
            </a:lvl3pPr>
            <a:lvl4pPr marL="361950" indent="-180975" algn="l" defTabSz="914400" rtl="0" eaLnBrk="1" latinLnBrk="0" hangingPunct="1">
              <a:lnSpc>
                <a:spcPct val="100000"/>
              </a:lnSpc>
              <a:spcBef>
                <a:spcPts val="300"/>
              </a:spcBef>
              <a:buClr>
                <a:schemeClr val="accent1"/>
              </a:buClr>
              <a:buFont typeface="Arial" panose="020B0604020202020204" pitchFamily="34" charset="0"/>
              <a:buChar char="•"/>
              <a:defRPr sz="1100" b="0" i="0" kern="1200">
                <a:solidFill>
                  <a:schemeClr val="accent3"/>
                </a:solidFill>
                <a:latin typeface="+mn-lt"/>
                <a:ea typeface="Verdana" panose="020B0604030504040204" pitchFamily="34" charset="0"/>
                <a:cs typeface="Calibri" panose="020F0502020204030204" pitchFamily="34" charset="0"/>
              </a:defRPr>
            </a:lvl4pPr>
            <a:lvl5pPr marL="542925" indent="-180975" algn="l" defTabSz="914400" rtl="0" eaLnBrk="1" latinLnBrk="0" hangingPunct="1">
              <a:lnSpc>
                <a:spcPct val="100000"/>
              </a:lnSpc>
              <a:spcBef>
                <a:spcPts val="300"/>
              </a:spcBef>
              <a:buClr>
                <a:schemeClr val="accent1"/>
              </a:buClr>
              <a:buFont typeface="Arial" panose="020B0604020202020204" pitchFamily="34" charset="0"/>
              <a:buChar char="•"/>
              <a:defRPr sz="1100" b="0" i="0" kern="1200">
                <a:solidFill>
                  <a:schemeClr val="accent3"/>
                </a:solidFill>
                <a:latin typeface="+mn-lt"/>
                <a:ea typeface="Verdana" panose="020B060403050404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1"/>
                </a:solidFill>
              </a:rPr>
              <a:t>We recognize every client has distinct needs and expectations, and we take ownership and accountability for the solutions we design, build, and deliver.</a:t>
            </a:r>
          </a:p>
        </p:txBody>
      </p:sp>
    </p:spTree>
    <p:extLst>
      <p:ext uri="{BB962C8B-B14F-4D97-AF65-F5344CB8AC3E}">
        <p14:creationId xmlns:p14="http://schemas.microsoft.com/office/powerpoint/2010/main" val="213091790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Closing Slide 1">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84BF26E8-6AAE-9C7C-83D1-9F2BEB11654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591446" y="5451047"/>
            <a:ext cx="1515005" cy="768653"/>
          </a:xfrm>
          <a:prstGeom prst="rect">
            <a:avLst/>
          </a:prstGeom>
        </p:spPr>
      </p:pic>
      <p:grpSp>
        <p:nvGrpSpPr>
          <p:cNvPr id="6" name="Group 5">
            <a:extLst>
              <a:ext uri="{FF2B5EF4-FFF2-40B4-BE49-F238E27FC236}">
                <a16:creationId xmlns:a16="http://schemas.microsoft.com/office/drawing/2014/main" id="{C4512A24-2A6F-9C4D-9346-5E2F2558815E}"/>
              </a:ext>
              <a:ext uri="{C183D7F6-B498-43B3-948B-1728B52AA6E4}">
                <adec:decorative xmlns:adec="http://schemas.microsoft.com/office/drawing/2017/decorative" val="1"/>
              </a:ext>
            </a:extLst>
          </p:cNvPr>
          <p:cNvGrpSpPr/>
          <p:nvPr userDrawn="1"/>
        </p:nvGrpSpPr>
        <p:grpSpPr>
          <a:xfrm>
            <a:off x="1085548" y="5530216"/>
            <a:ext cx="1263400" cy="524118"/>
            <a:chOff x="1085548" y="5530216"/>
            <a:chExt cx="1263400" cy="524118"/>
          </a:xfrm>
        </p:grpSpPr>
        <p:grpSp>
          <p:nvGrpSpPr>
            <p:cNvPr id="5" name="Group 4">
              <a:extLst>
                <a:ext uri="{FF2B5EF4-FFF2-40B4-BE49-F238E27FC236}">
                  <a16:creationId xmlns:a16="http://schemas.microsoft.com/office/drawing/2014/main" id="{338790BE-676B-2F6C-337E-950D15A7B68C}"/>
                </a:ext>
              </a:extLst>
            </p:cNvPr>
            <p:cNvGrpSpPr/>
            <p:nvPr userDrawn="1"/>
          </p:nvGrpSpPr>
          <p:grpSpPr>
            <a:xfrm>
              <a:off x="1085548" y="5803324"/>
              <a:ext cx="1263400" cy="251010"/>
              <a:chOff x="1085548" y="5803324"/>
              <a:chExt cx="1263400" cy="251010"/>
            </a:xfrm>
          </p:grpSpPr>
          <p:pic>
            <p:nvPicPr>
              <p:cNvPr id="19" name="Graphic 18">
                <a:hlinkClick r:id="rId4"/>
                <a:extLst>
                  <a:ext uri="{FF2B5EF4-FFF2-40B4-BE49-F238E27FC236}">
                    <a16:creationId xmlns:a16="http://schemas.microsoft.com/office/drawing/2014/main" id="{296EDEED-8EC0-C4ED-7B95-D0263D5007F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804609" y="5803324"/>
                <a:ext cx="133872" cy="251010"/>
              </a:xfrm>
              <a:prstGeom prst="rect">
                <a:avLst/>
              </a:prstGeom>
            </p:spPr>
          </p:pic>
          <p:pic>
            <p:nvPicPr>
              <p:cNvPr id="20" name="Graphic 19">
                <a:hlinkClick r:id="rId7"/>
                <a:extLst>
                  <a:ext uri="{FF2B5EF4-FFF2-40B4-BE49-F238E27FC236}">
                    <a16:creationId xmlns:a16="http://schemas.microsoft.com/office/drawing/2014/main" id="{DEA961BA-0D4A-998D-814A-5ADC8448E0DB}"/>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2080057" y="5827994"/>
                <a:ext cx="268891" cy="201669"/>
              </a:xfrm>
              <a:prstGeom prst="rect">
                <a:avLst/>
              </a:prstGeom>
            </p:spPr>
          </p:pic>
          <p:pic>
            <p:nvPicPr>
              <p:cNvPr id="21" name="Graphic 20">
                <a:hlinkClick r:id="rId10"/>
                <a:extLst>
                  <a:ext uri="{FF2B5EF4-FFF2-40B4-BE49-F238E27FC236}">
                    <a16:creationId xmlns:a16="http://schemas.microsoft.com/office/drawing/2014/main" id="{00C2EC33-87ED-4905-083A-BF26433854B5}"/>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443776" y="5811891"/>
                <a:ext cx="219258" cy="233875"/>
              </a:xfrm>
              <a:prstGeom prst="rect">
                <a:avLst/>
              </a:prstGeom>
            </p:spPr>
          </p:pic>
          <p:pic>
            <p:nvPicPr>
              <p:cNvPr id="22" name="Graphic 21">
                <a:hlinkClick r:id="rId13"/>
                <a:extLst>
                  <a:ext uri="{FF2B5EF4-FFF2-40B4-BE49-F238E27FC236}">
                    <a16:creationId xmlns:a16="http://schemas.microsoft.com/office/drawing/2014/main" id="{96DCB6C2-0A1E-B4E2-D825-2FD51C4E8F6B}"/>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1085548" y="5820502"/>
                <a:ext cx="216653" cy="216653"/>
              </a:xfrm>
              <a:prstGeom prst="rect">
                <a:avLst/>
              </a:prstGeom>
            </p:spPr>
          </p:pic>
        </p:grpSp>
        <p:pic>
          <p:nvPicPr>
            <p:cNvPr id="18" name="Graphic 17">
              <a:hlinkClick r:id="rId16"/>
              <a:extLst>
                <a:ext uri="{FF2B5EF4-FFF2-40B4-BE49-F238E27FC236}">
                  <a16:creationId xmlns:a16="http://schemas.microsoft.com/office/drawing/2014/main" id="{CE161D63-6D0F-D6EF-96C7-172EF3D2D964}"/>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1085548" y="5530216"/>
              <a:ext cx="1263400" cy="178362"/>
            </a:xfrm>
            <a:prstGeom prst="rect">
              <a:avLst/>
            </a:prstGeom>
          </p:spPr>
        </p:pic>
      </p:grpSp>
      <p:cxnSp>
        <p:nvCxnSpPr>
          <p:cNvPr id="31" name="Straight Connector 30">
            <a:extLst>
              <a:ext uri="{FF2B5EF4-FFF2-40B4-BE49-F238E27FC236}">
                <a16:creationId xmlns:a16="http://schemas.microsoft.com/office/drawing/2014/main" id="{257C8479-139A-6820-6552-7BCCE815F21E}"/>
              </a:ext>
              <a:ext uri="{C183D7F6-B498-43B3-948B-1728B52AA6E4}">
                <adec:decorative xmlns:adec="http://schemas.microsoft.com/office/drawing/2017/decorative" val="1"/>
              </a:ext>
            </a:extLst>
          </p:cNvPr>
          <p:cNvCxnSpPr>
            <a:cxnSpLocks/>
          </p:cNvCxnSpPr>
          <p:nvPr userDrawn="1"/>
        </p:nvCxnSpPr>
        <p:spPr>
          <a:xfrm>
            <a:off x="1085548" y="1628775"/>
            <a:ext cx="1712421"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B2A34DEC-F46C-BC6F-9F16-053374B6D09E}"/>
              </a:ext>
              <a:ext uri="{C183D7F6-B498-43B3-948B-1728B52AA6E4}">
                <adec:decorative xmlns:adec="http://schemas.microsoft.com/office/drawing/2017/decorative" val="1"/>
              </a:ext>
            </a:extLst>
          </p:cNvPr>
          <p:cNvCxnSpPr>
            <a:cxnSpLocks/>
          </p:cNvCxnSpPr>
          <p:nvPr userDrawn="1"/>
        </p:nvCxnSpPr>
        <p:spPr>
          <a:xfrm>
            <a:off x="1085548" y="4258333"/>
            <a:ext cx="2235502"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A45D856C-1860-E5D4-0E27-CF6F72EB639E}"/>
              </a:ext>
            </a:extLst>
          </p:cNvPr>
          <p:cNvSpPr/>
          <p:nvPr userDrawn="1"/>
        </p:nvSpPr>
        <p:spPr>
          <a:xfrm>
            <a:off x="1085548" y="1309851"/>
            <a:ext cx="8250455" cy="318924"/>
          </a:xfrm>
          <a:prstGeom prst="rect">
            <a:avLst/>
          </a:prstGeom>
        </p:spPr>
        <p:txBody>
          <a:bodyPr wrap="square" lIns="0" tIns="0" rIns="0" bIns="72000">
            <a:spAutoFit/>
          </a:bodyPr>
          <a:lstStyle/>
          <a:p>
            <a:pPr>
              <a:lnSpc>
                <a:spcPct val="80000"/>
              </a:lnSpc>
            </a:pPr>
            <a:r>
              <a:rPr lang="en-US" altLang="en-US" sz="2000" b="0" i="0" noProof="0">
                <a:solidFill>
                  <a:schemeClr val="tx1"/>
                </a:solidFill>
                <a:latin typeface="Century Gothic" panose="020B0502020202020204" pitchFamily="34" charset="0"/>
              </a:rPr>
              <a:t>About Capco</a:t>
            </a:r>
          </a:p>
        </p:txBody>
      </p:sp>
      <p:sp>
        <p:nvSpPr>
          <p:cNvPr id="11" name="Rectangle 1">
            <a:extLst>
              <a:ext uri="{FF2B5EF4-FFF2-40B4-BE49-F238E27FC236}">
                <a16:creationId xmlns:a16="http://schemas.microsoft.com/office/drawing/2014/main" id="{F939D458-5875-6662-B74C-2A40F352C8BE}"/>
              </a:ext>
            </a:extLst>
          </p:cNvPr>
          <p:cNvSpPr>
            <a:spLocks noChangeArrowheads="1"/>
          </p:cNvSpPr>
          <p:nvPr userDrawn="1"/>
        </p:nvSpPr>
        <p:spPr bwMode="auto">
          <a:xfrm>
            <a:off x="1085548" y="1892514"/>
            <a:ext cx="8250455" cy="1216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36000" rIns="0" bIns="0">
            <a:spAutoFit/>
          </a:bodyPr>
          <a:lstStyle/>
          <a:p>
            <a:pPr algn="l">
              <a:spcBef>
                <a:spcPts val="400"/>
              </a:spcBef>
            </a:pPr>
            <a:r>
              <a:rPr lang="en-US" altLang="en-US" sz="1000" b="0" i="0" noProof="0">
                <a:solidFill>
                  <a:schemeClr val="accent3"/>
                </a:solidFill>
                <a:latin typeface="+mn-lt"/>
                <a:cs typeface="Calibri" panose="020F0502020204030204" pitchFamily="34" charset="0"/>
              </a:rPr>
              <a:t>Capco, a Wipro company, is a global management and technology consultancy specializing in driving transformation in the energy and financial services industries. Capco operates at the intersection of business and technology by combining innovative thinking with unrivalled industry knowledge to fast-track digital initiatives for banking and payments, capital markets, wealth and asset management, insurance, and the energy sector. Capco’s cutting-edge ingenuity is brought to life through its award-winning Be Yourself At Work culture and diverse talent. </a:t>
            </a:r>
          </a:p>
          <a:p>
            <a:pPr algn="l">
              <a:spcBef>
                <a:spcPts val="400"/>
              </a:spcBef>
            </a:pPr>
            <a:endParaRPr lang="en-US" altLang="en-US" sz="1000" b="0" i="0" noProof="0">
              <a:solidFill>
                <a:schemeClr val="accent3"/>
              </a:solidFill>
              <a:latin typeface="+mn-lt"/>
              <a:cs typeface="Calibri" panose="020F0502020204030204" pitchFamily="34" charset="0"/>
            </a:endParaRPr>
          </a:p>
          <a:p>
            <a:pPr marL="0" algn="l" defTabSz="914400" rtl="0" eaLnBrk="1" latinLnBrk="0" hangingPunct="1">
              <a:spcBef>
                <a:spcPts val="400"/>
              </a:spcBef>
            </a:pPr>
            <a:r>
              <a:rPr lang="en-US" altLang="en-US" sz="1000" b="1" i="0" kern="1200" noProof="0">
                <a:solidFill>
                  <a:schemeClr val="accent3"/>
                </a:solidFill>
                <a:latin typeface="+mn-lt"/>
                <a:ea typeface="+mn-ea"/>
                <a:cs typeface="Calibri" panose="020F0502020204030204" pitchFamily="34" charset="0"/>
              </a:rPr>
              <a:t>To learn more, visit </a:t>
            </a:r>
            <a:r>
              <a:rPr lang="en-US" altLang="en-US" sz="1000" b="1" i="0" kern="1200" noProof="0">
                <a:solidFill>
                  <a:schemeClr val="accent3"/>
                </a:solidFill>
                <a:latin typeface="+mn-lt"/>
                <a:ea typeface="+mn-ea"/>
                <a:cs typeface="Calibri" panose="020F0502020204030204" pitchFamily="34" charset="0"/>
                <a:hlinkClick r:id="rId19">
                  <a:extLst>
                    <a:ext uri="{A12FA001-AC4F-418D-AE19-62706E023703}">
                      <ahyp:hlinkClr xmlns:ahyp="http://schemas.microsoft.com/office/drawing/2018/hyperlinkcolor" val="tx"/>
                    </a:ext>
                  </a:extLst>
                </a:hlinkClick>
              </a:rPr>
              <a:t>www.capco.com</a:t>
            </a:r>
            <a:r>
              <a:rPr lang="en-US" altLang="en-US" sz="1000" b="1" i="0" kern="1200" noProof="0">
                <a:solidFill>
                  <a:schemeClr val="accent3"/>
                </a:solidFill>
                <a:latin typeface="+mn-lt"/>
                <a:ea typeface="+mn-ea"/>
                <a:cs typeface="Calibri" panose="020F0502020204030204" pitchFamily="34" charset="0"/>
              </a:rPr>
              <a:t> or follow us on LinkedIn, Instagram, Facebook, and YouTube.</a:t>
            </a:r>
          </a:p>
        </p:txBody>
      </p:sp>
      <p:sp>
        <p:nvSpPr>
          <p:cNvPr id="30" name="Rectangle 29">
            <a:extLst>
              <a:ext uri="{FF2B5EF4-FFF2-40B4-BE49-F238E27FC236}">
                <a16:creationId xmlns:a16="http://schemas.microsoft.com/office/drawing/2014/main" id="{5A2A9FEF-425E-3EE6-2BA6-7985F774014F}"/>
              </a:ext>
            </a:extLst>
          </p:cNvPr>
          <p:cNvSpPr/>
          <p:nvPr userDrawn="1"/>
        </p:nvSpPr>
        <p:spPr>
          <a:xfrm>
            <a:off x="1085548" y="3939409"/>
            <a:ext cx="8250455" cy="318924"/>
          </a:xfrm>
          <a:prstGeom prst="rect">
            <a:avLst/>
          </a:prstGeom>
        </p:spPr>
        <p:txBody>
          <a:bodyPr wrap="square" lIns="0" tIns="0" rIns="0" bIns="72000">
            <a:spAutoFit/>
          </a:bodyPr>
          <a:lstStyle/>
          <a:p>
            <a:pPr>
              <a:lnSpc>
                <a:spcPct val="80000"/>
              </a:lnSpc>
            </a:pPr>
            <a:r>
              <a:rPr lang="en-US" altLang="en-US" sz="2000" b="0" i="0" noProof="0">
                <a:solidFill>
                  <a:schemeClr val="tx1"/>
                </a:solidFill>
                <a:latin typeface="Century Gothic" panose="020B0502020202020204" pitchFamily="34" charset="0"/>
              </a:rPr>
              <a:t>Worldwide Offices</a:t>
            </a:r>
          </a:p>
        </p:txBody>
      </p:sp>
      <p:sp>
        <p:nvSpPr>
          <p:cNvPr id="2" name="TextBox 1">
            <a:extLst>
              <a:ext uri="{FF2B5EF4-FFF2-40B4-BE49-F238E27FC236}">
                <a16:creationId xmlns:a16="http://schemas.microsoft.com/office/drawing/2014/main" id="{3023E524-921F-61F8-DD25-36A26C7D48C2}"/>
              </a:ext>
              <a:ext uri="{C183D7F6-B498-43B3-948B-1728B52AA6E4}">
                <adec:decorative xmlns:adec="http://schemas.microsoft.com/office/drawing/2017/decorative" val="1"/>
              </a:ext>
            </a:extLst>
          </p:cNvPr>
          <p:cNvSpPr txBox="1"/>
          <p:nvPr userDrawn="1"/>
        </p:nvSpPr>
        <p:spPr>
          <a:xfrm>
            <a:off x="550864" y="6610784"/>
            <a:ext cx="461962"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err="1">
                <a:ln>
                  <a:noFill/>
                </a:ln>
                <a:solidFill>
                  <a:schemeClr val="bg1">
                    <a:lumMod val="75000"/>
                  </a:schemeClr>
                </a:solidFill>
                <a:effectLst/>
                <a:uLnTx/>
                <a:uFillTx/>
                <a:latin typeface="+mn-lt"/>
                <a:cs typeface="Calibri" panose="020F0502020204030204" pitchFamily="34" charset="0"/>
              </a:rPr>
              <a:t>JN_xxxx</a:t>
            </a:r>
            <a:endParaRPr kumimoji="0" lang="en-US" sz="700" b="0" i="0" u="none" strike="noStrike" kern="1200" cap="none" spc="0" normalizeH="0" baseline="0" noProof="0">
              <a:ln>
                <a:noFill/>
              </a:ln>
              <a:solidFill>
                <a:schemeClr val="bg1">
                  <a:lumMod val="75000"/>
                </a:schemeClr>
              </a:solidFill>
              <a:effectLst/>
              <a:uLnTx/>
              <a:uFillTx/>
              <a:latin typeface="+mn-lt"/>
              <a:cs typeface="Calibri" panose="020F0502020204030204" pitchFamily="34" charset="0"/>
            </a:endParaRPr>
          </a:p>
        </p:txBody>
      </p:sp>
      <p:sp>
        <p:nvSpPr>
          <p:cNvPr id="3" name="TextBox 2">
            <a:extLst>
              <a:ext uri="{FF2B5EF4-FFF2-40B4-BE49-F238E27FC236}">
                <a16:creationId xmlns:a16="http://schemas.microsoft.com/office/drawing/2014/main" id="{617B7736-E99C-92ED-B3CF-5BDD795EBCE2}"/>
              </a:ext>
            </a:extLst>
          </p:cNvPr>
          <p:cNvSpPr txBox="1"/>
          <p:nvPr userDrawn="1"/>
        </p:nvSpPr>
        <p:spPr>
          <a:xfrm>
            <a:off x="1085549" y="4506777"/>
            <a:ext cx="8250455" cy="45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36000" rIns="0" bIns="0">
            <a:spAutoFit/>
          </a:bodyPr>
          <a:lstStyle>
            <a:defPPr>
              <a:defRPr lang="de-DE"/>
            </a:defPPr>
            <a:lvl1pPr>
              <a:spcBef>
                <a:spcPts val="400"/>
              </a:spcBef>
              <a:defRPr sz="1100">
                <a:cs typeface="Arial" pitchFamily="34" charset="0"/>
              </a:defRPr>
            </a:lvl1pPr>
            <a:lvl2pPr marL="742950" indent="-285750" eaLnBrk="0" hangingPunct="0">
              <a:defRPr>
                <a:latin typeface="Arial" pitchFamily="34" charset="0"/>
                <a:cs typeface="Arial" pitchFamily="34" charset="0"/>
              </a:defRPr>
            </a:lvl2pPr>
            <a:lvl3pPr marL="1143000" indent="-228600" eaLnBrk="0" hangingPunct="0">
              <a:defRPr>
                <a:latin typeface="Arial" pitchFamily="34" charset="0"/>
                <a:cs typeface="Arial" pitchFamily="34" charset="0"/>
              </a:defRPr>
            </a:lvl3pPr>
            <a:lvl4pPr marL="1600200" indent="-228600" eaLnBrk="0" hangingPunct="0">
              <a:defRPr>
                <a:latin typeface="Arial" pitchFamily="34" charset="0"/>
                <a:cs typeface="Arial" pitchFamily="34" charset="0"/>
              </a:defRPr>
            </a:lvl4pPr>
            <a:lvl5pPr marL="2057400" indent="-228600" eaLnBrk="0" hangingPunct="0">
              <a:defRPr>
                <a:latin typeface="Arial" pitchFamily="34" charset="0"/>
                <a:cs typeface="Arial" pitchFamily="34" charset="0"/>
              </a:defRPr>
            </a:lvl5pPr>
            <a:lvl6pPr marL="2514600" indent="-228600" eaLnBrk="0" fontAlgn="base" hangingPunct="0">
              <a:spcBef>
                <a:spcPct val="0"/>
              </a:spcBef>
              <a:spcAft>
                <a:spcPct val="0"/>
              </a:spcAft>
              <a:defRPr>
                <a:latin typeface="Arial" pitchFamily="34" charset="0"/>
                <a:cs typeface="Arial" pitchFamily="34" charset="0"/>
              </a:defRPr>
            </a:lvl6pPr>
            <a:lvl7pPr marL="2971800" indent="-228600" eaLnBrk="0" fontAlgn="base" hangingPunct="0">
              <a:spcBef>
                <a:spcPct val="0"/>
              </a:spcBef>
              <a:spcAft>
                <a:spcPct val="0"/>
              </a:spcAft>
              <a:defRPr>
                <a:latin typeface="Arial" pitchFamily="34" charset="0"/>
                <a:cs typeface="Arial" pitchFamily="34" charset="0"/>
              </a:defRPr>
            </a:lvl7pPr>
            <a:lvl8pPr marL="3429000" indent="-228600" eaLnBrk="0" fontAlgn="base" hangingPunct="0">
              <a:spcBef>
                <a:spcPct val="0"/>
              </a:spcBef>
              <a:spcAft>
                <a:spcPct val="0"/>
              </a:spcAft>
              <a:defRPr>
                <a:latin typeface="Arial" pitchFamily="34" charset="0"/>
                <a:cs typeface="Arial" pitchFamily="34" charset="0"/>
              </a:defRPr>
            </a:lvl8pPr>
            <a:lvl9pPr marL="3886200" indent="-228600" eaLnBrk="0" fontAlgn="base" hangingPunct="0">
              <a:spcBef>
                <a:spcPct val="0"/>
              </a:spcBef>
              <a:spcAft>
                <a:spcPct val="0"/>
              </a:spcAft>
              <a:defRPr>
                <a:latin typeface="Arial" pitchFamily="34" charset="0"/>
                <a:cs typeface="Arial" pitchFamily="34" charset="0"/>
              </a:defRPr>
            </a:lvl9pPr>
          </a:lstStyle>
          <a:p>
            <a:pPr marL="0" marR="0" lvl="0" indent="0" algn="l" defTabSz="1088014" rtl="0" eaLnBrk="1" fontAlgn="auto" latinLnBrk="0" hangingPunct="1">
              <a:lnSpc>
                <a:spcPct val="100000"/>
              </a:lnSpc>
              <a:spcBef>
                <a:spcPts val="0"/>
              </a:spcBef>
              <a:spcAft>
                <a:spcPts val="0"/>
              </a:spcAft>
              <a:buClrTx/>
              <a:buSzTx/>
              <a:buFontTx/>
              <a:buNone/>
              <a:tabLst/>
              <a:defRPr/>
            </a:pPr>
            <a:r>
              <a:rPr lang="en-US" altLang="en-US" sz="900" b="0" i="0" kern="1200" noProof="0">
                <a:solidFill>
                  <a:schemeClr val="accent3"/>
                </a:solidFill>
                <a:latin typeface="+mn-lt"/>
                <a:ea typeface="+mn-ea"/>
                <a:cs typeface="Calibri" panose="020F0502020204030204" pitchFamily="34" charset="0"/>
              </a:rPr>
              <a:t>Bengaluru - Electronic City </a:t>
            </a:r>
            <a:r>
              <a:rPr lang="en-US" altLang="en-US" sz="900" b="0" i="0" kern="1200" noProof="0">
                <a:solidFill>
                  <a:schemeClr val="accent3"/>
                </a:solidFill>
                <a:latin typeface="+mn-lt"/>
                <a:ea typeface="+mn-ea"/>
                <a:cs typeface="Calibri" panose="020F0502020204030204" pitchFamily="34" charset="0"/>
                <a:sym typeface="Wingdings"/>
              </a:rPr>
              <a:t> Bengaluru </a:t>
            </a:r>
            <a:r>
              <a:rPr lang="en-US" altLang="en-US" sz="900" b="0" i="0" kern="1200" noProof="0">
                <a:solidFill>
                  <a:schemeClr val="accent3"/>
                </a:solidFill>
                <a:latin typeface="+mn-lt"/>
                <a:ea typeface="+mn-ea"/>
                <a:cs typeface="Calibri" panose="020F0502020204030204" pitchFamily="34" charset="0"/>
              </a:rPr>
              <a:t>- Sarjapur Road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accent3"/>
                </a:solidFill>
                <a:latin typeface="+mn-lt"/>
                <a:ea typeface="+mn-ea"/>
                <a:cs typeface="Calibri" panose="020F0502020204030204" pitchFamily="34" charset="0"/>
                <a:sym typeface="Wingdings"/>
              </a:rPr>
              <a:t>Bangkok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Berlin  </a:t>
            </a:r>
            <a:r>
              <a:rPr lang="en-US" altLang="en-US" sz="900" b="0" i="0" kern="1200" noProof="0">
                <a:solidFill>
                  <a:schemeClr val="accent3"/>
                </a:solidFill>
                <a:latin typeface="+mn-lt"/>
                <a:ea typeface="+mn-ea"/>
                <a:cs typeface="Calibri" panose="020F0502020204030204" pitchFamily="34" charset="0"/>
              </a:rPr>
              <a:t>Bratislava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accent3"/>
                </a:solidFill>
                <a:latin typeface="+mn-lt"/>
                <a:ea typeface="+mn-ea"/>
                <a:cs typeface="Calibri" panose="020F0502020204030204" pitchFamily="34" charset="0"/>
              </a:rPr>
              <a:t>Brussels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sz="900" b="0" i="0" noProof="0">
                <a:solidFill>
                  <a:schemeClr val="accent3"/>
                </a:solidFill>
                <a:latin typeface="+mn-lt"/>
                <a:ea typeface="Arial" charset="0"/>
                <a:cs typeface="Calibri" panose="020F0502020204030204" pitchFamily="34" charset="0"/>
              </a:rPr>
              <a:t>Charlotte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a:t>
            </a:r>
            <a:r>
              <a:rPr lang="en-US" sz="900" b="0" i="0" kern="1200" noProof="0">
                <a:solidFill>
                  <a:schemeClr val="accent3"/>
                </a:solidFill>
                <a:latin typeface="+mn-lt"/>
                <a:ea typeface="Arial" charset="0"/>
                <a:cs typeface="Calibri" panose="020F0502020204030204" pitchFamily="34" charset="0"/>
              </a:rPr>
              <a:t> Chennai</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rPr>
              <a:t>Chicago</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rPr>
              <a:t>Dallas</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p>
          <a:p>
            <a:pPr marL="0" marR="0" lvl="0" indent="0" algn="l" defTabSz="1088014" rtl="0" eaLnBrk="1" fontAlgn="auto" latinLnBrk="0" hangingPunct="1">
              <a:lnSpc>
                <a:spcPct val="100000"/>
              </a:lnSpc>
              <a:spcBef>
                <a:spcPts val="0"/>
              </a:spcBef>
              <a:spcAft>
                <a:spcPts val="0"/>
              </a:spcAft>
              <a:buClrTx/>
              <a:buSzTx/>
              <a:buFontTx/>
              <a:buNone/>
              <a:tabLst/>
              <a:defRPr/>
            </a:pP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Dubai</a:t>
            </a:r>
            <a:r>
              <a:rPr lang="en-US" altLang="en-US" sz="900" b="0" i="0" kern="1200" noProof="0">
                <a:solidFill>
                  <a:schemeClr val="accent3"/>
                </a:solidFill>
                <a:latin typeface="+mn-lt"/>
                <a:ea typeface="+mn-ea"/>
                <a:cs typeface="Calibri" panose="020F0502020204030204" pitchFamily="34" charset="0"/>
              </a:rPr>
              <a:t>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accent3"/>
                </a:solidFill>
                <a:latin typeface="+mn-lt"/>
                <a:ea typeface="+mn-ea"/>
                <a:cs typeface="Calibri" panose="020F0502020204030204" pitchFamily="34" charset="0"/>
              </a:rPr>
              <a:t>Dusseldorf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accent3"/>
                </a:solidFill>
                <a:latin typeface="+mn-lt"/>
                <a:ea typeface="+mn-ea"/>
                <a:cs typeface="Calibri" panose="020F0502020204030204" pitchFamily="34" charset="0"/>
              </a:rPr>
              <a:t>Edinburgh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accent3"/>
                </a:solidFill>
                <a:latin typeface="+mn-lt"/>
                <a:ea typeface="+mn-ea"/>
                <a:cs typeface="Calibri" panose="020F0502020204030204" pitchFamily="34" charset="0"/>
              </a:rPr>
              <a:t>Frankfurt</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rPr>
              <a:t>Geneva</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Glasgow  </a:t>
            </a:r>
            <a:r>
              <a:rPr lang="en-US" sz="900">
                <a:solidFill>
                  <a:schemeClr val="accent3"/>
                </a:solidFill>
                <a:effectLst/>
                <a:latin typeface="+mn-lt"/>
                <a:ea typeface="Calibri" panose="020F0502020204030204" pitchFamily="34" charset="0"/>
              </a:rPr>
              <a:t>Gurugram</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sk-SK" sz="900" b="0" i="0" u="none" strike="noStrike">
                <a:solidFill>
                  <a:schemeClr val="accent3"/>
                </a:solidFill>
                <a:latin typeface="+mn-lt"/>
              </a:rPr>
              <a:t> </a:t>
            </a:r>
            <a:r>
              <a:rPr lang="en-US" altLang="en-US" sz="900" b="0" i="0" kern="1200" noProof="0">
                <a:solidFill>
                  <a:schemeClr val="accent3"/>
                </a:solidFill>
                <a:latin typeface="+mn-lt"/>
                <a:ea typeface="+mn-ea"/>
                <a:cs typeface="Calibri" panose="020F0502020204030204" pitchFamily="34" charset="0"/>
              </a:rPr>
              <a:t>Hong Kong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accent3"/>
                </a:solidFill>
                <a:latin typeface="+mn-lt"/>
                <a:ea typeface="+mn-ea"/>
                <a:cs typeface="Calibri" panose="020F0502020204030204" pitchFamily="34" charset="0"/>
              </a:rPr>
              <a:t>Houston</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Hyderabad  </a:t>
            </a:r>
            <a:r>
              <a:rPr lang="en-US" altLang="en-US" sz="900" b="0" i="0" kern="1200" noProof="0">
                <a:solidFill>
                  <a:schemeClr val="accent3"/>
                </a:solidFill>
                <a:latin typeface="+mn-lt"/>
                <a:ea typeface="+mn-ea"/>
                <a:cs typeface="Calibri" panose="020F0502020204030204" pitchFamily="34" charset="0"/>
              </a:rPr>
              <a:t>Kuala Lumpur</a:t>
            </a:r>
          </a:p>
          <a:p>
            <a:pPr marL="0" marR="0" lvl="0" indent="0" algn="l" defTabSz="1088014" rtl="0" eaLnBrk="1" fontAlgn="auto" latinLnBrk="0" hangingPunct="1">
              <a:lnSpc>
                <a:spcPct val="100000"/>
              </a:lnSpc>
              <a:spcBef>
                <a:spcPts val="0"/>
              </a:spcBef>
              <a:spcAft>
                <a:spcPts val="0"/>
              </a:spcAft>
              <a:buClrTx/>
              <a:buSzTx/>
              <a:buFontTx/>
              <a:buNone/>
              <a:tabLst/>
              <a:defRPr/>
            </a:pPr>
            <a:r>
              <a:rPr lang="en-US" altLang="en-US" sz="900" b="0" i="0" kern="1200" noProof="0">
                <a:solidFill>
                  <a:schemeClr val="accent3"/>
                </a:solidFill>
                <a:latin typeface="+mn-lt"/>
                <a:ea typeface="+mn-ea"/>
                <a:cs typeface="Calibri" panose="020F0502020204030204" pitchFamily="34" charset="0"/>
              </a:rPr>
              <a:t>London</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sym typeface="Wingdings"/>
              </a:rPr>
              <a:t>Milan</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sz="900">
                <a:solidFill>
                  <a:schemeClr val="accent3"/>
                </a:solidFill>
                <a:effectLst/>
                <a:latin typeface="+mn-lt"/>
                <a:ea typeface="Calibri" panose="020F0502020204030204" pitchFamily="34" charset="0"/>
              </a:rPr>
              <a:t>Mumbai</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accent3"/>
                </a:solidFill>
                <a:latin typeface="+mn-lt"/>
                <a:ea typeface="+mn-ea"/>
                <a:cs typeface="Calibri" panose="020F0502020204030204" pitchFamily="34" charset="0"/>
                <a:sym typeface="Wingdings"/>
              </a:rPr>
              <a:t> </a:t>
            </a:r>
            <a:r>
              <a:rPr lang="en-US" altLang="en-US" sz="900" b="0" i="0" kern="1200" noProof="0">
                <a:solidFill>
                  <a:schemeClr val="accent3"/>
                </a:solidFill>
                <a:latin typeface="+mn-lt"/>
                <a:ea typeface="+mn-ea"/>
                <a:cs typeface="Calibri" panose="020F0502020204030204" pitchFamily="34" charset="0"/>
              </a:rPr>
              <a:t>New York</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rPr>
              <a:t>Orlando</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rPr>
              <a:t>Paris</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sz="900" b="0" i="0" u="none" baseline="0" noProof="0">
                <a:solidFill>
                  <a:schemeClr val="accent3"/>
                </a:solidFill>
                <a:latin typeface="+mn-lt"/>
                <a:cs typeface="Calibri" panose="020F0502020204030204" pitchFamily="34" charset="0"/>
              </a:rPr>
              <a:t>Pune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São Paulo  </a:t>
            </a:r>
            <a:r>
              <a:rPr lang="en-US" altLang="en-US" sz="900" b="0" i="0" kern="1200" noProof="0">
                <a:solidFill>
                  <a:schemeClr val="accent3"/>
                </a:solidFill>
                <a:latin typeface="+mn-lt"/>
                <a:ea typeface="+mn-ea"/>
                <a:cs typeface="Calibri" panose="020F0502020204030204" pitchFamily="34" charset="0"/>
              </a:rPr>
              <a:t>Singapore</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rPr>
              <a:t>Toronto</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rPr>
              <a:t>Vienna</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Warsaw</a:t>
            </a:r>
            <a:r>
              <a:rPr lang="en-US" altLang="en-US" sz="900" b="0" i="0" kern="1200" noProof="0">
                <a:solidFill>
                  <a:schemeClr val="accent3"/>
                </a:solidFill>
                <a:latin typeface="+mn-lt"/>
                <a:ea typeface="+mn-ea"/>
                <a:cs typeface="Calibri" panose="020F0502020204030204" pitchFamily="34" charset="0"/>
              </a:rPr>
              <a:t> </a:t>
            </a:r>
            <a:r>
              <a:rPr lang="en-US" altLang="en-US" sz="900" b="0" i="0" kern="1200" noProof="0">
                <a:solidFill>
                  <a:schemeClr val="accent3"/>
                </a:solidFill>
                <a:latin typeface="+mn-lt"/>
                <a:ea typeface="+mn-ea"/>
                <a:cs typeface="Calibri" panose="020F0502020204030204" pitchFamily="34" charset="0"/>
                <a:sym typeface="Wingdings"/>
              </a:rPr>
              <a:t> </a:t>
            </a:r>
            <a:r>
              <a:rPr lang="en-US" altLang="en-US" sz="900" b="0" i="0" kern="1200" noProof="0">
                <a:solidFill>
                  <a:schemeClr val="accent3"/>
                </a:solidFill>
                <a:latin typeface="+mn-lt"/>
                <a:ea typeface="+mn-ea"/>
                <a:cs typeface="Calibri" panose="020F0502020204030204" pitchFamily="34" charset="0"/>
              </a:rPr>
              <a:t>Zurich</a:t>
            </a:r>
          </a:p>
        </p:txBody>
      </p:sp>
      <p:sp>
        <p:nvSpPr>
          <p:cNvPr id="4" name="TextBox 3">
            <a:extLst>
              <a:ext uri="{FF2B5EF4-FFF2-40B4-BE49-F238E27FC236}">
                <a16:creationId xmlns:a16="http://schemas.microsoft.com/office/drawing/2014/main" id="{61653C68-5575-304C-398B-4F5D83E89711}"/>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Tree>
    <p:extLst>
      <p:ext uri="{BB962C8B-B14F-4D97-AF65-F5344CB8AC3E}">
        <p14:creationId xmlns:p14="http://schemas.microsoft.com/office/powerpoint/2010/main" val="283527706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Closing Slide 2">
    <p:bg>
      <p:bgPr>
        <a:solidFill>
          <a:schemeClr val="tx1"/>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00FF44FB-CDE5-2E7D-24EE-B3E047AA54C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591446" y="5451047"/>
            <a:ext cx="1515005" cy="768653"/>
          </a:xfrm>
          <a:prstGeom prst="rect">
            <a:avLst/>
          </a:prstGeom>
        </p:spPr>
      </p:pic>
      <p:cxnSp>
        <p:nvCxnSpPr>
          <p:cNvPr id="25" name="Straight Connector 24">
            <a:extLst>
              <a:ext uri="{FF2B5EF4-FFF2-40B4-BE49-F238E27FC236}">
                <a16:creationId xmlns:a16="http://schemas.microsoft.com/office/drawing/2014/main" id="{E25D53FF-D1D9-572E-D222-1A86AD174B81}"/>
              </a:ext>
              <a:ext uri="{C183D7F6-B498-43B3-948B-1728B52AA6E4}">
                <adec:decorative xmlns:adec="http://schemas.microsoft.com/office/drawing/2017/decorative" val="1"/>
              </a:ext>
            </a:extLst>
          </p:cNvPr>
          <p:cNvCxnSpPr>
            <a:cxnSpLocks/>
          </p:cNvCxnSpPr>
          <p:nvPr userDrawn="1"/>
        </p:nvCxnSpPr>
        <p:spPr>
          <a:xfrm>
            <a:off x="1085548" y="1628775"/>
            <a:ext cx="1712421"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DF5C9A7-E6F6-DD3D-29AC-1CA99A7A49F4}"/>
              </a:ext>
              <a:ext uri="{C183D7F6-B498-43B3-948B-1728B52AA6E4}">
                <adec:decorative xmlns:adec="http://schemas.microsoft.com/office/drawing/2017/decorative" val="1"/>
              </a:ext>
            </a:extLst>
          </p:cNvPr>
          <p:cNvCxnSpPr>
            <a:cxnSpLocks/>
          </p:cNvCxnSpPr>
          <p:nvPr userDrawn="1"/>
        </p:nvCxnSpPr>
        <p:spPr>
          <a:xfrm>
            <a:off x="1085548" y="4258333"/>
            <a:ext cx="2235502"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1B7B8A46-DDCC-5035-9866-8F7B2991DE96}"/>
              </a:ext>
            </a:extLst>
          </p:cNvPr>
          <p:cNvSpPr/>
          <p:nvPr userDrawn="1"/>
        </p:nvSpPr>
        <p:spPr>
          <a:xfrm>
            <a:off x="1085548" y="1309851"/>
            <a:ext cx="8250455" cy="318924"/>
          </a:xfrm>
          <a:prstGeom prst="rect">
            <a:avLst/>
          </a:prstGeom>
        </p:spPr>
        <p:txBody>
          <a:bodyPr wrap="square" lIns="0" tIns="0" rIns="0" bIns="72000">
            <a:spAutoFit/>
          </a:bodyPr>
          <a:lstStyle/>
          <a:p>
            <a:pPr>
              <a:lnSpc>
                <a:spcPct val="80000"/>
              </a:lnSpc>
            </a:pPr>
            <a:r>
              <a:rPr lang="en-US" altLang="en-US" sz="2000" b="0" i="0" noProof="0">
                <a:solidFill>
                  <a:schemeClr val="bg1"/>
                </a:solidFill>
                <a:latin typeface="Century Gothic" panose="020B0502020202020204" pitchFamily="34" charset="0"/>
              </a:rPr>
              <a:t>About Capco</a:t>
            </a:r>
          </a:p>
        </p:txBody>
      </p:sp>
      <p:sp>
        <p:nvSpPr>
          <p:cNvPr id="15" name="Rectangle 1">
            <a:extLst>
              <a:ext uri="{FF2B5EF4-FFF2-40B4-BE49-F238E27FC236}">
                <a16:creationId xmlns:a16="http://schemas.microsoft.com/office/drawing/2014/main" id="{104DB2DD-77F6-47F6-1F21-5BD46E3FF7FE}"/>
              </a:ext>
            </a:extLst>
          </p:cNvPr>
          <p:cNvSpPr>
            <a:spLocks noChangeArrowheads="1"/>
          </p:cNvSpPr>
          <p:nvPr userDrawn="1"/>
        </p:nvSpPr>
        <p:spPr bwMode="auto">
          <a:xfrm>
            <a:off x="1085548" y="1892514"/>
            <a:ext cx="8250455" cy="1216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36000" rIns="0" bIns="0">
            <a:spAutoFit/>
          </a:bodyPr>
          <a:lstStyle/>
          <a:p>
            <a:pPr algn="l">
              <a:spcBef>
                <a:spcPts val="400"/>
              </a:spcBef>
            </a:pPr>
            <a:r>
              <a:rPr lang="en-US" altLang="en-US" sz="1000" b="0" i="0" noProof="0">
                <a:solidFill>
                  <a:schemeClr val="bg1"/>
                </a:solidFill>
                <a:latin typeface="+mn-lt"/>
                <a:cs typeface="Calibri" panose="020F0502020204030204" pitchFamily="34" charset="0"/>
              </a:rPr>
              <a:t>Capco, a Wipro company, is a global management and technology consultancy specializing in driving transformation in the energy and financial services industries. Capco operates at the intersection of business and technology by combining innovative thinking with unrivalled industry knowledge to fast-track digital initiatives for banking and payments, capital markets, wealth and asset management, insurance, and the energy sector. Capco’s cutting-edge ingenuity is brought to life through its award-winning Be Yourself At Work culture and diverse talent. </a:t>
            </a:r>
          </a:p>
          <a:p>
            <a:pPr algn="l">
              <a:spcBef>
                <a:spcPts val="400"/>
              </a:spcBef>
            </a:pPr>
            <a:endParaRPr lang="en-US" altLang="en-US" sz="1000" b="0" i="0" noProof="0">
              <a:solidFill>
                <a:schemeClr val="bg1"/>
              </a:solidFill>
              <a:latin typeface="+mn-lt"/>
              <a:cs typeface="Calibri" panose="020F0502020204030204" pitchFamily="34" charset="0"/>
            </a:endParaRPr>
          </a:p>
          <a:p>
            <a:pPr marL="0" algn="l" defTabSz="914400" rtl="0" eaLnBrk="1" latinLnBrk="0" hangingPunct="1">
              <a:spcBef>
                <a:spcPts val="400"/>
              </a:spcBef>
            </a:pPr>
            <a:r>
              <a:rPr lang="en-US" altLang="en-US" sz="1000" b="1" i="0" kern="1200" noProof="0">
                <a:solidFill>
                  <a:schemeClr val="bg1"/>
                </a:solidFill>
                <a:latin typeface="+mn-lt"/>
                <a:ea typeface="+mn-ea"/>
                <a:cs typeface="Calibri" panose="020F0502020204030204" pitchFamily="34" charset="0"/>
              </a:rPr>
              <a:t>To learn more, visit </a:t>
            </a:r>
            <a:r>
              <a:rPr lang="en-US" altLang="en-US" sz="1000" b="1" i="0" kern="1200" noProof="0">
                <a:solidFill>
                  <a:schemeClr val="bg1"/>
                </a:solidFill>
                <a:latin typeface="+mn-lt"/>
                <a:ea typeface="+mn-ea"/>
                <a:cs typeface="Calibri" panose="020F0502020204030204" pitchFamily="34" charset="0"/>
                <a:hlinkClick r:id="rId4">
                  <a:extLst>
                    <a:ext uri="{A12FA001-AC4F-418D-AE19-62706E023703}">
                      <ahyp:hlinkClr xmlns:ahyp="http://schemas.microsoft.com/office/drawing/2018/hyperlinkcolor" val="tx"/>
                    </a:ext>
                  </a:extLst>
                </a:hlinkClick>
              </a:rPr>
              <a:t>www.capco.com</a:t>
            </a:r>
            <a:r>
              <a:rPr lang="en-US" altLang="en-US" sz="1000" b="1" i="0" kern="1200" noProof="0">
                <a:solidFill>
                  <a:schemeClr val="bg1"/>
                </a:solidFill>
                <a:latin typeface="+mn-lt"/>
                <a:ea typeface="+mn-ea"/>
                <a:cs typeface="Calibri" panose="020F0502020204030204" pitchFamily="34" charset="0"/>
              </a:rPr>
              <a:t> or follow us on LinkedIn, Instagram, Facebook, and YouTube.</a:t>
            </a:r>
          </a:p>
        </p:txBody>
      </p:sp>
      <p:sp>
        <p:nvSpPr>
          <p:cNvPr id="28" name="Rectangle 27">
            <a:extLst>
              <a:ext uri="{FF2B5EF4-FFF2-40B4-BE49-F238E27FC236}">
                <a16:creationId xmlns:a16="http://schemas.microsoft.com/office/drawing/2014/main" id="{88BBB86C-C755-F7F3-4B25-34EF20AB56B8}"/>
              </a:ext>
            </a:extLst>
          </p:cNvPr>
          <p:cNvSpPr/>
          <p:nvPr userDrawn="1"/>
        </p:nvSpPr>
        <p:spPr>
          <a:xfrm>
            <a:off x="1085548" y="3939409"/>
            <a:ext cx="6975424" cy="318924"/>
          </a:xfrm>
          <a:prstGeom prst="rect">
            <a:avLst/>
          </a:prstGeom>
        </p:spPr>
        <p:txBody>
          <a:bodyPr wrap="square" lIns="0" tIns="0" rIns="0" bIns="72000">
            <a:spAutoFit/>
          </a:bodyPr>
          <a:lstStyle/>
          <a:p>
            <a:pPr>
              <a:lnSpc>
                <a:spcPct val="80000"/>
              </a:lnSpc>
            </a:pPr>
            <a:r>
              <a:rPr lang="en-US" altLang="en-US" sz="2000" b="0" i="0" noProof="0">
                <a:solidFill>
                  <a:schemeClr val="bg1"/>
                </a:solidFill>
                <a:latin typeface="Century Gothic" panose="020B0502020202020204" pitchFamily="34" charset="0"/>
              </a:rPr>
              <a:t>Worldwide Offices</a:t>
            </a:r>
          </a:p>
        </p:txBody>
      </p:sp>
      <p:sp>
        <p:nvSpPr>
          <p:cNvPr id="30" name="TextBox 29">
            <a:extLst>
              <a:ext uri="{FF2B5EF4-FFF2-40B4-BE49-F238E27FC236}">
                <a16:creationId xmlns:a16="http://schemas.microsoft.com/office/drawing/2014/main" id="{B5B42D9F-BEA3-0BE4-6E22-D3B157940581}"/>
              </a:ext>
              <a:ext uri="{C183D7F6-B498-43B3-948B-1728B52AA6E4}">
                <adec:decorative xmlns:adec="http://schemas.microsoft.com/office/drawing/2017/decorative" val="1"/>
              </a:ext>
            </a:extLst>
          </p:cNvPr>
          <p:cNvSpPr txBox="1"/>
          <p:nvPr userDrawn="1"/>
        </p:nvSpPr>
        <p:spPr>
          <a:xfrm>
            <a:off x="550864" y="6610784"/>
            <a:ext cx="461962"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err="1">
                <a:ln>
                  <a:noFill/>
                </a:ln>
                <a:solidFill>
                  <a:schemeClr val="bg1">
                    <a:lumMod val="75000"/>
                  </a:schemeClr>
                </a:solidFill>
                <a:effectLst/>
                <a:uLnTx/>
                <a:uFillTx/>
                <a:latin typeface="+mn-lt"/>
                <a:cs typeface="Calibri" panose="020F0502020204030204" pitchFamily="34" charset="0"/>
              </a:rPr>
              <a:t>JN_xxxx</a:t>
            </a:r>
            <a:endParaRPr kumimoji="0" lang="en-US" sz="700" b="0" i="0" u="none" strike="noStrike" kern="1200" cap="none" spc="0" normalizeH="0" baseline="0" noProof="0">
              <a:ln>
                <a:noFill/>
              </a:ln>
              <a:solidFill>
                <a:schemeClr val="bg1">
                  <a:lumMod val="75000"/>
                </a:schemeClr>
              </a:solidFill>
              <a:effectLst/>
              <a:uLnTx/>
              <a:uFillTx/>
              <a:latin typeface="+mn-lt"/>
              <a:cs typeface="Calibri" panose="020F0502020204030204" pitchFamily="34" charset="0"/>
            </a:endParaRPr>
          </a:p>
        </p:txBody>
      </p:sp>
      <p:sp>
        <p:nvSpPr>
          <p:cNvPr id="31" name="TextBox 30">
            <a:extLst>
              <a:ext uri="{FF2B5EF4-FFF2-40B4-BE49-F238E27FC236}">
                <a16:creationId xmlns:a16="http://schemas.microsoft.com/office/drawing/2014/main" id="{DC8E7565-54BB-20BD-A8BA-674F3E693B69}"/>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
        <p:nvSpPr>
          <p:cNvPr id="32" name="TextBox 31">
            <a:extLst>
              <a:ext uri="{FF2B5EF4-FFF2-40B4-BE49-F238E27FC236}">
                <a16:creationId xmlns:a16="http://schemas.microsoft.com/office/drawing/2014/main" id="{65470763-2267-6B34-1BF6-7EE8BC3D432D}"/>
              </a:ext>
            </a:extLst>
          </p:cNvPr>
          <p:cNvSpPr txBox="1"/>
          <p:nvPr userDrawn="1"/>
        </p:nvSpPr>
        <p:spPr>
          <a:xfrm>
            <a:off x="1085549" y="4506777"/>
            <a:ext cx="8250455" cy="45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36000" rIns="0" bIns="0">
            <a:spAutoFit/>
          </a:bodyPr>
          <a:lstStyle>
            <a:defPPr>
              <a:defRPr lang="de-DE"/>
            </a:defPPr>
            <a:lvl1pPr>
              <a:spcBef>
                <a:spcPts val="400"/>
              </a:spcBef>
              <a:defRPr sz="1100">
                <a:cs typeface="Arial" pitchFamily="34" charset="0"/>
              </a:defRPr>
            </a:lvl1pPr>
            <a:lvl2pPr marL="742950" indent="-285750" eaLnBrk="0" hangingPunct="0">
              <a:defRPr>
                <a:latin typeface="Arial" pitchFamily="34" charset="0"/>
                <a:cs typeface="Arial" pitchFamily="34" charset="0"/>
              </a:defRPr>
            </a:lvl2pPr>
            <a:lvl3pPr marL="1143000" indent="-228600" eaLnBrk="0" hangingPunct="0">
              <a:defRPr>
                <a:latin typeface="Arial" pitchFamily="34" charset="0"/>
                <a:cs typeface="Arial" pitchFamily="34" charset="0"/>
              </a:defRPr>
            </a:lvl3pPr>
            <a:lvl4pPr marL="1600200" indent="-228600" eaLnBrk="0" hangingPunct="0">
              <a:defRPr>
                <a:latin typeface="Arial" pitchFamily="34" charset="0"/>
                <a:cs typeface="Arial" pitchFamily="34" charset="0"/>
              </a:defRPr>
            </a:lvl4pPr>
            <a:lvl5pPr marL="2057400" indent="-228600" eaLnBrk="0" hangingPunct="0">
              <a:defRPr>
                <a:latin typeface="Arial" pitchFamily="34" charset="0"/>
                <a:cs typeface="Arial" pitchFamily="34" charset="0"/>
              </a:defRPr>
            </a:lvl5pPr>
            <a:lvl6pPr marL="2514600" indent="-228600" eaLnBrk="0" fontAlgn="base" hangingPunct="0">
              <a:spcBef>
                <a:spcPct val="0"/>
              </a:spcBef>
              <a:spcAft>
                <a:spcPct val="0"/>
              </a:spcAft>
              <a:defRPr>
                <a:latin typeface="Arial" pitchFamily="34" charset="0"/>
                <a:cs typeface="Arial" pitchFamily="34" charset="0"/>
              </a:defRPr>
            </a:lvl6pPr>
            <a:lvl7pPr marL="2971800" indent="-228600" eaLnBrk="0" fontAlgn="base" hangingPunct="0">
              <a:spcBef>
                <a:spcPct val="0"/>
              </a:spcBef>
              <a:spcAft>
                <a:spcPct val="0"/>
              </a:spcAft>
              <a:defRPr>
                <a:latin typeface="Arial" pitchFamily="34" charset="0"/>
                <a:cs typeface="Arial" pitchFamily="34" charset="0"/>
              </a:defRPr>
            </a:lvl7pPr>
            <a:lvl8pPr marL="3429000" indent="-228600" eaLnBrk="0" fontAlgn="base" hangingPunct="0">
              <a:spcBef>
                <a:spcPct val="0"/>
              </a:spcBef>
              <a:spcAft>
                <a:spcPct val="0"/>
              </a:spcAft>
              <a:defRPr>
                <a:latin typeface="Arial" pitchFamily="34" charset="0"/>
                <a:cs typeface="Arial" pitchFamily="34" charset="0"/>
              </a:defRPr>
            </a:lvl8pPr>
            <a:lvl9pPr marL="3886200" indent="-228600" eaLnBrk="0" fontAlgn="base" hangingPunct="0">
              <a:spcBef>
                <a:spcPct val="0"/>
              </a:spcBef>
              <a:spcAft>
                <a:spcPct val="0"/>
              </a:spcAft>
              <a:defRPr>
                <a:latin typeface="Arial" pitchFamily="34" charset="0"/>
                <a:cs typeface="Arial" pitchFamily="34" charset="0"/>
              </a:defRPr>
            </a:lvl9pPr>
          </a:lstStyle>
          <a:p>
            <a:pPr marL="0" marR="0" lvl="0" indent="0" algn="l" defTabSz="1088014" rtl="0" eaLnBrk="1" fontAlgn="auto" latinLnBrk="0" hangingPunct="1">
              <a:lnSpc>
                <a:spcPct val="100000"/>
              </a:lnSpc>
              <a:spcBef>
                <a:spcPts val="0"/>
              </a:spcBef>
              <a:spcAft>
                <a:spcPts val="0"/>
              </a:spcAft>
              <a:buClrTx/>
              <a:buSzTx/>
              <a:buFontTx/>
              <a:buNone/>
              <a:tabLst/>
              <a:defRPr/>
            </a:pPr>
            <a:r>
              <a:rPr lang="en-US" altLang="en-US" sz="900" b="0" i="0" kern="1200" noProof="0">
                <a:solidFill>
                  <a:schemeClr val="bg1"/>
                </a:solidFill>
                <a:latin typeface="+mn-lt"/>
                <a:ea typeface="+mn-ea"/>
                <a:cs typeface="Calibri" panose="020F0502020204030204" pitchFamily="34" charset="0"/>
              </a:rPr>
              <a:t>Bengaluru - Electronic City </a:t>
            </a:r>
            <a:r>
              <a:rPr lang="en-US" altLang="en-US" sz="900" b="0" i="0" kern="1200" noProof="0">
                <a:solidFill>
                  <a:schemeClr val="bg1"/>
                </a:solidFill>
                <a:latin typeface="+mn-lt"/>
                <a:ea typeface="+mn-ea"/>
                <a:cs typeface="Calibri" panose="020F0502020204030204" pitchFamily="34" charset="0"/>
                <a:sym typeface="Wingdings"/>
              </a:rPr>
              <a:t> Bengaluru </a:t>
            </a:r>
            <a:r>
              <a:rPr lang="en-US" altLang="en-US" sz="900" b="0" i="0" kern="1200" noProof="0">
                <a:solidFill>
                  <a:schemeClr val="bg1"/>
                </a:solidFill>
                <a:latin typeface="+mn-lt"/>
                <a:ea typeface="+mn-ea"/>
                <a:cs typeface="Calibri" panose="020F0502020204030204" pitchFamily="34" charset="0"/>
              </a:rPr>
              <a:t>- Sarjapur Road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bg1"/>
                </a:solidFill>
                <a:latin typeface="+mn-lt"/>
                <a:ea typeface="+mn-ea"/>
                <a:cs typeface="Calibri" panose="020F0502020204030204" pitchFamily="34" charset="0"/>
                <a:sym typeface="Wingdings"/>
              </a:rPr>
              <a:t>Bangkok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Berlin  </a:t>
            </a:r>
            <a:r>
              <a:rPr lang="en-US" altLang="en-US" sz="900" b="0" i="0" kern="1200" noProof="0">
                <a:solidFill>
                  <a:schemeClr val="bg1"/>
                </a:solidFill>
                <a:latin typeface="+mn-lt"/>
                <a:ea typeface="+mn-ea"/>
                <a:cs typeface="Calibri" panose="020F0502020204030204" pitchFamily="34" charset="0"/>
              </a:rPr>
              <a:t>Bratislava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bg1"/>
                </a:solidFill>
                <a:latin typeface="+mn-lt"/>
                <a:ea typeface="+mn-ea"/>
                <a:cs typeface="Calibri" panose="020F0502020204030204" pitchFamily="34" charset="0"/>
              </a:rPr>
              <a:t>Brussels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sz="900" b="0" i="0" noProof="0">
                <a:solidFill>
                  <a:schemeClr val="bg1"/>
                </a:solidFill>
                <a:latin typeface="+mn-lt"/>
                <a:ea typeface="Arial" charset="0"/>
                <a:cs typeface="Calibri" panose="020F0502020204030204" pitchFamily="34" charset="0"/>
              </a:rPr>
              <a:t>Charlotte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a:t>
            </a:r>
            <a:r>
              <a:rPr lang="en-US" sz="900" b="0" i="0" kern="1200" noProof="0">
                <a:solidFill>
                  <a:schemeClr val="bg1"/>
                </a:solidFill>
                <a:latin typeface="+mn-lt"/>
                <a:ea typeface="Arial" charset="0"/>
                <a:cs typeface="Calibri" panose="020F0502020204030204" pitchFamily="34" charset="0"/>
              </a:rPr>
              <a:t> Chennai</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rPr>
              <a:t>Chicago</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rPr>
              <a:t>Dallas</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p>
          <a:p>
            <a:pPr marL="0" marR="0" lvl="0" indent="0" algn="l" defTabSz="1088014" rtl="0" eaLnBrk="1" fontAlgn="auto" latinLnBrk="0" hangingPunct="1">
              <a:lnSpc>
                <a:spcPct val="100000"/>
              </a:lnSpc>
              <a:spcBef>
                <a:spcPts val="0"/>
              </a:spcBef>
              <a:spcAft>
                <a:spcPts val="0"/>
              </a:spcAft>
              <a:buClrTx/>
              <a:buSzTx/>
              <a:buFontTx/>
              <a:buNone/>
              <a:tabLst/>
              <a:defRPr/>
            </a:pP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Dubai</a:t>
            </a:r>
            <a:r>
              <a:rPr lang="en-US" altLang="en-US" sz="900" b="0" i="0" kern="1200" noProof="0">
                <a:solidFill>
                  <a:schemeClr val="bg1"/>
                </a:solidFill>
                <a:latin typeface="+mn-lt"/>
                <a:ea typeface="+mn-ea"/>
                <a:cs typeface="Calibri" panose="020F0502020204030204" pitchFamily="34" charset="0"/>
              </a:rPr>
              <a:t>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bg1"/>
                </a:solidFill>
                <a:latin typeface="+mn-lt"/>
                <a:ea typeface="+mn-ea"/>
                <a:cs typeface="Calibri" panose="020F0502020204030204" pitchFamily="34" charset="0"/>
              </a:rPr>
              <a:t>Dusseldorf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bg1"/>
                </a:solidFill>
                <a:latin typeface="+mn-lt"/>
                <a:ea typeface="+mn-ea"/>
                <a:cs typeface="Calibri" panose="020F0502020204030204" pitchFamily="34" charset="0"/>
              </a:rPr>
              <a:t>Edinburgh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bg1"/>
                </a:solidFill>
                <a:latin typeface="+mn-lt"/>
                <a:ea typeface="+mn-ea"/>
                <a:cs typeface="Calibri" panose="020F0502020204030204" pitchFamily="34" charset="0"/>
              </a:rPr>
              <a:t>Frankfurt</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rPr>
              <a:t>Geneva</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Glasgow  </a:t>
            </a:r>
            <a:r>
              <a:rPr lang="en-US" sz="900">
                <a:solidFill>
                  <a:schemeClr val="bg1"/>
                </a:solidFill>
                <a:effectLst/>
                <a:latin typeface="+mn-lt"/>
                <a:ea typeface="Calibri" panose="020F0502020204030204" pitchFamily="34" charset="0"/>
              </a:rPr>
              <a:t>Gurugram</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sk-SK" sz="900" b="0" i="0" u="none" strike="noStrike">
                <a:solidFill>
                  <a:schemeClr val="bg1"/>
                </a:solidFill>
                <a:latin typeface="+mn-lt"/>
              </a:rPr>
              <a:t> </a:t>
            </a:r>
            <a:r>
              <a:rPr lang="en-US" altLang="en-US" sz="900" b="0" i="0" kern="1200" noProof="0">
                <a:solidFill>
                  <a:schemeClr val="bg1"/>
                </a:solidFill>
                <a:latin typeface="+mn-lt"/>
                <a:ea typeface="+mn-ea"/>
                <a:cs typeface="Calibri" panose="020F0502020204030204" pitchFamily="34" charset="0"/>
              </a:rPr>
              <a:t>Hong Kong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bg1"/>
                </a:solidFill>
                <a:latin typeface="+mn-lt"/>
                <a:ea typeface="+mn-ea"/>
                <a:cs typeface="Calibri" panose="020F0502020204030204" pitchFamily="34" charset="0"/>
              </a:rPr>
              <a:t>Houston</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Hyderabad  </a:t>
            </a:r>
            <a:r>
              <a:rPr lang="en-US" altLang="en-US" sz="900" b="0" i="0" kern="1200" noProof="0">
                <a:solidFill>
                  <a:schemeClr val="bg1"/>
                </a:solidFill>
                <a:latin typeface="+mn-lt"/>
                <a:ea typeface="+mn-ea"/>
                <a:cs typeface="Calibri" panose="020F0502020204030204" pitchFamily="34" charset="0"/>
              </a:rPr>
              <a:t>Kuala Lumpur</a:t>
            </a:r>
          </a:p>
          <a:p>
            <a:pPr marL="0" marR="0" lvl="0" indent="0" algn="l" defTabSz="1088014" rtl="0" eaLnBrk="1" fontAlgn="auto" latinLnBrk="0" hangingPunct="1">
              <a:lnSpc>
                <a:spcPct val="100000"/>
              </a:lnSpc>
              <a:spcBef>
                <a:spcPts val="0"/>
              </a:spcBef>
              <a:spcAft>
                <a:spcPts val="0"/>
              </a:spcAft>
              <a:buClrTx/>
              <a:buSzTx/>
              <a:buFontTx/>
              <a:buNone/>
              <a:tabLst/>
              <a:defRPr/>
            </a:pPr>
            <a:r>
              <a:rPr lang="en-US" altLang="en-US" sz="900" b="0" i="0" kern="1200" noProof="0">
                <a:solidFill>
                  <a:schemeClr val="bg1"/>
                </a:solidFill>
                <a:latin typeface="+mn-lt"/>
                <a:ea typeface="+mn-ea"/>
                <a:cs typeface="Calibri" panose="020F0502020204030204" pitchFamily="34" charset="0"/>
              </a:rPr>
              <a:t>London</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sym typeface="Wingdings"/>
              </a:rPr>
              <a:t>Milan</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sz="900">
                <a:solidFill>
                  <a:schemeClr val="bg1"/>
                </a:solidFill>
                <a:effectLst/>
                <a:latin typeface="+mn-lt"/>
                <a:ea typeface="Calibri" panose="020F0502020204030204" pitchFamily="34" charset="0"/>
              </a:rPr>
              <a:t>Mumbai</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bg1"/>
                </a:solidFill>
                <a:latin typeface="+mn-lt"/>
                <a:ea typeface="+mn-ea"/>
                <a:cs typeface="Calibri" panose="020F0502020204030204" pitchFamily="34" charset="0"/>
                <a:sym typeface="Wingdings"/>
              </a:rPr>
              <a:t> </a:t>
            </a:r>
            <a:r>
              <a:rPr lang="en-US" altLang="en-US" sz="900" b="0" i="0" kern="1200" noProof="0">
                <a:solidFill>
                  <a:schemeClr val="bg1"/>
                </a:solidFill>
                <a:latin typeface="+mn-lt"/>
                <a:ea typeface="+mn-ea"/>
                <a:cs typeface="Calibri" panose="020F0502020204030204" pitchFamily="34" charset="0"/>
              </a:rPr>
              <a:t>New York</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rPr>
              <a:t>Orlando</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rPr>
              <a:t>Paris</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sz="900" b="0" i="0" u="none" baseline="0" noProof="0">
                <a:solidFill>
                  <a:schemeClr val="bg1"/>
                </a:solidFill>
                <a:latin typeface="+mn-lt"/>
                <a:cs typeface="Calibri" panose="020F0502020204030204" pitchFamily="34" charset="0"/>
              </a:rPr>
              <a:t>Pune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São Paulo  </a:t>
            </a:r>
            <a:r>
              <a:rPr lang="en-US" altLang="en-US" sz="900" b="0" i="0" kern="1200" noProof="0">
                <a:solidFill>
                  <a:schemeClr val="bg1"/>
                </a:solidFill>
                <a:latin typeface="+mn-lt"/>
                <a:ea typeface="+mn-ea"/>
                <a:cs typeface="Calibri" panose="020F0502020204030204" pitchFamily="34" charset="0"/>
              </a:rPr>
              <a:t>Singapore</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rPr>
              <a:t>Toronto</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rPr>
              <a:t>Vienna</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Warsaw</a:t>
            </a:r>
            <a:r>
              <a:rPr lang="en-US" altLang="en-US" sz="900" b="0" i="0" kern="1200" noProof="0">
                <a:solidFill>
                  <a:schemeClr val="bg1"/>
                </a:solidFill>
                <a:latin typeface="+mn-lt"/>
                <a:ea typeface="+mn-ea"/>
                <a:cs typeface="Calibri" panose="020F0502020204030204" pitchFamily="34" charset="0"/>
              </a:rPr>
              <a:t> </a:t>
            </a:r>
            <a:r>
              <a:rPr lang="en-US" altLang="en-US" sz="900" b="0" i="0" kern="1200" noProof="0">
                <a:solidFill>
                  <a:schemeClr val="bg1"/>
                </a:solidFill>
                <a:latin typeface="+mn-lt"/>
                <a:ea typeface="+mn-ea"/>
                <a:cs typeface="Calibri" panose="020F0502020204030204" pitchFamily="34" charset="0"/>
                <a:sym typeface="Wingdings"/>
              </a:rPr>
              <a:t> </a:t>
            </a:r>
            <a:r>
              <a:rPr lang="en-US" altLang="en-US" sz="900" b="0" i="0" kern="1200" noProof="0">
                <a:solidFill>
                  <a:schemeClr val="bg1"/>
                </a:solidFill>
                <a:latin typeface="+mn-lt"/>
                <a:ea typeface="+mn-ea"/>
                <a:cs typeface="Calibri" panose="020F0502020204030204" pitchFamily="34" charset="0"/>
              </a:rPr>
              <a:t>Zurich</a:t>
            </a:r>
          </a:p>
        </p:txBody>
      </p:sp>
      <p:grpSp>
        <p:nvGrpSpPr>
          <p:cNvPr id="2" name="Group 1">
            <a:extLst>
              <a:ext uri="{FF2B5EF4-FFF2-40B4-BE49-F238E27FC236}">
                <a16:creationId xmlns:a16="http://schemas.microsoft.com/office/drawing/2014/main" id="{39DE8469-FAFB-C7A4-E2F5-135E9855E304}"/>
              </a:ext>
              <a:ext uri="{C183D7F6-B498-43B3-948B-1728B52AA6E4}">
                <adec:decorative xmlns:adec="http://schemas.microsoft.com/office/drawing/2017/decorative" val="1"/>
              </a:ext>
            </a:extLst>
          </p:cNvPr>
          <p:cNvGrpSpPr/>
          <p:nvPr userDrawn="1"/>
        </p:nvGrpSpPr>
        <p:grpSpPr>
          <a:xfrm>
            <a:off x="1085548" y="5530216"/>
            <a:ext cx="1263400" cy="524118"/>
            <a:chOff x="1085548" y="5530216"/>
            <a:chExt cx="1263400" cy="524118"/>
          </a:xfrm>
        </p:grpSpPr>
        <p:grpSp>
          <p:nvGrpSpPr>
            <p:cNvPr id="3" name="Group 2">
              <a:extLst>
                <a:ext uri="{FF2B5EF4-FFF2-40B4-BE49-F238E27FC236}">
                  <a16:creationId xmlns:a16="http://schemas.microsoft.com/office/drawing/2014/main" id="{255594C6-89F3-B7C0-203B-242A8AF58D61}"/>
                </a:ext>
              </a:extLst>
            </p:cNvPr>
            <p:cNvGrpSpPr/>
            <p:nvPr userDrawn="1"/>
          </p:nvGrpSpPr>
          <p:grpSpPr>
            <a:xfrm>
              <a:off x="1085548" y="5803324"/>
              <a:ext cx="1263400" cy="251010"/>
              <a:chOff x="1085548" y="5803324"/>
              <a:chExt cx="1263400" cy="251010"/>
            </a:xfrm>
          </p:grpSpPr>
          <p:pic>
            <p:nvPicPr>
              <p:cNvPr id="6" name="Graphic 5">
                <a:hlinkClick r:id="rId5"/>
                <a:extLst>
                  <a:ext uri="{FF2B5EF4-FFF2-40B4-BE49-F238E27FC236}">
                    <a16:creationId xmlns:a16="http://schemas.microsoft.com/office/drawing/2014/main" id="{D20A4CF6-EA85-9C90-641C-858FB17F73DE}"/>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804609" y="5803324"/>
                <a:ext cx="133872" cy="251010"/>
              </a:xfrm>
              <a:prstGeom prst="rect">
                <a:avLst/>
              </a:prstGeom>
            </p:spPr>
          </p:pic>
          <p:pic>
            <p:nvPicPr>
              <p:cNvPr id="8" name="Graphic 7">
                <a:hlinkClick r:id="rId8"/>
                <a:extLst>
                  <a:ext uri="{FF2B5EF4-FFF2-40B4-BE49-F238E27FC236}">
                    <a16:creationId xmlns:a16="http://schemas.microsoft.com/office/drawing/2014/main" id="{A2B1786C-9068-A50F-2D89-D49E2584ABB6}"/>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2080057" y="5827994"/>
                <a:ext cx="268891" cy="201669"/>
              </a:xfrm>
              <a:prstGeom prst="rect">
                <a:avLst/>
              </a:prstGeom>
            </p:spPr>
          </p:pic>
          <p:pic>
            <p:nvPicPr>
              <p:cNvPr id="9" name="Graphic 8">
                <a:hlinkClick r:id="rId11"/>
                <a:extLst>
                  <a:ext uri="{FF2B5EF4-FFF2-40B4-BE49-F238E27FC236}">
                    <a16:creationId xmlns:a16="http://schemas.microsoft.com/office/drawing/2014/main" id="{0E6ADE53-C73A-57ED-988B-E846F58EEB71}"/>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1443776" y="5811891"/>
                <a:ext cx="219258" cy="233875"/>
              </a:xfrm>
              <a:prstGeom prst="rect">
                <a:avLst/>
              </a:prstGeom>
            </p:spPr>
          </p:pic>
          <p:pic>
            <p:nvPicPr>
              <p:cNvPr id="11" name="Graphic 10">
                <a:hlinkClick r:id="rId14"/>
                <a:extLst>
                  <a:ext uri="{FF2B5EF4-FFF2-40B4-BE49-F238E27FC236}">
                    <a16:creationId xmlns:a16="http://schemas.microsoft.com/office/drawing/2014/main" id="{6274DDA1-182E-BC67-79B8-EAAAFC2B13EE}"/>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085548" y="5820502"/>
                <a:ext cx="216653" cy="216653"/>
              </a:xfrm>
              <a:prstGeom prst="rect">
                <a:avLst/>
              </a:prstGeom>
            </p:spPr>
          </p:pic>
        </p:grpSp>
        <p:pic>
          <p:nvPicPr>
            <p:cNvPr id="4" name="Graphic 3">
              <a:hlinkClick r:id="rId17"/>
              <a:extLst>
                <a:ext uri="{FF2B5EF4-FFF2-40B4-BE49-F238E27FC236}">
                  <a16:creationId xmlns:a16="http://schemas.microsoft.com/office/drawing/2014/main" id="{BB965C42-A8F1-2FAB-3E36-B8CFAFEAD029}"/>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1085548" y="5530216"/>
              <a:ext cx="1263400" cy="178362"/>
            </a:xfrm>
            <a:prstGeom prst="rect">
              <a:avLst/>
            </a:prstGeom>
          </p:spPr>
        </p:pic>
      </p:grpSp>
    </p:spTree>
    <p:extLst>
      <p:ext uri="{BB962C8B-B14F-4D97-AF65-F5344CB8AC3E}">
        <p14:creationId xmlns:p14="http://schemas.microsoft.com/office/powerpoint/2010/main" val="41135000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Closing Slide 3">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8B61383E-235E-48DC-AB2E-4EFF568D4204}"/>
              </a:ext>
              <a:ext uri="{C183D7F6-B498-43B3-948B-1728B52AA6E4}">
                <adec:decorative xmlns:adec="http://schemas.microsoft.com/office/drawing/2017/decorative" val="1"/>
              </a:ext>
            </a:extLst>
          </p:cNvPr>
          <p:cNvPicPr>
            <a:picLocks/>
          </p:cNvPicPr>
          <p:nvPr userDrawn="1"/>
        </p:nvPicPr>
        <p:blipFill rotWithShape="1">
          <a:blip r:embed="rId2" cstate="screen">
            <a:alphaModFix amt="75000"/>
            <a:extLst>
              <a:ext uri="{28A0092B-C50C-407E-A947-70E740481C1C}">
                <a14:useLocalDpi xmlns:a14="http://schemas.microsoft.com/office/drawing/2010/main"/>
              </a:ext>
            </a:extLst>
          </a:blip>
          <a:srcRect l="733" t="807" b="74"/>
          <a:stretch/>
        </p:blipFill>
        <p:spPr>
          <a:xfrm>
            <a:off x="0" y="0"/>
            <a:ext cx="12192000" cy="6858000"/>
          </a:xfrm>
          <a:prstGeom prst="rect">
            <a:avLst/>
          </a:prstGeom>
        </p:spPr>
      </p:pic>
      <p:pic>
        <p:nvPicPr>
          <p:cNvPr id="2" name="Graphic 1">
            <a:extLst>
              <a:ext uri="{FF2B5EF4-FFF2-40B4-BE49-F238E27FC236}">
                <a16:creationId xmlns:a16="http://schemas.microsoft.com/office/drawing/2014/main" id="{D3187B6E-D7C2-4130-2D78-6B5E27483E31}"/>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591446" y="5451047"/>
            <a:ext cx="1515005" cy="768653"/>
          </a:xfrm>
          <a:prstGeom prst="rect">
            <a:avLst/>
          </a:prstGeom>
        </p:spPr>
      </p:pic>
      <p:cxnSp>
        <p:nvCxnSpPr>
          <p:cNvPr id="26" name="Straight Connector 25">
            <a:extLst>
              <a:ext uri="{FF2B5EF4-FFF2-40B4-BE49-F238E27FC236}">
                <a16:creationId xmlns:a16="http://schemas.microsoft.com/office/drawing/2014/main" id="{2B205D62-B276-2F3C-783A-711D2275AE75}"/>
              </a:ext>
              <a:ext uri="{C183D7F6-B498-43B3-948B-1728B52AA6E4}">
                <adec:decorative xmlns:adec="http://schemas.microsoft.com/office/drawing/2017/decorative" val="1"/>
              </a:ext>
            </a:extLst>
          </p:cNvPr>
          <p:cNvCxnSpPr>
            <a:cxnSpLocks/>
          </p:cNvCxnSpPr>
          <p:nvPr userDrawn="1"/>
        </p:nvCxnSpPr>
        <p:spPr>
          <a:xfrm>
            <a:off x="1085548" y="1628775"/>
            <a:ext cx="1712421"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F7A6451-F3FE-A4F8-B4F5-9C3E4DFF75FF}"/>
              </a:ext>
              <a:ext uri="{C183D7F6-B498-43B3-948B-1728B52AA6E4}">
                <adec:decorative xmlns:adec="http://schemas.microsoft.com/office/drawing/2017/decorative" val="1"/>
              </a:ext>
            </a:extLst>
          </p:cNvPr>
          <p:cNvCxnSpPr>
            <a:cxnSpLocks/>
          </p:cNvCxnSpPr>
          <p:nvPr userDrawn="1"/>
        </p:nvCxnSpPr>
        <p:spPr>
          <a:xfrm>
            <a:off x="1085548" y="4258333"/>
            <a:ext cx="2235502"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7299CB65-8282-9287-095B-9EC0167AA9AE}"/>
              </a:ext>
            </a:extLst>
          </p:cNvPr>
          <p:cNvSpPr/>
          <p:nvPr userDrawn="1"/>
        </p:nvSpPr>
        <p:spPr>
          <a:xfrm>
            <a:off x="1085548" y="1309851"/>
            <a:ext cx="8250455" cy="318924"/>
          </a:xfrm>
          <a:prstGeom prst="rect">
            <a:avLst/>
          </a:prstGeom>
        </p:spPr>
        <p:txBody>
          <a:bodyPr wrap="square" lIns="0" tIns="0" rIns="0" bIns="72000">
            <a:spAutoFit/>
          </a:bodyPr>
          <a:lstStyle/>
          <a:p>
            <a:pPr>
              <a:lnSpc>
                <a:spcPct val="80000"/>
              </a:lnSpc>
            </a:pPr>
            <a:r>
              <a:rPr lang="en-US" altLang="en-US" sz="2000" b="0" i="0" noProof="0">
                <a:solidFill>
                  <a:schemeClr val="tx1"/>
                </a:solidFill>
                <a:latin typeface="Century Gothic" panose="020B0502020202020204" pitchFamily="34" charset="0"/>
              </a:rPr>
              <a:t>About Capco</a:t>
            </a:r>
          </a:p>
        </p:txBody>
      </p:sp>
      <p:sp>
        <p:nvSpPr>
          <p:cNvPr id="14" name="Rectangle 1">
            <a:extLst>
              <a:ext uri="{FF2B5EF4-FFF2-40B4-BE49-F238E27FC236}">
                <a16:creationId xmlns:a16="http://schemas.microsoft.com/office/drawing/2014/main" id="{5F745CE0-5AB4-F911-C54A-AAD134D553B8}"/>
              </a:ext>
            </a:extLst>
          </p:cNvPr>
          <p:cNvSpPr>
            <a:spLocks noChangeArrowheads="1"/>
          </p:cNvSpPr>
          <p:nvPr userDrawn="1"/>
        </p:nvSpPr>
        <p:spPr bwMode="auto">
          <a:xfrm>
            <a:off x="1085548" y="1892514"/>
            <a:ext cx="8250455" cy="1216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36000" rIns="0" bIns="0">
            <a:spAutoFit/>
          </a:bodyPr>
          <a:lstStyle/>
          <a:p>
            <a:pPr algn="l">
              <a:spcBef>
                <a:spcPts val="400"/>
              </a:spcBef>
            </a:pPr>
            <a:r>
              <a:rPr lang="en-US" altLang="en-US" sz="1000" b="0" i="0" noProof="0">
                <a:solidFill>
                  <a:schemeClr val="accent3"/>
                </a:solidFill>
                <a:latin typeface="+mn-lt"/>
                <a:cs typeface="Calibri" panose="020F0502020204030204" pitchFamily="34" charset="0"/>
              </a:rPr>
              <a:t>Capco, a Wipro company, is a global management and technology consultancy specializing in driving transformation in the energy and financial services industries. Capco operates at the intersection of business and technology by combining innovative thinking with unrivalled industry knowledge to fast-track digital initiatives for banking and payments, capital markets, wealth and asset management, insurance, and the energy sector. Capco’s cutting-edge ingenuity is brought to life through its award-winning Be Yourself At Work culture and diverse talent. </a:t>
            </a:r>
          </a:p>
          <a:p>
            <a:pPr algn="l">
              <a:spcBef>
                <a:spcPts val="400"/>
              </a:spcBef>
            </a:pPr>
            <a:endParaRPr lang="en-US" altLang="en-US" sz="1000" b="0" i="0" noProof="0">
              <a:solidFill>
                <a:schemeClr val="accent3"/>
              </a:solidFill>
              <a:latin typeface="+mn-lt"/>
              <a:cs typeface="Calibri" panose="020F0502020204030204" pitchFamily="34" charset="0"/>
            </a:endParaRPr>
          </a:p>
          <a:p>
            <a:pPr marL="0" algn="l" defTabSz="914400" rtl="0" eaLnBrk="1" latinLnBrk="0" hangingPunct="1">
              <a:spcBef>
                <a:spcPts val="400"/>
              </a:spcBef>
            </a:pPr>
            <a:r>
              <a:rPr lang="en-US" altLang="en-US" sz="1000" b="1" i="0" kern="1200" noProof="0">
                <a:solidFill>
                  <a:schemeClr val="accent3"/>
                </a:solidFill>
                <a:latin typeface="+mn-lt"/>
                <a:ea typeface="+mn-ea"/>
                <a:cs typeface="Calibri" panose="020F0502020204030204" pitchFamily="34" charset="0"/>
              </a:rPr>
              <a:t>To learn more, visit </a:t>
            </a:r>
            <a:r>
              <a:rPr lang="en-US" altLang="en-US" sz="1000" b="1" i="0" kern="1200" noProof="0">
                <a:solidFill>
                  <a:schemeClr val="accent3"/>
                </a:solidFill>
                <a:latin typeface="+mn-lt"/>
                <a:ea typeface="+mn-ea"/>
                <a:cs typeface="Calibri" panose="020F0502020204030204" pitchFamily="34" charset="0"/>
                <a:hlinkClick r:id="rId5">
                  <a:extLst>
                    <a:ext uri="{A12FA001-AC4F-418D-AE19-62706E023703}">
                      <ahyp:hlinkClr xmlns:ahyp="http://schemas.microsoft.com/office/drawing/2018/hyperlinkcolor" val="tx"/>
                    </a:ext>
                  </a:extLst>
                </a:hlinkClick>
              </a:rPr>
              <a:t>www.capco.com</a:t>
            </a:r>
            <a:r>
              <a:rPr lang="en-US" altLang="en-US" sz="1000" b="1" i="0" kern="1200" noProof="0">
                <a:solidFill>
                  <a:schemeClr val="accent3"/>
                </a:solidFill>
                <a:latin typeface="+mn-lt"/>
                <a:ea typeface="+mn-ea"/>
                <a:cs typeface="Calibri" panose="020F0502020204030204" pitchFamily="34" charset="0"/>
              </a:rPr>
              <a:t> or follow us on LinkedIn, Instagram, Facebook, and YouTube.</a:t>
            </a:r>
          </a:p>
        </p:txBody>
      </p:sp>
      <p:sp>
        <p:nvSpPr>
          <p:cNvPr id="31" name="Rectangle 30">
            <a:extLst>
              <a:ext uri="{FF2B5EF4-FFF2-40B4-BE49-F238E27FC236}">
                <a16:creationId xmlns:a16="http://schemas.microsoft.com/office/drawing/2014/main" id="{09BDC9DD-37B8-5FB9-A05C-7718665765C2}"/>
              </a:ext>
            </a:extLst>
          </p:cNvPr>
          <p:cNvSpPr/>
          <p:nvPr userDrawn="1"/>
        </p:nvSpPr>
        <p:spPr>
          <a:xfrm>
            <a:off x="1085548" y="3939409"/>
            <a:ext cx="8250455" cy="318924"/>
          </a:xfrm>
          <a:prstGeom prst="rect">
            <a:avLst/>
          </a:prstGeom>
        </p:spPr>
        <p:txBody>
          <a:bodyPr wrap="square" lIns="0" tIns="0" rIns="0" bIns="72000">
            <a:spAutoFit/>
          </a:bodyPr>
          <a:lstStyle/>
          <a:p>
            <a:pPr>
              <a:lnSpc>
                <a:spcPct val="80000"/>
              </a:lnSpc>
            </a:pPr>
            <a:r>
              <a:rPr lang="en-US" altLang="en-US" sz="2000" b="0" i="0" noProof="0">
                <a:solidFill>
                  <a:schemeClr val="tx1"/>
                </a:solidFill>
                <a:latin typeface="Century Gothic" panose="020B0502020202020204" pitchFamily="34" charset="0"/>
              </a:rPr>
              <a:t>Worldwide Offices</a:t>
            </a:r>
          </a:p>
        </p:txBody>
      </p:sp>
      <p:sp>
        <p:nvSpPr>
          <p:cNvPr id="32" name="TextBox 31">
            <a:extLst>
              <a:ext uri="{FF2B5EF4-FFF2-40B4-BE49-F238E27FC236}">
                <a16:creationId xmlns:a16="http://schemas.microsoft.com/office/drawing/2014/main" id="{03F6CFF1-26B1-6E02-BC92-CD6E3248A039}"/>
              </a:ext>
              <a:ext uri="{C183D7F6-B498-43B3-948B-1728B52AA6E4}">
                <adec:decorative xmlns:adec="http://schemas.microsoft.com/office/drawing/2017/decorative" val="1"/>
              </a:ext>
            </a:extLst>
          </p:cNvPr>
          <p:cNvSpPr txBox="1"/>
          <p:nvPr userDrawn="1"/>
        </p:nvSpPr>
        <p:spPr>
          <a:xfrm>
            <a:off x="550864" y="6610784"/>
            <a:ext cx="461962"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err="1">
                <a:ln>
                  <a:noFill/>
                </a:ln>
                <a:solidFill>
                  <a:schemeClr val="bg1">
                    <a:lumMod val="75000"/>
                  </a:schemeClr>
                </a:solidFill>
                <a:effectLst/>
                <a:uLnTx/>
                <a:uFillTx/>
                <a:latin typeface="+mn-lt"/>
                <a:cs typeface="Calibri" panose="020F0502020204030204" pitchFamily="34" charset="0"/>
              </a:rPr>
              <a:t>JN_xxxx</a:t>
            </a:r>
            <a:endParaRPr kumimoji="0" lang="en-US" sz="700" b="0" i="0" u="none" strike="noStrike" kern="1200" cap="none" spc="0" normalizeH="0" baseline="0" noProof="0">
              <a:ln>
                <a:noFill/>
              </a:ln>
              <a:solidFill>
                <a:schemeClr val="bg1">
                  <a:lumMod val="75000"/>
                </a:schemeClr>
              </a:solidFill>
              <a:effectLst/>
              <a:uLnTx/>
              <a:uFillTx/>
              <a:latin typeface="+mn-lt"/>
              <a:cs typeface="Calibri" panose="020F0502020204030204" pitchFamily="34" charset="0"/>
            </a:endParaRPr>
          </a:p>
        </p:txBody>
      </p:sp>
      <p:sp>
        <p:nvSpPr>
          <p:cNvPr id="33" name="TextBox 32">
            <a:extLst>
              <a:ext uri="{FF2B5EF4-FFF2-40B4-BE49-F238E27FC236}">
                <a16:creationId xmlns:a16="http://schemas.microsoft.com/office/drawing/2014/main" id="{1F6200D1-22F0-BD2F-81AB-4ECFEAAC1C58}"/>
              </a:ext>
            </a:extLst>
          </p:cNvPr>
          <p:cNvSpPr txBox="1"/>
          <p:nvPr userDrawn="1"/>
        </p:nvSpPr>
        <p:spPr>
          <a:xfrm>
            <a:off x="1085549" y="4506777"/>
            <a:ext cx="8250455" cy="45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36000" rIns="0" bIns="0">
            <a:spAutoFit/>
          </a:bodyPr>
          <a:lstStyle>
            <a:defPPr>
              <a:defRPr lang="de-DE"/>
            </a:defPPr>
            <a:lvl1pPr>
              <a:spcBef>
                <a:spcPts val="400"/>
              </a:spcBef>
              <a:defRPr sz="1100">
                <a:cs typeface="Arial" pitchFamily="34" charset="0"/>
              </a:defRPr>
            </a:lvl1pPr>
            <a:lvl2pPr marL="742950" indent="-285750" eaLnBrk="0" hangingPunct="0">
              <a:defRPr>
                <a:latin typeface="Arial" pitchFamily="34" charset="0"/>
                <a:cs typeface="Arial" pitchFamily="34" charset="0"/>
              </a:defRPr>
            </a:lvl2pPr>
            <a:lvl3pPr marL="1143000" indent="-228600" eaLnBrk="0" hangingPunct="0">
              <a:defRPr>
                <a:latin typeface="Arial" pitchFamily="34" charset="0"/>
                <a:cs typeface="Arial" pitchFamily="34" charset="0"/>
              </a:defRPr>
            </a:lvl3pPr>
            <a:lvl4pPr marL="1600200" indent="-228600" eaLnBrk="0" hangingPunct="0">
              <a:defRPr>
                <a:latin typeface="Arial" pitchFamily="34" charset="0"/>
                <a:cs typeface="Arial" pitchFamily="34" charset="0"/>
              </a:defRPr>
            </a:lvl4pPr>
            <a:lvl5pPr marL="2057400" indent="-228600" eaLnBrk="0" hangingPunct="0">
              <a:defRPr>
                <a:latin typeface="Arial" pitchFamily="34" charset="0"/>
                <a:cs typeface="Arial" pitchFamily="34" charset="0"/>
              </a:defRPr>
            </a:lvl5pPr>
            <a:lvl6pPr marL="2514600" indent="-228600" eaLnBrk="0" fontAlgn="base" hangingPunct="0">
              <a:spcBef>
                <a:spcPct val="0"/>
              </a:spcBef>
              <a:spcAft>
                <a:spcPct val="0"/>
              </a:spcAft>
              <a:defRPr>
                <a:latin typeface="Arial" pitchFamily="34" charset="0"/>
                <a:cs typeface="Arial" pitchFamily="34" charset="0"/>
              </a:defRPr>
            </a:lvl6pPr>
            <a:lvl7pPr marL="2971800" indent="-228600" eaLnBrk="0" fontAlgn="base" hangingPunct="0">
              <a:spcBef>
                <a:spcPct val="0"/>
              </a:spcBef>
              <a:spcAft>
                <a:spcPct val="0"/>
              </a:spcAft>
              <a:defRPr>
                <a:latin typeface="Arial" pitchFamily="34" charset="0"/>
                <a:cs typeface="Arial" pitchFamily="34" charset="0"/>
              </a:defRPr>
            </a:lvl7pPr>
            <a:lvl8pPr marL="3429000" indent="-228600" eaLnBrk="0" fontAlgn="base" hangingPunct="0">
              <a:spcBef>
                <a:spcPct val="0"/>
              </a:spcBef>
              <a:spcAft>
                <a:spcPct val="0"/>
              </a:spcAft>
              <a:defRPr>
                <a:latin typeface="Arial" pitchFamily="34" charset="0"/>
                <a:cs typeface="Arial" pitchFamily="34" charset="0"/>
              </a:defRPr>
            </a:lvl8pPr>
            <a:lvl9pPr marL="3886200" indent="-228600" eaLnBrk="0" fontAlgn="base" hangingPunct="0">
              <a:spcBef>
                <a:spcPct val="0"/>
              </a:spcBef>
              <a:spcAft>
                <a:spcPct val="0"/>
              </a:spcAft>
              <a:defRPr>
                <a:latin typeface="Arial" pitchFamily="34" charset="0"/>
                <a:cs typeface="Arial" pitchFamily="34" charset="0"/>
              </a:defRPr>
            </a:lvl9pPr>
          </a:lstStyle>
          <a:p>
            <a:pPr marL="0" marR="0" lvl="0" indent="0" algn="l" defTabSz="1088014" rtl="0" eaLnBrk="1" fontAlgn="auto" latinLnBrk="0" hangingPunct="1">
              <a:lnSpc>
                <a:spcPct val="100000"/>
              </a:lnSpc>
              <a:spcBef>
                <a:spcPts val="0"/>
              </a:spcBef>
              <a:spcAft>
                <a:spcPts val="0"/>
              </a:spcAft>
              <a:buClrTx/>
              <a:buSzTx/>
              <a:buFontTx/>
              <a:buNone/>
              <a:tabLst/>
              <a:defRPr/>
            </a:pPr>
            <a:r>
              <a:rPr lang="en-US" altLang="en-US" sz="900" b="0" i="0" kern="1200" noProof="0">
                <a:solidFill>
                  <a:schemeClr val="accent3"/>
                </a:solidFill>
                <a:latin typeface="+mn-lt"/>
                <a:ea typeface="+mn-ea"/>
                <a:cs typeface="Calibri" panose="020F0502020204030204" pitchFamily="34" charset="0"/>
              </a:rPr>
              <a:t>Bengaluru - Electronic City </a:t>
            </a:r>
            <a:r>
              <a:rPr lang="en-US" altLang="en-US" sz="900" b="0" i="0" kern="1200" noProof="0">
                <a:solidFill>
                  <a:schemeClr val="accent3"/>
                </a:solidFill>
                <a:latin typeface="+mn-lt"/>
                <a:ea typeface="+mn-ea"/>
                <a:cs typeface="Calibri" panose="020F0502020204030204" pitchFamily="34" charset="0"/>
                <a:sym typeface="Wingdings"/>
              </a:rPr>
              <a:t> Bengaluru </a:t>
            </a:r>
            <a:r>
              <a:rPr lang="en-US" altLang="en-US" sz="900" b="0" i="0" kern="1200" noProof="0">
                <a:solidFill>
                  <a:schemeClr val="accent3"/>
                </a:solidFill>
                <a:latin typeface="+mn-lt"/>
                <a:ea typeface="+mn-ea"/>
                <a:cs typeface="Calibri" panose="020F0502020204030204" pitchFamily="34" charset="0"/>
              </a:rPr>
              <a:t>- Sarjapur Road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accent3"/>
                </a:solidFill>
                <a:latin typeface="+mn-lt"/>
                <a:ea typeface="+mn-ea"/>
                <a:cs typeface="Calibri" panose="020F0502020204030204" pitchFamily="34" charset="0"/>
                <a:sym typeface="Wingdings"/>
              </a:rPr>
              <a:t>Bangkok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Berlin  </a:t>
            </a:r>
            <a:r>
              <a:rPr lang="en-US" altLang="en-US" sz="900" b="0" i="0" kern="1200" noProof="0">
                <a:solidFill>
                  <a:schemeClr val="accent3"/>
                </a:solidFill>
                <a:latin typeface="+mn-lt"/>
                <a:ea typeface="+mn-ea"/>
                <a:cs typeface="Calibri" panose="020F0502020204030204" pitchFamily="34" charset="0"/>
              </a:rPr>
              <a:t>Bratislava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accent3"/>
                </a:solidFill>
                <a:latin typeface="+mn-lt"/>
                <a:ea typeface="+mn-ea"/>
                <a:cs typeface="Calibri" panose="020F0502020204030204" pitchFamily="34" charset="0"/>
              </a:rPr>
              <a:t>Brussels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sz="900" b="0" i="0" noProof="0">
                <a:solidFill>
                  <a:schemeClr val="accent3"/>
                </a:solidFill>
                <a:latin typeface="+mn-lt"/>
                <a:ea typeface="Arial" charset="0"/>
                <a:cs typeface="Calibri" panose="020F0502020204030204" pitchFamily="34" charset="0"/>
              </a:rPr>
              <a:t>Charlotte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a:t>
            </a:r>
            <a:r>
              <a:rPr lang="en-US" sz="900" b="0" i="0" kern="1200" noProof="0">
                <a:solidFill>
                  <a:schemeClr val="accent3"/>
                </a:solidFill>
                <a:latin typeface="+mn-lt"/>
                <a:ea typeface="Arial" charset="0"/>
                <a:cs typeface="Calibri" panose="020F0502020204030204" pitchFamily="34" charset="0"/>
              </a:rPr>
              <a:t> Chennai</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rPr>
              <a:t>Chicago</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rPr>
              <a:t>Dallas</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p>
          <a:p>
            <a:pPr marL="0" marR="0" lvl="0" indent="0" algn="l" defTabSz="1088014" rtl="0" eaLnBrk="1" fontAlgn="auto" latinLnBrk="0" hangingPunct="1">
              <a:lnSpc>
                <a:spcPct val="100000"/>
              </a:lnSpc>
              <a:spcBef>
                <a:spcPts val="0"/>
              </a:spcBef>
              <a:spcAft>
                <a:spcPts val="0"/>
              </a:spcAft>
              <a:buClrTx/>
              <a:buSzTx/>
              <a:buFontTx/>
              <a:buNone/>
              <a:tabLst/>
              <a:defRPr/>
            </a:pP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Dubai</a:t>
            </a:r>
            <a:r>
              <a:rPr lang="en-US" altLang="en-US" sz="900" b="0" i="0" kern="1200" noProof="0">
                <a:solidFill>
                  <a:schemeClr val="accent3"/>
                </a:solidFill>
                <a:latin typeface="+mn-lt"/>
                <a:ea typeface="+mn-ea"/>
                <a:cs typeface="Calibri" panose="020F0502020204030204" pitchFamily="34" charset="0"/>
              </a:rPr>
              <a:t>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accent3"/>
                </a:solidFill>
                <a:latin typeface="+mn-lt"/>
                <a:ea typeface="+mn-ea"/>
                <a:cs typeface="Calibri" panose="020F0502020204030204" pitchFamily="34" charset="0"/>
              </a:rPr>
              <a:t>Dusseldorf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accent3"/>
                </a:solidFill>
                <a:latin typeface="+mn-lt"/>
                <a:ea typeface="+mn-ea"/>
                <a:cs typeface="Calibri" panose="020F0502020204030204" pitchFamily="34" charset="0"/>
              </a:rPr>
              <a:t>Edinburgh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accent3"/>
                </a:solidFill>
                <a:latin typeface="+mn-lt"/>
                <a:ea typeface="+mn-ea"/>
                <a:cs typeface="Calibri" panose="020F0502020204030204" pitchFamily="34" charset="0"/>
              </a:rPr>
              <a:t>Frankfurt</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rPr>
              <a:t>Geneva</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Glasgow  </a:t>
            </a:r>
            <a:r>
              <a:rPr lang="en-US" sz="900">
                <a:solidFill>
                  <a:schemeClr val="accent3"/>
                </a:solidFill>
                <a:effectLst/>
                <a:latin typeface="+mn-lt"/>
                <a:ea typeface="Calibri" panose="020F0502020204030204" pitchFamily="34" charset="0"/>
              </a:rPr>
              <a:t>Gurugram</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sk-SK" sz="900" b="0" i="0" u="none" strike="noStrike">
                <a:solidFill>
                  <a:schemeClr val="accent3"/>
                </a:solidFill>
                <a:latin typeface="+mn-lt"/>
              </a:rPr>
              <a:t> </a:t>
            </a:r>
            <a:r>
              <a:rPr lang="en-US" altLang="en-US" sz="900" b="0" i="0" kern="1200" noProof="0">
                <a:solidFill>
                  <a:schemeClr val="accent3"/>
                </a:solidFill>
                <a:latin typeface="+mn-lt"/>
                <a:ea typeface="+mn-ea"/>
                <a:cs typeface="Calibri" panose="020F0502020204030204" pitchFamily="34" charset="0"/>
              </a:rPr>
              <a:t>Hong Kong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accent3"/>
                </a:solidFill>
                <a:latin typeface="+mn-lt"/>
                <a:ea typeface="+mn-ea"/>
                <a:cs typeface="Calibri" panose="020F0502020204030204" pitchFamily="34" charset="0"/>
              </a:rPr>
              <a:t>Houston</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Hyderabad  </a:t>
            </a:r>
            <a:r>
              <a:rPr lang="en-US" altLang="en-US" sz="900" b="0" i="0" kern="1200" noProof="0">
                <a:solidFill>
                  <a:schemeClr val="accent3"/>
                </a:solidFill>
                <a:latin typeface="+mn-lt"/>
                <a:ea typeface="+mn-ea"/>
                <a:cs typeface="Calibri" panose="020F0502020204030204" pitchFamily="34" charset="0"/>
              </a:rPr>
              <a:t>Kuala Lumpur</a:t>
            </a:r>
          </a:p>
          <a:p>
            <a:pPr marL="0" marR="0" lvl="0" indent="0" algn="l" defTabSz="1088014" rtl="0" eaLnBrk="1" fontAlgn="auto" latinLnBrk="0" hangingPunct="1">
              <a:lnSpc>
                <a:spcPct val="100000"/>
              </a:lnSpc>
              <a:spcBef>
                <a:spcPts val="0"/>
              </a:spcBef>
              <a:spcAft>
                <a:spcPts val="0"/>
              </a:spcAft>
              <a:buClrTx/>
              <a:buSzTx/>
              <a:buFontTx/>
              <a:buNone/>
              <a:tabLst/>
              <a:defRPr/>
            </a:pPr>
            <a:r>
              <a:rPr lang="en-US" altLang="en-US" sz="900" b="0" i="0" kern="1200" noProof="0">
                <a:solidFill>
                  <a:schemeClr val="accent3"/>
                </a:solidFill>
                <a:latin typeface="+mn-lt"/>
                <a:ea typeface="+mn-ea"/>
                <a:cs typeface="Calibri" panose="020F0502020204030204" pitchFamily="34" charset="0"/>
              </a:rPr>
              <a:t>London</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sym typeface="Wingdings"/>
              </a:rPr>
              <a:t>Milan</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sz="900">
                <a:solidFill>
                  <a:schemeClr val="accent3"/>
                </a:solidFill>
                <a:effectLst/>
                <a:latin typeface="+mn-lt"/>
                <a:ea typeface="Calibri" panose="020F0502020204030204" pitchFamily="34" charset="0"/>
              </a:rPr>
              <a:t>Mumbai</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accent3"/>
                </a:solidFill>
                <a:latin typeface="+mn-lt"/>
                <a:ea typeface="+mn-ea"/>
                <a:cs typeface="Calibri" panose="020F0502020204030204" pitchFamily="34" charset="0"/>
                <a:sym typeface="Wingdings"/>
              </a:rPr>
              <a:t> </a:t>
            </a:r>
            <a:r>
              <a:rPr lang="en-US" altLang="en-US" sz="900" b="0" i="0" kern="1200" noProof="0">
                <a:solidFill>
                  <a:schemeClr val="accent3"/>
                </a:solidFill>
                <a:latin typeface="+mn-lt"/>
                <a:ea typeface="+mn-ea"/>
                <a:cs typeface="Calibri" panose="020F0502020204030204" pitchFamily="34" charset="0"/>
              </a:rPr>
              <a:t>New York</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rPr>
              <a:t>Orlando</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rPr>
              <a:t>Paris</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sz="900" b="0" i="0" u="none" baseline="0" noProof="0">
                <a:solidFill>
                  <a:schemeClr val="accent3"/>
                </a:solidFill>
                <a:latin typeface="+mn-lt"/>
                <a:cs typeface="Calibri" panose="020F0502020204030204" pitchFamily="34" charset="0"/>
              </a:rPr>
              <a:t>Pune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São Paulo  </a:t>
            </a:r>
            <a:r>
              <a:rPr lang="en-US" altLang="en-US" sz="900" b="0" i="0" kern="1200" noProof="0">
                <a:solidFill>
                  <a:schemeClr val="accent3"/>
                </a:solidFill>
                <a:latin typeface="+mn-lt"/>
                <a:ea typeface="+mn-ea"/>
                <a:cs typeface="Calibri" panose="020F0502020204030204" pitchFamily="34" charset="0"/>
              </a:rPr>
              <a:t>Singapore</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rPr>
              <a:t>Toronto</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rPr>
              <a:t>Vienna</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Warsaw</a:t>
            </a:r>
            <a:r>
              <a:rPr lang="en-US" altLang="en-US" sz="900" b="0" i="0" kern="1200" noProof="0">
                <a:solidFill>
                  <a:schemeClr val="accent3"/>
                </a:solidFill>
                <a:latin typeface="+mn-lt"/>
                <a:ea typeface="+mn-ea"/>
                <a:cs typeface="Calibri" panose="020F0502020204030204" pitchFamily="34" charset="0"/>
              </a:rPr>
              <a:t> </a:t>
            </a:r>
            <a:r>
              <a:rPr lang="en-US" altLang="en-US" sz="900" b="0" i="0" kern="1200" noProof="0">
                <a:solidFill>
                  <a:schemeClr val="accent3"/>
                </a:solidFill>
                <a:latin typeface="+mn-lt"/>
                <a:ea typeface="+mn-ea"/>
                <a:cs typeface="Calibri" panose="020F0502020204030204" pitchFamily="34" charset="0"/>
                <a:sym typeface="Wingdings"/>
              </a:rPr>
              <a:t> </a:t>
            </a:r>
            <a:r>
              <a:rPr lang="en-US" altLang="en-US" sz="900" b="0" i="0" kern="1200" noProof="0">
                <a:solidFill>
                  <a:schemeClr val="accent3"/>
                </a:solidFill>
                <a:latin typeface="+mn-lt"/>
                <a:ea typeface="+mn-ea"/>
                <a:cs typeface="Calibri" panose="020F0502020204030204" pitchFamily="34" charset="0"/>
              </a:rPr>
              <a:t>Zurich</a:t>
            </a:r>
          </a:p>
        </p:txBody>
      </p:sp>
      <p:sp>
        <p:nvSpPr>
          <p:cNvPr id="34" name="TextBox 33">
            <a:extLst>
              <a:ext uri="{FF2B5EF4-FFF2-40B4-BE49-F238E27FC236}">
                <a16:creationId xmlns:a16="http://schemas.microsoft.com/office/drawing/2014/main" id="{36120F2F-91EB-AF26-62C0-3DEF3683F900}"/>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grpSp>
        <p:nvGrpSpPr>
          <p:cNvPr id="7" name="Group 6">
            <a:extLst>
              <a:ext uri="{FF2B5EF4-FFF2-40B4-BE49-F238E27FC236}">
                <a16:creationId xmlns:a16="http://schemas.microsoft.com/office/drawing/2014/main" id="{81081727-42AB-5286-61A1-F4E721A6AE2E}"/>
              </a:ext>
              <a:ext uri="{C183D7F6-B498-43B3-948B-1728B52AA6E4}">
                <adec:decorative xmlns:adec="http://schemas.microsoft.com/office/drawing/2017/decorative" val="1"/>
              </a:ext>
            </a:extLst>
          </p:cNvPr>
          <p:cNvGrpSpPr/>
          <p:nvPr userDrawn="1"/>
        </p:nvGrpSpPr>
        <p:grpSpPr>
          <a:xfrm>
            <a:off x="1085548" y="5530216"/>
            <a:ext cx="1263400" cy="524118"/>
            <a:chOff x="1085548" y="5530216"/>
            <a:chExt cx="1263400" cy="524118"/>
          </a:xfrm>
        </p:grpSpPr>
        <p:grpSp>
          <p:nvGrpSpPr>
            <p:cNvPr id="8" name="Group 7">
              <a:extLst>
                <a:ext uri="{FF2B5EF4-FFF2-40B4-BE49-F238E27FC236}">
                  <a16:creationId xmlns:a16="http://schemas.microsoft.com/office/drawing/2014/main" id="{FA41352F-69CF-5D6A-DE2C-3597B8A2CE18}"/>
                </a:ext>
              </a:extLst>
            </p:cNvPr>
            <p:cNvGrpSpPr/>
            <p:nvPr userDrawn="1"/>
          </p:nvGrpSpPr>
          <p:grpSpPr>
            <a:xfrm>
              <a:off x="1085548" y="5803324"/>
              <a:ext cx="1263400" cy="251010"/>
              <a:chOff x="1085548" y="5803324"/>
              <a:chExt cx="1263400" cy="251010"/>
            </a:xfrm>
          </p:grpSpPr>
          <p:pic>
            <p:nvPicPr>
              <p:cNvPr id="10" name="Graphic 9">
                <a:hlinkClick r:id="rId6"/>
                <a:extLst>
                  <a:ext uri="{FF2B5EF4-FFF2-40B4-BE49-F238E27FC236}">
                    <a16:creationId xmlns:a16="http://schemas.microsoft.com/office/drawing/2014/main" id="{94BEA123-E3C6-5D8D-7170-F2571CC74DDE}"/>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804609" y="5803324"/>
                <a:ext cx="133872" cy="251010"/>
              </a:xfrm>
              <a:prstGeom prst="rect">
                <a:avLst/>
              </a:prstGeom>
            </p:spPr>
          </p:pic>
          <p:pic>
            <p:nvPicPr>
              <p:cNvPr id="11" name="Graphic 10">
                <a:hlinkClick r:id="rId9"/>
                <a:extLst>
                  <a:ext uri="{FF2B5EF4-FFF2-40B4-BE49-F238E27FC236}">
                    <a16:creationId xmlns:a16="http://schemas.microsoft.com/office/drawing/2014/main" id="{6A66C44B-26A2-D118-4B1A-DF7C40302963}"/>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2080057" y="5827994"/>
                <a:ext cx="268891" cy="201669"/>
              </a:xfrm>
              <a:prstGeom prst="rect">
                <a:avLst/>
              </a:prstGeom>
            </p:spPr>
          </p:pic>
          <p:pic>
            <p:nvPicPr>
              <p:cNvPr id="12" name="Graphic 11">
                <a:hlinkClick r:id="rId12"/>
                <a:extLst>
                  <a:ext uri="{FF2B5EF4-FFF2-40B4-BE49-F238E27FC236}">
                    <a16:creationId xmlns:a16="http://schemas.microsoft.com/office/drawing/2014/main" id="{29521391-B774-A4D5-D3A8-00DBA353D9DD}"/>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1443776" y="5811891"/>
                <a:ext cx="219258" cy="233875"/>
              </a:xfrm>
              <a:prstGeom prst="rect">
                <a:avLst/>
              </a:prstGeom>
            </p:spPr>
          </p:pic>
          <p:pic>
            <p:nvPicPr>
              <p:cNvPr id="13" name="Graphic 12">
                <a:hlinkClick r:id="rId15"/>
                <a:extLst>
                  <a:ext uri="{FF2B5EF4-FFF2-40B4-BE49-F238E27FC236}">
                    <a16:creationId xmlns:a16="http://schemas.microsoft.com/office/drawing/2014/main" id="{A7563480-E8D1-F965-3FAF-275F4F706F3E}"/>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1085548" y="5820502"/>
                <a:ext cx="216653" cy="216653"/>
              </a:xfrm>
              <a:prstGeom prst="rect">
                <a:avLst/>
              </a:prstGeom>
            </p:spPr>
          </p:pic>
        </p:grpSp>
        <p:pic>
          <p:nvPicPr>
            <p:cNvPr id="9" name="Graphic 8">
              <a:hlinkClick r:id="rId18"/>
              <a:extLst>
                <a:ext uri="{FF2B5EF4-FFF2-40B4-BE49-F238E27FC236}">
                  <a16:creationId xmlns:a16="http://schemas.microsoft.com/office/drawing/2014/main" id="{C15B52CA-C83D-5024-6F03-74E4FA713032}"/>
                </a:ext>
              </a:extLst>
            </p:cNvPr>
            <p:cNvPicPr>
              <a:picLocks noChangeAspect="1"/>
            </p:cNvPicPr>
            <p:nvPr userDrawn="1"/>
          </p:nvPicPr>
          <p:blipFill>
            <a:blip r:embed="rId19">
              <a:extLst>
                <a:ext uri="{96DAC541-7B7A-43D3-8B79-37D633B846F1}">
                  <asvg:svgBlip xmlns:asvg="http://schemas.microsoft.com/office/drawing/2016/SVG/main" r:embed="rId20"/>
                </a:ext>
              </a:extLst>
            </a:blip>
            <a:stretch>
              <a:fillRect/>
            </a:stretch>
          </p:blipFill>
          <p:spPr>
            <a:xfrm>
              <a:off x="1085548" y="5530216"/>
              <a:ext cx="1263400" cy="178362"/>
            </a:xfrm>
            <a:prstGeom prst="rect">
              <a:avLst/>
            </a:prstGeom>
          </p:spPr>
        </p:pic>
      </p:grpSp>
    </p:spTree>
    <p:extLst>
      <p:ext uri="{BB962C8B-B14F-4D97-AF65-F5344CB8AC3E}">
        <p14:creationId xmlns:p14="http://schemas.microsoft.com/office/powerpoint/2010/main" val="365806760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Closing Slide 4">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BDC6A26E-4B0C-4F23-986A-02D364342A7C}"/>
              </a:ext>
              <a:ext uri="{C183D7F6-B498-43B3-948B-1728B52AA6E4}">
                <adec:decorative xmlns:adec="http://schemas.microsoft.com/office/drawing/2017/decorative" val="1"/>
              </a:ext>
            </a:extLst>
          </p:cNvPr>
          <p:cNvPicPr>
            <a:picLocks noChangeAspect="1"/>
          </p:cNvPicPr>
          <p:nvPr userDrawn="1"/>
        </p:nvPicPr>
        <p:blipFill rotWithShape="1">
          <a:blip r:embed="rId2" cstate="email">
            <a:grayscl/>
            <a:alphaModFix amt="80000"/>
            <a:extLst>
              <a:ext uri="{28A0092B-C50C-407E-A947-70E740481C1C}">
                <a14:useLocalDpi xmlns:a14="http://schemas.microsoft.com/office/drawing/2010/main"/>
              </a:ext>
            </a:extLst>
          </a:blip>
          <a:srcRect l="-2"/>
          <a:stretch/>
        </p:blipFill>
        <p:spPr>
          <a:xfrm>
            <a:off x="0" y="0"/>
            <a:ext cx="12192000" cy="6858000"/>
          </a:xfrm>
          <a:prstGeom prst="rect">
            <a:avLst/>
          </a:prstGeom>
        </p:spPr>
      </p:pic>
      <p:pic>
        <p:nvPicPr>
          <p:cNvPr id="35" name="Graphic 34">
            <a:extLst>
              <a:ext uri="{FF2B5EF4-FFF2-40B4-BE49-F238E27FC236}">
                <a16:creationId xmlns:a16="http://schemas.microsoft.com/office/drawing/2014/main" id="{D93D5518-89ED-BBBB-3E69-11C3158A5D1B}"/>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591446" y="5451047"/>
            <a:ext cx="1515005" cy="768653"/>
          </a:xfrm>
          <a:prstGeom prst="rect">
            <a:avLst/>
          </a:prstGeom>
        </p:spPr>
      </p:pic>
      <p:cxnSp>
        <p:nvCxnSpPr>
          <p:cNvPr id="43" name="Straight Connector 42">
            <a:extLst>
              <a:ext uri="{FF2B5EF4-FFF2-40B4-BE49-F238E27FC236}">
                <a16:creationId xmlns:a16="http://schemas.microsoft.com/office/drawing/2014/main" id="{EB38C781-83EB-7F55-2398-CE9B9626F6B7}"/>
              </a:ext>
              <a:ext uri="{C183D7F6-B498-43B3-948B-1728B52AA6E4}">
                <adec:decorative xmlns:adec="http://schemas.microsoft.com/office/drawing/2017/decorative" val="1"/>
              </a:ext>
            </a:extLst>
          </p:cNvPr>
          <p:cNvCxnSpPr>
            <a:cxnSpLocks/>
          </p:cNvCxnSpPr>
          <p:nvPr userDrawn="1"/>
        </p:nvCxnSpPr>
        <p:spPr>
          <a:xfrm>
            <a:off x="1085548" y="1628775"/>
            <a:ext cx="1712421"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CB249EA-7281-3A3F-82A3-BFDE725FFD6F}"/>
              </a:ext>
              <a:ext uri="{C183D7F6-B498-43B3-948B-1728B52AA6E4}">
                <adec:decorative xmlns:adec="http://schemas.microsoft.com/office/drawing/2017/decorative" val="1"/>
              </a:ext>
            </a:extLst>
          </p:cNvPr>
          <p:cNvCxnSpPr>
            <a:cxnSpLocks/>
          </p:cNvCxnSpPr>
          <p:nvPr userDrawn="1"/>
        </p:nvCxnSpPr>
        <p:spPr>
          <a:xfrm>
            <a:off x="1085548" y="4258333"/>
            <a:ext cx="2235502"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92E8B9BC-4F98-DB47-195F-8159173730E0}"/>
              </a:ext>
            </a:extLst>
          </p:cNvPr>
          <p:cNvSpPr/>
          <p:nvPr userDrawn="1"/>
        </p:nvSpPr>
        <p:spPr>
          <a:xfrm>
            <a:off x="1085548" y="1309851"/>
            <a:ext cx="8250455" cy="318924"/>
          </a:xfrm>
          <a:prstGeom prst="rect">
            <a:avLst/>
          </a:prstGeom>
        </p:spPr>
        <p:txBody>
          <a:bodyPr wrap="square" lIns="0" tIns="0" rIns="0" bIns="72000">
            <a:spAutoFit/>
          </a:bodyPr>
          <a:lstStyle/>
          <a:p>
            <a:pPr>
              <a:lnSpc>
                <a:spcPct val="80000"/>
              </a:lnSpc>
            </a:pPr>
            <a:r>
              <a:rPr lang="en-US" altLang="en-US" sz="2000" b="0" i="0" noProof="0">
                <a:solidFill>
                  <a:schemeClr val="tx1"/>
                </a:solidFill>
                <a:latin typeface="Century Gothic" panose="020B0502020202020204" pitchFamily="34" charset="0"/>
              </a:rPr>
              <a:t>About Capco</a:t>
            </a:r>
          </a:p>
        </p:txBody>
      </p:sp>
      <p:sp>
        <p:nvSpPr>
          <p:cNvPr id="9" name="Rectangle 1">
            <a:extLst>
              <a:ext uri="{FF2B5EF4-FFF2-40B4-BE49-F238E27FC236}">
                <a16:creationId xmlns:a16="http://schemas.microsoft.com/office/drawing/2014/main" id="{B35C7263-3DF5-BE35-EDAC-BEF06AE4329C}"/>
              </a:ext>
            </a:extLst>
          </p:cNvPr>
          <p:cNvSpPr>
            <a:spLocks noChangeArrowheads="1"/>
          </p:cNvSpPr>
          <p:nvPr userDrawn="1"/>
        </p:nvSpPr>
        <p:spPr bwMode="auto">
          <a:xfrm>
            <a:off x="1085548" y="1892514"/>
            <a:ext cx="8250455" cy="1216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36000" rIns="0" bIns="0">
            <a:spAutoFit/>
          </a:bodyPr>
          <a:lstStyle/>
          <a:p>
            <a:pPr algn="l">
              <a:spcBef>
                <a:spcPts val="400"/>
              </a:spcBef>
            </a:pPr>
            <a:r>
              <a:rPr lang="en-US" altLang="en-US" sz="1000" b="0" i="0" noProof="0">
                <a:solidFill>
                  <a:schemeClr val="accent3"/>
                </a:solidFill>
                <a:latin typeface="+mn-lt"/>
                <a:cs typeface="Calibri" panose="020F0502020204030204" pitchFamily="34" charset="0"/>
              </a:rPr>
              <a:t>Capco, a Wipro company, is a global management and technology consultancy specializing in driving transformation in the energy and financial services industries. Capco operates at the intersection of business and technology by combining innovative thinking with unrivalled industry knowledge to fast-track digital initiatives for banking and payments, capital markets, wealth and asset management, insurance, and the energy sector. Capco’s cutting-edge ingenuity is brought to life through its award-winning Be Yourself At Work culture and diverse talent. </a:t>
            </a:r>
          </a:p>
          <a:p>
            <a:pPr algn="l">
              <a:spcBef>
                <a:spcPts val="400"/>
              </a:spcBef>
            </a:pPr>
            <a:endParaRPr lang="en-US" altLang="en-US" sz="1000" b="0" i="0" noProof="0">
              <a:solidFill>
                <a:schemeClr val="accent3"/>
              </a:solidFill>
              <a:latin typeface="+mn-lt"/>
              <a:cs typeface="Calibri" panose="020F0502020204030204" pitchFamily="34" charset="0"/>
            </a:endParaRPr>
          </a:p>
          <a:p>
            <a:pPr marL="0" algn="l" defTabSz="914400" rtl="0" eaLnBrk="1" latinLnBrk="0" hangingPunct="1">
              <a:spcBef>
                <a:spcPts val="400"/>
              </a:spcBef>
            </a:pPr>
            <a:r>
              <a:rPr lang="en-US" altLang="en-US" sz="1000" b="1" i="0" kern="1200" noProof="0">
                <a:solidFill>
                  <a:schemeClr val="accent3"/>
                </a:solidFill>
                <a:latin typeface="+mn-lt"/>
                <a:ea typeface="+mn-ea"/>
                <a:cs typeface="Calibri" panose="020F0502020204030204" pitchFamily="34" charset="0"/>
              </a:rPr>
              <a:t>To learn more, visit </a:t>
            </a:r>
            <a:r>
              <a:rPr lang="en-US" altLang="en-US" sz="1000" b="1" i="0" kern="1200" noProof="0">
                <a:solidFill>
                  <a:schemeClr val="accent3"/>
                </a:solidFill>
                <a:latin typeface="+mn-lt"/>
                <a:ea typeface="+mn-ea"/>
                <a:cs typeface="Calibri" panose="020F0502020204030204" pitchFamily="34" charset="0"/>
                <a:hlinkClick r:id="rId5">
                  <a:extLst>
                    <a:ext uri="{A12FA001-AC4F-418D-AE19-62706E023703}">
                      <ahyp:hlinkClr xmlns:ahyp="http://schemas.microsoft.com/office/drawing/2018/hyperlinkcolor" val="tx"/>
                    </a:ext>
                  </a:extLst>
                </a:hlinkClick>
              </a:rPr>
              <a:t>www.capco.com</a:t>
            </a:r>
            <a:r>
              <a:rPr lang="en-US" altLang="en-US" sz="1000" b="1" i="0" kern="1200" noProof="0">
                <a:solidFill>
                  <a:schemeClr val="accent3"/>
                </a:solidFill>
                <a:latin typeface="+mn-lt"/>
                <a:ea typeface="+mn-ea"/>
                <a:cs typeface="Calibri" panose="020F0502020204030204" pitchFamily="34" charset="0"/>
              </a:rPr>
              <a:t> or follow us on LinkedIn, Instagram, Facebook, and YouTube.</a:t>
            </a:r>
          </a:p>
        </p:txBody>
      </p:sp>
      <p:sp>
        <p:nvSpPr>
          <p:cNvPr id="47" name="Rectangle 46">
            <a:extLst>
              <a:ext uri="{FF2B5EF4-FFF2-40B4-BE49-F238E27FC236}">
                <a16:creationId xmlns:a16="http://schemas.microsoft.com/office/drawing/2014/main" id="{30E9FC27-108C-8074-DB02-4267987D3076}"/>
              </a:ext>
            </a:extLst>
          </p:cNvPr>
          <p:cNvSpPr/>
          <p:nvPr userDrawn="1"/>
        </p:nvSpPr>
        <p:spPr>
          <a:xfrm>
            <a:off x="1085548" y="3939409"/>
            <a:ext cx="8250455" cy="318924"/>
          </a:xfrm>
          <a:prstGeom prst="rect">
            <a:avLst/>
          </a:prstGeom>
        </p:spPr>
        <p:txBody>
          <a:bodyPr wrap="square" lIns="0" tIns="0" rIns="0" bIns="72000">
            <a:spAutoFit/>
          </a:bodyPr>
          <a:lstStyle/>
          <a:p>
            <a:pPr>
              <a:lnSpc>
                <a:spcPct val="80000"/>
              </a:lnSpc>
            </a:pPr>
            <a:r>
              <a:rPr lang="en-US" altLang="en-US" sz="2000" b="0" i="0" noProof="0">
                <a:solidFill>
                  <a:schemeClr val="tx1"/>
                </a:solidFill>
                <a:latin typeface="Century Gothic" panose="020B0502020202020204" pitchFamily="34" charset="0"/>
              </a:rPr>
              <a:t>Worldwide Offices</a:t>
            </a:r>
          </a:p>
        </p:txBody>
      </p:sp>
      <p:sp>
        <p:nvSpPr>
          <p:cNvPr id="48" name="TextBox 47">
            <a:extLst>
              <a:ext uri="{FF2B5EF4-FFF2-40B4-BE49-F238E27FC236}">
                <a16:creationId xmlns:a16="http://schemas.microsoft.com/office/drawing/2014/main" id="{315F38BB-2262-EBF2-9814-F97833F12F1A}"/>
              </a:ext>
              <a:ext uri="{C183D7F6-B498-43B3-948B-1728B52AA6E4}">
                <adec:decorative xmlns:adec="http://schemas.microsoft.com/office/drawing/2017/decorative" val="1"/>
              </a:ext>
            </a:extLst>
          </p:cNvPr>
          <p:cNvSpPr txBox="1"/>
          <p:nvPr userDrawn="1"/>
        </p:nvSpPr>
        <p:spPr>
          <a:xfrm>
            <a:off x="550864" y="6610784"/>
            <a:ext cx="461962"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err="1">
                <a:ln>
                  <a:noFill/>
                </a:ln>
                <a:solidFill>
                  <a:schemeClr val="bg1">
                    <a:lumMod val="75000"/>
                  </a:schemeClr>
                </a:solidFill>
                <a:effectLst/>
                <a:uLnTx/>
                <a:uFillTx/>
                <a:latin typeface="+mn-lt"/>
                <a:cs typeface="Calibri" panose="020F0502020204030204" pitchFamily="34" charset="0"/>
              </a:rPr>
              <a:t>JN_xxxx</a:t>
            </a:r>
            <a:endParaRPr kumimoji="0" lang="en-US" sz="700" b="0" i="0" u="none" strike="noStrike" kern="1200" cap="none" spc="0" normalizeH="0" baseline="0" noProof="0">
              <a:ln>
                <a:noFill/>
              </a:ln>
              <a:solidFill>
                <a:schemeClr val="bg1">
                  <a:lumMod val="75000"/>
                </a:schemeClr>
              </a:solidFill>
              <a:effectLst/>
              <a:uLnTx/>
              <a:uFillTx/>
              <a:latin typeface="+mn-lt"/>
              <a:cs typeface="Calibri" panose="020F0502020204030204" pitchFamily="34" charset="0"/>
            </a:endParaRPr>
          </a:p>
        </p:txBody>
      </p:sp>
      <p:sp>
        <p:nvSpPr>
          <p:cNvPr id="49" name="TextBox 48">
            <a:extLst>
              <a:ext uri="{FF2B5EF4-FFF2-40B4-BE49-F238E27FC236}">
                <a16:creationId xmlns:a16="http://schemas.microsoft.com/office/drawing/2014/main" id="{6DD38269-0DC6-70CC-8158-E3F77B9A3DEE}"/>
              </a:ext>
            </a:extLst>
          </p:cNvPr>
          <p:cNvSpPr txBox="1"/>
          <p:nvPr userDrawn="1"/>
        </p:nvSpPr>
        <p:spPr>
          <a:xfrm>
            <a:off x="1085549" y="4506777"/>
            <a:ext cx="8250455" cy="45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36000" rIns="0" bIns="0">
            <a:spAutoFit/>
          </a:bodyPr>
          <a:lstStyle>
            <a:defPPr>
              <a:defRPr lang="de-DE"/>
            </a:defPPr>
            <a:lvl1pPr>
              <a:spcBef>
                <a:spcPts val="400"/>
              </a:spcBef>
              <a:defRPr sz="1100">
                <a:cs typeface="Arial" pitchFamily="34" charset="0"/>
              </a:defRPr>
            </a:lvl1pPr>
            <a:lvl2pPr marL="742950" indent="-285750" eaLnBrk="0" hangingPunct="0">
              <a:defRPr>
                <a:latin typeface="Arial" pitchFamily="34" charset="0"/>
                <a:cs typeface="Arial" pitchFamily="34" charset="0"/>
              </a:defRPr>
            </a:lvl2pPr>
            <a:lvl3pPr marL="1143000" indent="-228600" eaLnBrk="0" hangingPunct="0">
              <a:defRPr>
                <a:latin typeface="Arial" pitchFamily="34" charset="0"/>
                <a:cs typeface="Arial" pitchFamily="34" charset="0"/>
              </a:defRPr>
            </a:lvl3pPr>
            <a:lvl4pPr marL="1600200" indent="-228600" eaLnBrk="0" hangingPunct="0">
              <a:defRPr>
                <a:latin typeface="Arial" pitchFamily="34" charset="0"/>
                <a:cs typeface="Arial" pitchFamily="34" charset="0"/>
              </a:defRPr>
            </a:lvl4pPr>
            <a:lvl5pPr marL="2057400" indent="-228600" eaLnBrk="0" hangingPunct="0">
              <a:defRPr>
                <a:latin typeface="Arial" pitchFamily="34" charset="0"/>
                <a:cs typeface="Arial" pitchFamily="34" charset="0"/>
              </a:defRPr>
            </a:lvl5pPr>
            <a:lvl6pPr marL="2514600" indent="-228600" eaLnBrk="0" fontAlgn="base" hangingPunct="0">
              <a:spcBef>
                <a:spcPct val="0"/>
              </a:spcBef>
              <a:spcAft>
                <a:spcPct val="0"/>
              </a:spcAft>
              <a:defRPr>
                <a:latin typeface="Arial" pitchFamily="34" charset="0"/>
                <a:cs typeface="Arial" pitchFamily="34" charset="0"/>
              </a:defRPr>
            </a:lvl6pPr>
            <a:lvl7pPr marL="2971800" indent="-228600" eaLnBrk="0" fontAlgn="base" hangingPunct="0">
              <a:spcBef>
                <a:spcPct val="0"/>
              </a:spcBef>
              <a:spcAft>
                <a:spcPct val="0"/>
              </a:spcAft>
              <a:defRPr>
                <a:latin typeface="Arial" pitchFamily="34" charset="0"/>
                <a:cs typeface="Arial" pitchFamily="34" charset="0"/>
              </a:defRPr>
            </a:lvl7pPr>
            <a:lvl8pPr marL="3429000" indent="-228600" eaLnBrk="0" fontAlgn="base" hangingPunct="0">
              <a:spcBef>
                <a:spcPct val="0"/>
              </a:spcBef>
              <a:spcAft>
                <a:spcPct val="0"/>
              </a:spcAft>
              <a:defRPr>
                <a:latin typeface="Arial" pitchFamily="34" charset="0"/>
                <a:cs typeface="Arial" pitchFamily="34" charset="0"/>
              </a:defRPr>
            </a:lvl8pPr>
            <a:lvl9pPr marL="3886200" indent="-228600" eaLnBrk="0" fontAlgn="base" hangingPunct="0">
              <a:spcBef>
                <a:spcPct val="0"/>
              </a:spcBef>
              <a:spcAft>
                <a:spcPct val="0"/>
              </a:spcAft>
              <a:defRPr>
                <a:latin typeface="Arial" pitchFamily="34" charset="0"/>
                <a:cs typeface="Arial" pitchFamily="34" charset="0"/>
              </a:defRPr>
            </a:lvl9pPr>
          </a:lstStyle>
          <a:p>
            <a:pPr marL="0" marR="0" lvl="0" indent="0" algn="l" defTabSz="1088014" rtl="0" eaLnBrk="1" fontAlgn="auto" latinLnBrk="0" hangingPunct="1">
              <a:lnSpc>
                <a:spcPct val="100000"/>
              </a:lnSpc>
              <a:spcBef>
                <a:spcPts val="0"/>
              </a:spcBef>
              <a:spcAft>
                <a:spcPts val="0"/>
              </a:spcAft>
              <a:buClrTx/>
              <a:buSzTx/>
              <a:buFontTx/>
              <a:buNone/>
              <a:tabLst/>
              <a:defRPr/>
            </a:pPr>
            <a:r>
              <a:rPr lang="en-US" altLang="en-US" sz="900" b="0" i="0" kern="1200" noProof="0">
                <a:solidFill>
                  <a:schemeClr val="accent3"/>
                </a:solidFill>
                <a:latin typeface="+mn-lt"/>
                <a:ea typeface="+mn-ea"/>
                <a:cs typeface="Calibri" panose="020F0502020204030204" pitchFamily="34" charset="0"/>
              </a:rPr>
              <a:t>Bengaluru - Electronic City </a:t>
            </a:r>
            <a:r>
              <a:rPr lang="en-US" altLang="en-US" sz="900" b="0" i="0" kern="1200" noProof="0">
                <a:solidFill>
                  <a:schemeClr val="accent3"/>
                </a:solidFill>
                <a:latin typeface="+mn-lt"/>
                <a:ea typeface="+mn-ea"/>
                <a:cs typeface="Calibri" panose="020F0502020204030204" pitchFamily="34" charset="0"/>
                <a:sym typeface="Wingdings"/>
              </a:rPr>
              <a:t> Bengaluru </a:t>
            </a:r>
            <a:r>
              <a:rPr lang="en-US" altLang="en-US" sz="900" b="0" i="0" kern="1200" noProof="0">
                <a:solidFill>
                  <a:schemeClr val="accent3"/>
                </a:solidFill>
                <a:latin typeface="+mn-lt"/>
                <a:ea typeface="+mn-ea"/>
                <a:cs typeface="Calibri" panose="020F0502020204030204" pitchFamily="34" charset="0"/>
              </a:rPr>
              <a:t>- Sarjapur Road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accent3"/>
                </a:solidFill>
                <a:latin typeface="+mn-lt"/>
                <a:ea typeface="+mn-ea"/>
                <a:cs typeface="Calibri" panose="020F0502020204030204" pitchFamily="34" charset="0"/>
                <a:sym typeface="Wingdings"/>
              </a:rPr>
              <a:t>Bangkok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Berlin  </a:t>
            </a:r>
            <a:r>
              <a:rPr lang="en-US" altLang="en-US" sz="900" b="0" i="0" kern="1200" noProof="0">
                <a:solidFill>
                  <a:schemeClr val="accent3"/>
                </a:solidFill>
                <a:latin typeface="+mn-lt"/>
                <a:ea typeface="+mn-ea"/>
                <a:cs typeface="Calibri" panose="020F0502020204030204" pitchFamily="34" charset="0"/>
              </a:rPr>
              <a:t>Bratislava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accent3"/>
                </a:solidFill>
                <a:latin typeface="+mn-lt"/>
                <a:ea typeface="+mn-ea"/>
                <a:cs typeface="Calibri" panose="020F0502020204030204" pitchFamily="34" charset="0"/>
              </a:rPr>
              <a:t>Brussels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sz="900" b="0" i="0" noProof="0">
                <a:solidFill>
                  <a:schemeClr val="accent3"/>
                </a:solidFill>
                <a:latin typeface="+mn-lt"/>
                <a:ea typeface="Arial" charset="0"/>
                <a:cs typeface="Calibri" panose="020F0502020204030204" pitchFamily="34" charset="0"/>
              </a:rPr>
              <a:t>Charlotte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a:t>
            </a:r>
            <a:r>
              <a:rPr lang="en-US" sz="900" b="0" i="0" kern="1200" noProof="0">
                <a:solidFill>
                  <a:schemeClr val="accent3"/>
                </a:solidFill>
                <a:latin typeface="+mn-lt"/>
                <a:ea typeface="Arial" charset="0"/>
                <a:cs typeface="Calibri" panose="020F0502020204030204" pitchFamily="34" charset="0"/>
              </a:rPr>
              <a:t> Chennai</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rPr>
              <a:t>Chicago</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rPr>
              <a:t>Dallas</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p>
          <a:p>
            <a:pPr marL="0" marR="0" lvl="0" indent="0" algn="l" defTabSz="1088014" rtl="0" eaLnBrk="1" fontAlgn="auto" latinLnBrk="0" hangingPunct="1">
              <a:lnSpc>
                <a:spcPct val="100000"/>
              </a:lnSpc>
              <a:spcBef>
                <a:spcPts val="0"/>
              </a:spcBef>
              <a:spcAft>
                <a:spcPts val="0"/>
              </a:spcAft>
              <a:buClrTx/>
              <a:buSzTx/>
              <a:buFontTx/>
              <a:buNone/>
              <a:tabLst/>
              <a:defRPr/>
            </a:pP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Dubai</a:t>
            </a:r>
            <a:r>
              <a:rPr lang="en-US" altLang="en-US" sz="900" b="0" i="0" kern="1200" noProof="0">
                <a:solidFill>
                  <a:schemeClr val="accent3"/>
                </a:solidFill>
                <a:latin typeface="+mn-lt"/>
                <a:ea typeface="+mn-ea"/>
                <a:cs typeface="Calibri" panose="020F0502020204030204" pitchFamily="34" charset="0"/>
              </a:rPr>
              <a:t>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accent3"/>
                </a:solidFill>
                <a:latin typeface="+mn-lt"/>
                <a:ea typeface="+mn-ea"/>
                <a:cs typeface="Calibri" panose="020F0502020204030204" pitchFamily="34" charset="0"/>
              </a:rPr>
              <a:t>Dusseldorf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accent3"/>
                </a:solidFill>
                <a:latin typeface="+mn-lt"/>
                <a:ea typeface="+mn-ea"/>
                <a:cs typeface="Calibri" panose="020F0502020204030204" pitchFamily="34" charset="0"/>
              </a:rPr>
              <a:t>Edinburgh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accent3"/>
                </a:solidFill>
                <a:latin typeface="+mn-lt"/>
                <a:ea typeface="+mn-ea"/>
                <a:cs typeface="Calibri" panose="020F0502020204030204" pitchFamily="34" charset="0"/>
              </a:rPr>
              <a:t>Frankfurt</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rPr>
              <a:t>Geneva</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Glasgow  </a:t>
            </a:r>
            <a:r>
              <a:rPr lang="en-US" sz="900">
                <a:solidFill>
                  <a:schemeClr val="accent3"/>
                </a:solidFill>
                <a:effectLst/>
                <a:latin typeface="+mn-lt"/>
                <a:ea typeface="Calibri" panose="020F0502020204030204" pitchFamily="34" charset="0"/>
              </a:rPr>
              <a:t>Gurugram</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sk-SK" sz="900" b="0" i="0" u="none" strike="noStrike">
                <a:solidFill>
                  <a:schemeClr val="accent3"/>
                </a:solidFill>
                <a:latin typeface="+mn-lt"/>
              </a:rPr>
              <a:t> </a:t>
            </a:r>
            <a:r>
              <a:rPr lang="en-US" altLang="en-US" sz="900" b="0" i="0" kern="1200" noProof="0">
                <a:solidFill>
                  <a:schemeClr val="accent3"/>
                </a:solidFill>
                <a:latin typeface="+mn-lt"/>
                <a:ea typeface="+mn-ea"/>
                <a:cs typeface="Calibri" panose="020F0502020204030204" pitchFamily="34" charset="0"/>
              </a:rPr>
              <a:t>Hong Kong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accent3"/>
                </a:solidFill>
                <a:latin typeface="+mn-lt"/>
                <a:ea typeface="+mn-ea"/>
                <a:cs typeface="Calibri" panose="020F0502020204030204" pitchFamily="34" charset="0"/>
              </a:rPr>
              <a:t>Houston</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Hyderabad  </a:t>
            </a:r>
            <a:r>
              <a:rPr lang="en-US" altLang="en-US" sz="900" b="0" i="0" kern="1200" noProof="0">
                <a:solidFill>
                  <a:schemeClr val="accent3"/>
                </a:solidFill>
                <a:latin typeface="+mn-lt"/>
                <a:ea typeface="+mn-ea"/>
                <a:cs typeface="Calibri" panose="020F0502020204030204" pitchFamily="34" charset="0"/>
              </a:rPr>
              <a:t>Kuala Lumpur</a:t>
            </a:r>
          </a:p>
          <a:p>
            <a:pPr marL="0" marR="0" lvl="0" indent="0" algn="l" defTabSz="1088014" rtl="0" eaLnBrk="1" fontAlgn="auto" latinLnBrk="0" hangingPunct="1">
              <a:lnSpc>
                <a:spcPct val="100000"/>
              </a:lnSpc>
              <a:spcBef>
                <a:spcPts val="0"/>
              </a:spcBef>
              <a:spcAft>
                <a:spcPts val="0"/>
              </a:spcAft>
              <a:buClrTx/>
              <a:buSzTx/>
              <a:buFontTx/>
              <a:buNone/>
              <a:tabLst/>
              <a:defRPr/>
            </a:pPr>
            <a:r>
              <a:rPr lang="en-US" altLang="en-US" sz="900" b="0" i="0" kern="1200" noProof="0">
                <a:solidFill>
                  <a:schemeClr val="accent3"/>
                </a:solidFill>
                <a:latin typeface="+mn-lt"/>
                <a:ea typeface="+mn-ea"/>
                <a:cs typeface="Calibri" panose="020F0502020204030204" pitchFamily="34" charset="0"/>
              </a:rPr>
              <a:t>London</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sym typeface="Wingdings"/>
              </a:rPr>
              <a:t>Milan</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sz="900">
                <a:solidFill>
                  <a:schemeClr val="accent3"/>
                </a:solidFill>
                <a:effectLst/>
                <a:latin typeface="+mn-lt"/>
                <a:ea typeface="Calibri" panose="020F0502020204030204" pitchFamily="34" charset="0"/>
              </a:rPr>
              <a:t>Mumbai</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accent3"/>
                </a:solidFill>
                <a:latin typeface="+mn-lt"/>
                <a:ea typeface="+mn-ea"/>
                <a:cs typeface="Calibri" panose="020F0502020204030204" pitchFamily="34" charset="0"/>
                <a:sym typeface="Wingdings"/>
              </a:rPr>
              <a:t> </a:t>
            </a:r>
            <a:r>
              <a:rPr lang="en-US" altLang="en-US" sz="900" b="0" i="0" kern="1200" noProof="0">
                <a:solidFill>
                  <a:schemeClr val="accent3"/>
                </a:solidFill>
                <a:latin typeface="+mn-lt"/>
                <a:ea typeface="+mn-ea"/>
                <a:cs typeface="Calibri" panose="020F0502020204030204" pitchFamily="34" charset="0"/>
              </a:rPr>
              <a:t>New York</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rPr>
              <a:t>Orlando</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rPr>
              <a:t>Paris</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sz="900" b="0" i="0" u="none" baseline="0" noProof="0">
                <a:solidFill>
                  <a:schemeClr val="accent3"/>
                </a:solidFill>
                <a:latin typeface="+mn-lt"/>
                <a:cs typeface="Calibri" panose="020F0502020204030204" pitchFamily="34" charset="0"/>
              </a:rPr>
              <a:t>Pune </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São Paulo  </a:t>
            </a:r>
            <a:r>
              <a:rPr lang="en-US" altLang="en-US" sz="900" b="0" i="0" kern="1200" noProof="0">
                <a:solidFill>
                  <a:schemeClr val="accent3"/>
                </a:solidFill>
                <a:latin typeface="+mn-lt"/>
                <a:ea typeface="+mn-ea"/>
                <a:cs typeface="Calibri" panose="020F0502020204030204" pitchFamily="34" charset="0"/>
              </a:rPr>
              <a:t>Singapore</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rPr>
              <a:t>Toronto</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accent3"/>
                </a:solidFill>
                <a:latin typeface="+mn-lt"/>
                <a:ea typeface="+mn-ea"/>
                <a:cs typeface="Calibri" panose="020F0502020204030204" pitchFamily="34" charset="0"/>
              </a:rPr>
              <a:t>Vienna</a:t>
            </a:r>
            <a:r>
              <a:rPr lang="en-US" altLang="en-US" sz="900" b="0" i="0" kern="1200" noProof="0">
                <a:solidFill>
                  <a:schemeClr val="accent3"/>
                </a:solidFill>
                <a:latin typeface="+mn-lt"/>
                <a:ea typeface="+mn-ea"/>
                <a:cs typeface="Calibri" panose="020F0502020204030204" pitchFamily="34" charset="0"/>
                <a:sym typeface="Wingdings" panose="05000000000000000000" pitchFamily="2" charset="2"/>
              </a:rPr>
              <a:t>  Warsaw</a:t>
            </a:r>
            <a:r>
              <a:rPr lang="en-US" altLang="en-US" sz="900" b="0" i="0" kern="1200" noProof="0">
                <a:solidFill>
                  <a:schemeClr val="accent3"/>
                </a:solidFill>
                <a:latin typeface="+mn-lt"/>
                <a:ea typeface="+mn-ea"/>
                <a:cs typeface="Calibri" panose="020F0502020204030204" pitchFamily="34" charset="0"/>
              </a:rPr>
              <a:t> </a:t>
            </a:r>
            <a:r>
              <a:rPr lang="en-US" altLang="en-US" sz="900" b="0" i="0" kern="1200" noProof="0">
                <a:solidFill>
                  <a:schemeClr val="accent3"/>
                </a:solidFill>
                <a:latin typeface="+mn-lt"/>
                <a:ea typeface="+mn-ea"/>
                <a:cs typeface="Calibri" panose="020F0502020204030204" pitchFamily="34" charset="0"/>
                <a:sym typeface="Wingdings"/>
              </a:rPr>
              <a:t> </a:t>
            </a:r>
            <a:r>
              <a:rPr lang="en-US" altLang="en-US" sz="900" b="0" i="0" kern="1200" noProof="0">
                <a:solidFill>
                  <a:schemeClr val="accent3"/>
                </a:solidFill>
                <a:latin typeface="+mn-lt"/>
                <a:ea typeface="+mn-ea"/>
                <a:cs typeface="Calibri" panose="020F0502020204030204" pitchFamily="34" charset="0"/>
              </a:rPr>
              <a:t>Zurich</a:t>
            </a:r>
          </a:p>
        </p:txBody>
      </p:sp>
      <p:sp>
        <p:nvSpPr>
          <p:cNvPr id="50" name="TextBox 49">
            <a:extLst>
              <a:ext uri="{FF2B5EF4-FFF2-40B4-BE49-F238E27FC236}">
                <a16:creationId xmlns:a16="http://schemas.microsoft.com/office/drawing/2014/main" id="{DF48DB4D-411C-0467-1D6D-48B5EBB24B34}"/>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grpSp>
        <p:nvGrpSpPr>
          <p:cNvPr id="2" name="Group 1">
            <a:extLst>
              <a:ext uri="{FF2B5EF4-FFF2-40B4-BE49-F238E27FC236}">
                <a16:creationId xmlns:a16="http://schemas.microsoft.com/office/drawing/2014/main" id="{ED56D826-CA16-9D84-DE11-F6BA2829DF0A}"/>
              </a:ext>
              <a:ext uri="{C183D7F6-B498-43B3-948B-1728B52AA6E4}">
                <adec:decorative xmlns:adec="http://schemas.microsoft.com/office/drawing/2017/decorative" val="1"/>
              </a:ext>
            </a:extLst>
          </p:cNvPr>
          <p:cNvGrpSpPr/>
          <p:nvPr userDrawn="1"/>
        </p:nvGrpSpPr>
        <p:grpSpPr>
          <a:xfrm>
            <a:off x="1085548" y="5530216"/>
            <a:ext cx="1263400" cy="524118"/>
            <a:chOff x="1085548" y="5530216"/>
            <a:chExt cx="1263400" cy="524118"/>
          </a:xfrm>
        </p:grpSpPr>
        <p:grpSp>
          <p:nvGrpSpPr>
            <p:cNvPr id="3" name="Group 2">
              <a:extLst>
                <a:ext uri="{FF2B5EF4-FFF2-40B4-BE49-F238E27FC236}">
                  <a16:creationId xmlns:a16="http://schemas.microsoft.com/office/drawing/2014/main" id="{E671700E-2613-B7A5-E3D2-1D7C5A0048B5}"/>
                </a:ext>
              </a:extLst>
            </p:cNvPr>
            <p:cNvGrpSpPr/>
            <p:nvPr userDrawn="1"/>
          </p:nvGrpSpPr>
          <p:grpSpPr>
            <a:xfrm>
              <a:off x="1085548" y="5803324"/>
              <a:ext cx="1263400" cy="251010"/>
              <a:chOff x="1085548" y="5803324"/>
              <a:chExt cx="1263400" cy="251010"/>
            </a:xfrm>
          </p:grpSpPr>
          <p:pic>
            <p:nvPicPr>
              <p:cNvPr id="5" name="Graphic 4">
                <a:hlinkClick r:id="rId6"/>
                <a:extLst>
                  <a:ext uri="{FF2B5EF4-FFF2-40B4-BE49-F238E27FC236}">
                    <a16:creationId xmlns:a16="http://schemas.microsoft.com/office/drawing/2014/main" id="{6AEE3F2A-DA3A-B5EE-45CB-8FEF59A1E12D}"/>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804609" y="5803324"/>
                <a:ext cx="133872" cy="251010"/>
              </a:xfrm>
              <a:prstGeom prst="rect">
                <a:avLst/>
              </a:prstGeom>
            </p:spPr>
          </p:pic>
          <p:pic>
            <p:nvPicPr>
              <p:cNvPr id="6" name="Graphic 5">
                <a:hlinkClick r:id="rId9"/>
                <a:extLst>
                  <a:ext uri="{FF2B5EF4-FFF2-40B4-BE49-F238E27FC236}">
                    <a16:creationId xmlns:a16="http://schemas.microsoft.com/office/drawing/2014/main" id="{340CA995-896B-4A13-2B9E-1F8F426A7AA9}"/>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2080057" y="5827994"/>
                <a:ext cx="268891" cy="201669"/>
              </a:xfrm>
              <a:prstGeom prst="rect">
                <a:avLst/>
              </a:prstGeom>
            </p:spPr>
          </p:pic>
          <p:pic>
            <p:nvPicPr>
              <p:cNvPr id="7" name="Graphic 6">
                <a:hlinkClick r:id="rId12"/>
                <a:extLst>
                  <a:ext uri="{FF2B5EF4-FFF2-40B4-BE49-F238E27FC236}">
                    <a16:creationId xmlns:a16="http://schemas.microsoft.com/office/drawing/2014/main" id="{94CAA987-0D29-1D20-93CD-1A14CA8C7C08}"/>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1443776" y="5811891"/>
                <a:ext cx="219258" cy="233875"/>
              </a:xfrm>
              <a:prstGeom prst="rect">
                <a:avLst/>
              </a:prstGeom>
            </p:spPr>
          </p:pic>
          <p:pic>
            <p:nvPicPr>
              <p:cNvPr id="8" name="Graphic 7">
                <a:hlinkClick r:id="rId15"/>
                <a:extLst>
                  <a:ext uri="{FF2B5EF4-FFF2-40B4-BE49-F238E27FC236}">
                    <a16:creationId xmlns:a16="http://schemas.microsoft.com/office/drawing/2014/main" id="{A1AC37CA-16F3-C735-FD92-F1672A980166}"/>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1085548" y="5820502"/>
                <a:ext cx="216653" cy="216653"/>
              </a:xfrm>
              <a:prstGeom prst="rect">
                <a:avLst/>
              </a:prstGeom>
            </p:spPr>
          </p:pic>
        </p:grpSp>
        <p:pic>
          <p:nvPicPr>
            <p:cNvPr id="4" name="Graphic 3">
              <a:hlinkClick r:id="rId18"/>
              <a:extLst>
                <a:ext uri="{FF2B5EF4-FFF2-40B4-BE49-F238E27FC236}">
                  <a16:creationId xmlns:a16="http://schemas.microsoft.com/office/drawing/2014/main" id="{70BAE64B-DB94-3DC8-A8A8-EEB3ACFD1676}"/>
                </a:ext>
              </a:extLst>
            </p:cNvPr>
            <p:cNvPicPr>
              <a:picLocks noChangeAspect="1"/>
            </p:cNvPicPr>
            <p:nvPr userDrawn="1"/>
          </p:nvPicPr>
          <p:blipFill>
            <a:blip r:embed="rId19">
              <a:extLst>
                <a:ext uri="{96DAC541-7B7A-43D3-8B79-37D633B846F1}">
                  <asvg:svgBlip xmlns:asvg="http://schemas.microsoft.com/office/drawing/2016/SVG/main" r:embed="rId20"/>
                </a:ext>
              </a:extLst>
            </a:blip>
            <a:stretch>
              <a:fillRect/>
            </a:stretch>
          </p:blipFill>
          <p:spPr>
            <a:xfrm>
              <a:off x="1085548" y="5530216"/>
              <a:ext cx="1263400" cy="178362"/>
            </a:xfrm>
            <a:prstGeom prst="rect">
              <a:avLst/>
            </a:prstGeom>
          </p:spPr>
        </p:pic>
      </p:grpSp>
    </p:spTree>
    <p:extLst>
      <p:ext uri="{BB962C8B-B14F-4D97-AF65-F5344CB8AC3E}">
        <p14:creationId xmlns:p14="http://schemas.microsoft.com/office/powerpoint/2010/main" val="94504996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Closing Slide 5">
    <p:bg>
      <p:bgPr>
        <a:solidFill>
          <a:schemeClr val="tx1"/>
        </a:solidFill>
        <a:effectLst/>
      </p:bgPr>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FDA427D0-0152-483C-954E-0CCAB2DBEED4}"/>
              </a:ext>
              <a:ext uri="{C183D7F6-B498-43B3-948B-1728B52AA6E4}">
                <adec:decorative xmlns:adec="http://schemas.microsoft.com/office/drawing/2017/decorative" val="1"/>
              </a:ext>
            </a:extLst>
          </p:cNvPr>
          <p:cNvPicPr>
            <a:picLocks noChangeAspect="1"/>
          </p:cNvPicPr>
          <p:nvPr userDrawn="1"/>
        </p:nvPicPr>
        <p:blipFill>
          <a:blip r:embed="rId2">
            <a:alphaModFix amt="20000"/>
            <a:extLst>
              <a:ext uri="{28A0092B-C50C-407E-A947-70E740481C1C}">
                <a14:useLocalDpi xmlns:a14="http://schemas.microsoft.com/office/drawing/2010/main" val="0"/>
              </a:ext>
            </a:extLst>
          </a:blip>
          <a:srcRect/>
          <a:stretch/>
        </p:blipFill>
        <p:spPr>
          <a:xfrm>
            <a:off x="10027" y="-5"/>
            <a:ext cx="12181973" cy="6858000"/>
          </a:xfrm>
          <a:prstGeom prst="rect">
            <a:avLst/>
          </a:prstGeom>
        </p:spPr>
      </p:pic>
      <p:pic>
        <p:nvPicPr>
          <p:cNvPr id="14" name="Graphic 13">
            <a:extLst>
              <a:ext uri="{FF2B5EF4-FFF2-40B4-BE49-F238E27FC236}">
                <a16:creationId xmlns:a16="http://schemas.microsoft.com/office/drawing/2014/main" id="{8F97D564-8315-D809-5C4F-F608CE37F0FD}"/>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591446" y="5451047"/>
            <a:ext cx="1515005" cy="768653"/>
          </a:xfrm>
          <a:prstGeom prst="rect">
            <a:avLst/>
          </a:prstGeom>
        </p:spPr>
      </p:pic>
      <p:cxnSp>
        <p:nvCxnSpPr>
          <p:cNvPr id="28" name="Straight Connector 27">
            <a:extLst>
              <a:ext uri="{FF2B5EF4-FFF2-40B4-BE49-F238E27FC236}">
                <a16:creationId xmlns:a16="http://schemas.microsoft.com/office/drawing/2014/main" id="{6124AE59-9BB1-33C3-114C-A9877DAEE173}"/>
              </a:ext>
              <a:ext uri="{C183D7F6-B498-43B3-948B-1728B52AA6E4}">
                <adec:decorative xmlns:adec="http://schemas.microsoft.com/office/drawing/2017/decorative" val="1"/>
              </a:ext>
            </a:extLst>
          </p:cNvPr>
          <p:cNvCxnSpPr>
            <a:cxnSpLocks/>
          </p:cNvCxnSpPr>
          <p:nvPr userDrawn="1"/>
        </p:nvCxnSpPr>
        <p:spPr>
          <a:xfrm>
            <a:off x="1085548" y="1628775"/>
            <a:ext cx="1712421"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E710C92-77B8-141B-E13F-2730E0D39E43}"/>
              </a:ext>
              <a:ext uri="{C183D7F6-B498-43B3-948B-1728B52AA6E4}">
                <adec:decorative xmlns:adec="http://schemas.microsoft.com/office/drawing/2017/decorative" val="1"/>
              </a:ext>
            </a:extLst>
          </p:cNvPr>
          <p:cNvCxnSpPr>
            <a:cxnSpLocks/>
          </p:cNvCxnSpPr>
          <p:nvPr userDrawn="1"/>
        </p:nvCxnSpPr>
        <p:spPr>
          <a:xfrm>
            <a:off x="1085548" y="4258333"/>
            <a:ext cx="2235502"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B902C28F-2B31-8137-15DC-BEDDEB07768D}"/>
              </a:ext>
            </a:extLst>
          </p:cNvPr>
          <p:cNvSpPr/>
          <p:nvPr userDrawn="1"/>
        </p:nvSpPr>
        <p:spPr>
          <a:xfrm>
            <a:off x="1085548" y="1309851"/>
            <a:ext cx="8250455" cy="318924"/>
          </a:xfrm>
          <a:prstGeom prst="rect">
            <a:avLst/>
          </a:prstGeom>
        </p:spPr>
        <p:txBody>
          <a:bodyPr wrap="square" lIns="0" tIns="0" rIns="0" bIns="72000">
            <a:spAutoFit/>
          </a:bodyPr>
          <a:lstStyle/>
          <a:p>
            <a:pPr>
              <a:lnSpc>
                <a:spcPct val="80000"/>
              </a:lnSpc>
            </a:pPr>
            <a:r>
              <a:rPr lang="en-US" altLang="en-US" sz="2000" b="0" i="0" noProof="0">
                <a:solidFill>
                  <a:schemeClr val="bg1"/>
                </a:solidFill>
                <a:latin typeface="Century Gothic" panose="020B0502020202020204" pitchFamily="34" charset="0"/>
              </a:rPr>
              <a:t>About Capco</a:t>
            </a:r>
          </a:p>
        </p:txBody>
      </p:sp>
      <p:sp>
        <p:nvSpPr>
          <p:cNvPr id="9" name="Rectangle 1">
            <a:extLst>
              <a:ext uri="{FF2B5EF4-FFF2-40B4-BE49-F238E27FC236}">
                <a16:creationId xmlns:a16="http://schemas.microsoft.com/office/drawing/2014/main" id="{37453821-EF54-035D-1333-A41466F104F7}"/>
              </a:ext>
            </a:extLst>
          </p:cNvPr>
          <p:cNvSpPr>
            <a:spLocks noChangeArrowheads="1"/>
          </p:cNvSpPr>
          <p:nvPr userDrawn="1"/>
        </p:nvSpPr>
        <p:spPr bwMode="auto">
          <a:xfrm>
            <a:off x="1085548" y="1892514"/>
            <a:ext cx="8250455" cy="1216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36000" rIns="0" bIns="0">
            <a:spAutoFit/>
          </a:bodyPr>
          <a:lstStyle/>
          <a:p>
            <a:pPr algn="l">
              <a:spcBef>
                <a:spcPts val="400"/>
              </a:spcBef>
            </a:pPr>
            <a:r>
              <a:rPr lang="en-US" altLang="en-US" sz="1000" b="0" i="0" noProof="0">
                <a:solidFill>
                  <a:schemeClr val="bg1"/>
                </a:solidFill>
                <a:latin typeface="+mn-lt"/>
                <a:cs typeface="Calibri" panose="020F0502020204030204" pitchFamily="34" charset="0"/>
              </a:rPr>
              <a:t>Capco, a Wipro company, is a global management and technology consultancy specializing in driving transformation in the energy and financial services industries. Capco operates at the intersection of business and technology by combining innovative thinking with unrivalled industry knowledge to fast-track digital initiatives for banking and payments, capital markets, wealth and asset management, insurance, and the energy sector. Capco’s cutting-edge ingenuity is brought to life through its award-winning Be Yourself At Work culture and diverse talent. </a:t>
            </a:r>
          </a:p>
          <a:p>
            <a:pPr algn="l">
              <a:spcBef>
                <a:spcPts val="400"/>
              </a:spcBef>
            </a:pPr>
            <a:endParaRPr lang="en-US" altLang="en-US" sz="1000" b="0" i="0" noProof="0">
              <a:solidFill>
                <a:schemeClr val="bg1"/>
              </a:solidFill>
              <a:latin typeface="+mn-lt"/>
              <a:cs typeface="Calibri" panose="020F0502020204030204" pitchFamily="34" charset="0"/>
            </a:endParaRPr>
          </a:p>
          <a:p>
            <a:pPr marL="0" algn="l" defTabSz="914400" rtl="0" eaLnBrk="1" latinLnBrk="0" hangingPunct="1">
              <a:spcBef>
                <a:spcPts val="400"/>
              </a:spcBef>
            </a:pPr>
            <a:r>
              <a:rPr lang="en-US" altLang="en-US" sz="1000" b="1" i="0" kern="1200" noProof="0">
                <a:solidFill>
                  <a:schemeClr val="bg1"/>
                </a:solidFill>
                <a:latin typeface="+mn-lt"/>
                <a:ea typeface="+mn-ea"/>
                <a:cs typeface="Calibri" panose="020F0502020204030204" pitchFamily="34" charset="0"/>
              </a:rPr>
              <a:t>To learn more, visit </a:t>
            </a:r>
            <a:r>
              <a:rPr lang="en-US" altLang="en-US" sz="1000" b="1" i="0" kern="1200" noProof="0">
                <a:solidFill>
                  <a:schemeClr val="bg1"/>
                </a:solidFill>
                <a:latin typeface="+mn-lt"/>
                <a:ea typeface="+mn-ea"/>
                <a:cs typeface="Calibri" panose="020F0502020204030204" pitchFamily="34" charset="0"/>
                <a:hlinkClick r:id="rId5">
                  <a:extLst>
                    <a:ext uri="{A12FA001-AC4F-418D-AE19-62706E023703}">
                      <ahyp:hlinkClr xmlns:ahyp="http://schemas.microsoft.com/office/drawing/2018/hyperlinkcolor" val="tx"/>
                    </a:ext>
                  </a:extLst>
                </a:hlinkClick>
              </a:rPr>
              <a:t>www.capco.com</a:t>
            </a:r>
            <a:r>
              <a:rPr lang="en-US" altLang="en-US" sz="1000" b="1" i="0" kern="1200" noProof="0">
                <a:solidFill>
                  <a:schemeClr val="bg1"/>
                </a:solidFill>
                <a:latin typeface="+mn-lt"/>
                <a:ea typeface="+mn-ea"/>
                <a:cs typeface="Calibri" panose="020F0502020204030204" pitchFamily="34" charset="0"/>
              </a:rPr>
              <a:t> or follow us on LinkedIn, Instagram, Facebook, and YouTube.</a:t>
            </a:r>
          </a:p>
        </p:txBody>
      </p:sp>
      <p:sp>
        <p:nvSpPr>
          <p:cNvPr id="31" name="Rectangle 30">
            <a:extLst>
              <a:ext uri="{FF2B5EF4-FFF2-40B4-BE49-F238E27FC236}">
                <a16:creationId xmlns:a16="http://schemas.microsoft.com/office/drawing/2014/main" id="{54BCD961-5D86-71F4-C20F-1EBA86A882C1}"/>
              </a:ext>
            </a:extLst>
          </p:cNvPr>
          <p:cNvSpPr/>
          <p:nvPr userDrawn="1"/>
        </p:nvSpPr>
        <p:spPr>
          <a:xfrm>
            <a:off x="1085548" y="3939409"/>
            <a:ext cx="6975424" cy="318924"/>
          </a:xfrm>
          <a:prstGeom prst="rect">
            <a:avLst/>
          </a:prstGeom>
        </p:spPr>
        <p:txBody>
          <a:bodyPr wrap="square" lIns="0" tIns="0" rIns="0" bIns="72000">
            <a:spAutoFit/>
          </a:bodyPr>
          <a:lstStyle/>
          <a:p>
            <a:pPr>
              <a:lnSpc>
                <a:spcPct val="80000"/>
              </a:lnSpc>
            </a:pPr>
            <a:r>
              <a:rPr lang="en-US" altLang="en-US" sz="2000" b="0" i="0" noProof="0">
                <a:solidFill>
                  <a:schemeClr val="bg1"/>
                </a:solidFill>
                <a:latin typeface="Century Gothic" panose="020B0502020202020204" pitchFamily="34" charset="0"/>
              </a:rPr>
              <a:t>Worldwide Offices</a:t>
            </a:r>
          </a:p>
        </p:txBody>
      </p:sp>
      <p:sp>
        <p:nvSpPr>
          <p:cNvPr id="33" name="TextBox 32">
            <a:extLst>
              <a:ext uri="{FF2B5EF4-FFF2-40B4-BE49-F238E27FC236}">
                <a16:creationId xmlns:a16="http://schemas.microsoft.com/office/drawing/2014/main" id="{B41FB7A2-889F-8600-45D8-F430A3A1D1FB}"/>
              </a:ext>
              <a:ext uri="{C183D7F6-B498-43B3-948B-1728B52AA6E4}">
                <adec:decorative xmlns:adec="http://schemas.microsoft.com/office/drawing/2017/decorative" val="1"/>
              </a:ext>
            </a:extLst>
          </p:cNvPr>
          <p:cNvSpPr txBox="1"/>
          <p:nvPr userDrawn="1"/>
        </p:nvSpPr>
        <p:spPr>
          <a:xfrm>
            <a:off x="550864" y="6610784"/>
            <a:ext cx="461962"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err="1">
                <a:ln>
                  <a:noFill/>
                </a:ln>
                <a:solidFill>
                  <a:schemeClr val="bg1">
                    <a:lumMod val="75000"/>
                  </a:schemeClr>
                </a:solidFill>
                <a:effectLst/>
                <a:uLnTx/>
                <a:uFillTx/>
                <a:latin typeface="+mn-lt"/>
                <a:cs typeface="Calibri" panose="020F0502020204030204" pitchFamily="34" charset="0"/>
              </a:rPr>
              <a:t>JN_xxxx</a:t>
            </a:r>
            <a:endParaRPr kumimoji="0" lang="en-US" sz="700" b="0" i="0" u="none" strike="noStrike" kern="1200" cap="none" spc="0" normalizeH="0" baseline="0" noProof="0">
              <a:ln>
                <a:noFill/>
              </a:ln>
              <a:solidFill>
                <a:schemeClr val="bg1">
                  <a:lumMod val="75000"/>
                </a:schemeClr>
              </a:solidFill>
              <a:effectLst/>
              <a:uLnTx/>
              <a:uFillTx/>
              <a:latin typeface="+mn-lt"/>
              <a:cs typeface="Calibri" panose="020F0502020204030204" pitchFamily="34" charset="0"/>
            </a:endParaRPr>
          </a:p>
        </p:txBody>
      </p:sp>
      <p:sp>
        <p:nvSpPr>
          <p:cNvPr id="34" name="TextBox 33">
            <a:extLst>
              <a:ext uri="{FF2B5EF4-FFF2-40B4-BE49-F238E27FC236}">
                <a16:creationId xmlns:a16="http://schemas.microsoft.com/office/drawing/2014/main" id="{BAF374E0-E88E-43AE-190A-07D9445165F2}"/>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
        <p:nvSpPr>
          <p:cNvPr id="35" name="TextBox 34">
            <a:extLst>
              <a:ext uri="{FF2B5EF4-FFF2-40B4-BE49-F238E27FC236}">
                <a16:creationId xmlns:a16="http://schemas.microsoft.com/office/drawing/2014/main" id="{E6F96816-4478-50F1-343A-A172BEF2474D}"/>
              </a:ext>
            </a:extLst>
          </p:cNvPr>
          <p:cNvSpPr txBox="1"/>
          <p:nvPr userDrawn="1"/>
        </p:nvSpPr>
        <p:spPr>
          <a:xfrm>
            <a:off x="1085549" y="4506777"/>
            <a:ext cx="8250455" cy="45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36000" rIns="0" bIns="0">
            <a:spAutoFit/>
          </a:bodyPr>
          <a:lstStyle>
            <a:defPPr>
              <a:defRPr lang="de-DE"/>
            </a:defPPr>
            <a:lvl1pPr>
              <a:spcBef>
                <a:spcPts val="400"/>
              </a:spcBef>
              <a:defRPr sz="1100">
                <a:cs typeface="Arial" pitchFamily="34" charset="0"/>
              </a:defRPr>
            </a:lvl1pPr>
            <a:lvl2pPr marL="742950" indent="-285750" eaLnBrk="0" hangingPunct="0">
              <a:defRPr>
                <a:latin typeface="Arial" pitchFamily="34" charset="0"/>
                <a:cs typeface="Arial" pitchFamily="34" charset="0"/>
              </a:defRPr>
            </a:lvl2pPr>
            <a:lvl3pPr marL="1143000" indent="-228600" eaLnBrk="0" hangingPunct="0">
              <a:defRPr>
                <a:latin typeface="Arial" pitchFamily="34" charset="0"/>
                <a:cs typeface="Arial" pitchFamily="34" charset="0"/>
              </a:defRPr>
            </a:lvl3pPr>
            <a:lvl4pPr marL="1600200" indent="-228600" eaLnBrk="0" hangingPunct="0">
              <a:defRPr>
                <a:latin typeface="Arial" pitchFamily="34" charset="0"/>
                <a:cs typeface="Arial" pitchFamily="34" charset="0"/>
              </a:defRPr>
            </a:lvl4pPr>
            <a:lvl5pPr marL="2057400" indent="-228600" eaLnBrk="0" hangingPunct="0">
              <a:defRPr>
                <a:latin typeface="Arial" pitchFamily="34" charset="0"/>
                <a:cs typeface="Arial" pitchFamily="34" charset="0"/>
              </a:defRPr>
            </a:lvl5pPr>
            <a:lvl6pPr marL="2514600" indent="-228600" eaLnBrk="0" fontAlgn="base" hangingPunct="0">
              <a:spcBef>
                <a:spcPct val="0"/>
              </a:spcBef>
              <a:spcAft>
                <a:spcPct val="0"/>
              </a:spcAft>
              <a:defRPr>
                <a:latin typeface="Arial" pitchFamily="34" charset="0"/>
                <a:cs typeface="Arial" pitchFamily="34" charset="0"/>
              </a:defRPr>
            </a:lvl6pPr>
            <a:lvl7pPr marL="2971800" indent="-228600" eaLnBrk="0" fontAlgn="base" hangingPunct="0">
              <a:spcBef>
                <a:spcPct val="0"/>
              </a:spcBef>
              <a:spcAft>
                <a:spcPct val="0"/>
              </a:spcAft>
              <a:defRPr>
                <a:latin typeface="Arial" pitchFamily="34" charset="0"/>
                <a:cs typeface="Arial" pitchFamily="34" charset="0"/>
              </a:defRPr>
            </a:lvl7pPr>
            <a:lvl8pPr marL="3429000" indent="-228600" eaLnBrk="0" fontAlgn="base" hangingPunct="0">
              <a:spcBef>
                <a:spcPct val="0"/>
              </a:spcBef>
              <a:spcAft>
                <a:spcPct val="0"/>
              </a:spcAft>
              <a:defRPr>
                <a:latin typeface="Arial" pitchFamily="34" charset="0"/>
                <a:cs typeface="Arial" pitchFamily="34" charset="0"/>
              </a:defRPr>
            </a:lvl8pPr>
            <a:lvl9pPr marL="3886200" indent="-228600" eaLnBrk="0" fontAlgn="base" hangingPunct="0">
              <a:spcBef>
                <a:spcPct val="0"/>
              </a:spcBef>
              <a:spcAft>
                <a:spcPct val="0"/>
              </a:spcAft>
              <a:defRPr>
                <a:latin typeface="Arial" pitchFamily="34" charset="0"/>
                <a:cs typeface="Arial" pitchFamily="34" charset="0"/>
              </a:defRPr>
            </a:lvl9pPr>
          </a:lstStyle>
          <a:p>
            <a:pPr marL="0" marR="0" lvl="0" indent="0" algn="l" defTabSz="1088014" rtl="0" eaLnBrk="1" fontAlgn="auto" latinLnBrk="0" hangingPunct="1">
              <a:lnSpc>
                <a:spcPct val="100000"/>
              </a:lnSpc>
              <a:spcBef>
                <a:spcPts val="0"/>
              </a:spcBef>
              <a:spcAft>
                <a:spcPts val="0"/>
              </a:spcAft>
              <a:buClrTx/>
              <a:buSzTx/>
              <a:buFontTx/>
              <a:buNone/>
              <a:tabLst/>
              <a:defRPr/>
            </a:pPr>
            <a:r>
              <a:rPr lang="en-US" altLang="en-US" sz="900" b="0" i="0" kern="1200" noProof="0">
                <a:solidFill>
                  <a:schemeClr val="bg1"/>
                </a:solidFill>
                <a:latin typeface="+mn-lt"/>
                <a:ea typeface="+mn-ea"/>
                <a:cs typeface="Calibri" panose="020F0502020204030204" pitchFamily="34" charset="0"/>
              </a:rPr>
              <a:t>Bengaluru - Electronic City </a:t>
            </a:r>
            <a:r>
              <a:rPr lang="en-US" altLang="en-US" sz="900" b="0" i="0" kern="1200" noProof="0">
                <a:solidFill>
                  <a:schemeClr val="bg1"/>
                </a:solidFill>
                <a:latin typeface="+mn-lt"/>
                <a:ea typeface="+mn-ea"/>
                <a:cs typeface="Calibri" panose="020F0502020204030204" pitchFamily="34" charset="0"/>
                <a:sym typeface="Wingdings"/>
              </a:rPr>
              <a:t> Bengaluru </a:t>
            </a:r>
            <a:r>
              <a:rPr lang="en-US" altLang="en-US" sz="900" b="0" i="0" kern="1200" noProof="0">
                <a:solidFill>
                  <a:schemeClr val="bg1"/>
                </a:solidFill>
                <a:latin typeface="+mn-lt"/>
                <a:ea typeface="+mn-ea"/>
                <a:cs typeface="Calibri" panose="020F0502020204030204" pitchFamily="34" charset="0"/>
              </a:rPr>
              <a:t>- Sarjapur Road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bg1"/>
                </a:solidFill>
                <a:latin typeface="+mn-lt"/>
                <a:ea typeface="+mn-ea"/>
                <a:cs typeface="Calibri" panose="020F0502020204030204" pitchFamily="34" charset="0"/>
                <a:sym typeface="Wingdings"/>
              </a:rPr>
              <a:t>Bangkok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Berlin  </a:t>
            </a:r>
            <a:r>
              <a:rPr lang="en-US" altLang="en-US" sz="900" b="0" i="0" kern="1200" noProof="0">
                <a:solidFill>
                  <a:schemeClr val="bg1"/>
                </a:solidFill>
                <a:latin typeface="+mn-lt"/>
                <a:ea typeface="+mn-ea"/>
                <a:cs typeface="Calibri" panose="020F0502020204030204" pitchFamily="34" charset="0"/>
              </a:rPr>
              <a:t>Bratislava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bg1"/>
                </a:solidFill>
                <a:latin typeface="+mn-lt"/>
                <a:ea typeface="+mn-ea"/>
                <a:cs typeface="Calibri" panose="020F0502020204030204" pitchFamily="34" charset="0"/>
              </a:rPr>
              <a:t>Brussels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sz="900" b="0" i="0" noProof="0">
                <a:solidFill>
                  <a:schemeClr val="bg1"/>
                </a:solidFill>
                <a:latin typeface="+mn-lt"/>
                <a:ea typeface="Arial" charset="0"/>
                <a:cs typeface="Calibri" panose="020F0502020204030204" pitchFamily="34" charset="0"/>
              </a:rPr>
              <a:t>Charlotte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a:t>
            </a:r>
            <a:r>
              <a:rPr lang="en-US" sz="900" b="0" i="0" kern="1200" noProof="0">
                <a:solidFill>
                  <a:schemeClr val="bg1"/>
                </a:solidFill>
                <a:latin typeface="+mn-lt"/>
                <a:ea typeface="Arial" charset="0"/>
                <a:cs typeface="Calibri" panose="020F0502020204030204" pitchFamily="34" charset="0"/>
              </a:rPr>
              <a:t> Chennai</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rPr>
              <a:t>Chicago</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rPr>
              <a:t>Dallas</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p>
          <a:p>
            <a:pPr marL="0" marR="0" lvl="0" indent="0" algn="l" defTabSz="1088014" rtl="0" eaLnBrk="1" fontAlgn="auto" latinLnBrk="0" hangingPunct="1">
              <a:lnSpc>
                <a:spcPct val="100000"/>
              </a:lnSpc>
              <a:spcBef>
                <a:spcPts val="0"/>
              </a:spcBef>
              <a:spcAft>
                <a:spcPts val="0"/>
              </a:spcAft>
              <a:buClrTx/>
              <a:buSzTx/>
              <a:buFontTx/>
              <a:buNone/>
              <a:tabLst/>
              <a:defRPr/>
            </a:pP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Dubai</a:t>
            </a:r>
            <a:r>
              <a:rPr lang="en-US" altLang="en-US" sz="900" b="0" i="0" kern="1200" noProof="0">
                <a:solidFill>
                  <a:schemeClr val="bg1"/>
                </a:solidFill>
                <a:latin typeface="+mn-lt"/>
                <a:ea typeface="+mn-ea"/>
                <a:cs typeface="Calibri" panose="020F0502020204030204" pitchFamily="34" charset="0"/>
              </a:rPr>
              <a:t>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bg1"/>
                </a:solidFill>
                <a:latin typeface="+mn-lt"/>
                <a:ea typeface="+mn-ea"/>
                <a:cs typeface="Calibri" panose="020F0502020204030204" pitchFamily="34" charset="0"/>
              </a:rPr>
              <a:t>Dusseldorf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bg1"/>
                </a:solidFill>
                <a:latin typeface="+mn-lt"/>
                <a:ea typeface="+mn-ea"/>
                <a:cs typeface="Calibri" panose="020F0502020204030204" pitchFamily="34" charset="0"/>
              </a:rPr>
              <a:t>Edinburgh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bg1"/>
                </a:solidFill>
                <a:latin typeface="+mn-lt"/>
                <a:ea typeface="+mn-ea"/>
                <a:cs typeface="Calibri" panose="020F0502020204030204" pitchFamily="34" charset="0"/>
              </a:rPr>
              <a:t>Frankfurt</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rPr>
              <a:t>Geneva</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Glasgow  </a:t>
            </a:r>
            <a:r>
              <a:rPr lang="en-US" sz="900">
                <a:solidFill>
                  <a:schemeClr val="bg1"/>
                </a:solidFill>
                <a:effectLst/>
                <a:latin typeface="+mn-lt"/>
                <a:ea typeface="Calibri" panose="020F0502020204030204" pitchFamily="34" charset="0"/>
              </a:rPr>
              <a:t>Gurugram</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sk-SK" sz="900" b="0" i="0" u="none" strike="noStrike">
                <a:solidFill>
                  <a:schemeClr val="bg1"/>
                </a:solidFill>
                <a:latin typeface="+mn-lt"/>
              </a:rPr>
              <a:t> </a:t>
            </a:r>
            <a:r>
              <a:rPr lang="en-US" altLang="en-US" sz="900" b="0" i="0" kern="1200" noProof="0">
                <a:solidFill>
                  <a:schemeClr val="bg1"/>
                </a:solidFill>
                <a:latin typeface="+mn-lt"/>
                <a:ea typeface="+mn-ea"/>
                <a:cs typeface="Calibri" panose="020F0502020204030204" pitchFamily="34" charset="0"/>
              </a:rPr>
              <a:t>Hong Kong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bg1"/>
                </a:solidFill>
                <a:latin typeface="+mn-lt"/>
                <a:ea typeface="+mn-ea"/>
                <a:cs typeface="Calibri" panose="020F0502020204030204" pitchFamily="34" charset="0"/>
              </a:rPr>
              <a:t>Houston</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Hyderabad  </a:t>
            </a:r>
            <a:r>
              <a:rPr lang="en-US" altLang="en-US" sz="900" b="0" i="0" kern="1200" noProof="0">
                <a:solidFill>
                  <a:schemeClr val="bg1"/>
                </a:solidFill>
                <a:latin typeface="+mn-lt"/>
                <a:ea typeface="+mn-ea"/>
                <a:cs typeface="Calibri" panose="020F0502020204030204" pitchFamily="34" charset="0"/>
              </a:rPr>
              <a:t>Kuala Lumpur</a:t>
            </a:r>
          </a:p>
          <a:p>
            <a:pPr marL="0" marR="0" lvl="0" indent="0" algn="l" defTabSz="1088014" rtl="0" eaLnBrk="1" fontAlgn="auto" latinLnBrk="0" hangingPunct="1">
              <a:lnSpc>
                <a:spcPct val="100000"/>
              </a:lnSpc>
              <a:spcBef>
                <a:spcPts val="0"/>
              </a:spcBef>
              <a:spcAft>
                <a:spcPts val="0"/>
              </a:spcAft>
              <a:buClrTx/>
              <a:buSzTx/>
              <a:buFontTx/>
              <a:buNone/>
              <a:tabLst/>
              <a:defRPr/>
            </a:pPr>
            <a:r>
              <a:rPr lang="en-US" altLang="en-US" sz="900" b="0" i="0" kern="1200" noProof="0">
                <a:solidFill>
                  <a:schemeClr val="bg1"/>
                </a:solidFill>
                <a:latin typeface="+mn-lt"/>
                <a:ea typeface="+mn-ea"/>
                <a:cs typeface="Calibri" panose="020F0502020204030204" pitchFamily="34" charset="0"/>
              </a:rPr>
              <a:t>London</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sym typeface="Wingdings"/>
              </a:rPr>
              <a:t>Milan</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sz="900">
                <a:solidFill>
                  <a:schemeClr val="bg1"/>
                </a:solidFill>
                <a:effectLst/>
                <a:latin typeface="+mn-lt"/>
                <a:ea typeface="Calibri" panose="020F0502020204030204" pitchFamily="34" charset="0"/>
              </a:rPr>
              <a:t>Mumbai</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bg1"/>
                </a:solidFill>
                <a:latin typeface="+mn-lt"/>
                <a:ea typeface="+mn-ea"/>
                <a:cs typeface="Calibri" panose="020F0502020204030204" pitchFamily="34" charset="0"/>
                <a:sym typeface="Wingdings"/>
              </a:rPr>
              <a:t> </a:t>
            </a:r>
            <a:r>
              <a:rPr lang="en-US" altLang="en-US" sz="900" b="0" i="0" kern="1200" noProof="0">
                <a:solidFill>
                  <a:schemeClr val="bg1"/>
                </a:solidFill>
                <a:latin typeface="+mn-lt"/>
                <a:ea typeface="+mn-ea"/>
                <a:cs typeface="Calibri" panose="020F0502020204030204" pitchFamily="34" charset="0"/>
              </a:rPr>
              <a:t>New York</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rPr>
              <a:t>Orlando</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rPr>
              <a:t>Paris</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sz="900" b="0" i="0" u="none" baseline="0" noProof="0">
                <a:solidFill>
                  <a:schemeClr val="bg1"/>
                </a:solidFill>
                <a:latin typeface="+mn-lt"/>
                <a:cs typeface="Calibri" panose="020F0502020204030204" pitchFamily="34" charset="0"/>
              </a:rPr>
              <a:t>Pune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São Paulo  </a:t>
            </a:r>
            <a:r>
              <a:rPr lang="en-US" altLang="en-US" sz="900" b="0" i="0" kern="1200" noProof="0">
                <a:solidFill>
                  <a:schemeClr val="bg1"/>
                </a:solidFill>
                <a:latin typeface="+mn-lt"/>
                <a:ea typeface="+mn-ea"/>
                <a:cs typeface="Calibri" panose="020F0502020204030204" pitchFamily="34" charset="0"/>
              </a:rPr>
              <a:t>Singapore</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rPr>
              <a:t>Toronto</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rPr>
              <a:t>Vienna</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Warsaw</a:t>
            </a:r>
            <a:r>
              <a:rPr lang="en-US" altLang="en-US" sz="900" b="0" i="0" kern="1200" noProof="0">
                <a:solidFill>
                  <a:schemeClr val="bg1"/>
                </a:solidFill>
                <a:latin typeface="+mn-lt"/>
                <a:ea typeface="+mn-ea"/>
                <a:cs typeface="Calibri" panose="020F0502020204030204" pitchFamily="34" charset="0"/>
              </a:rPr>
              <a:t> </a:t>
            </a:r>
            <a:r>
              <a:rPr lang="en-US" altLang="en-US" sz="900" b="0" i="0" kern="1200" noProof="0">
                <a:solidFill>
                  <a:schemeClr val="bg1"/>
                </a:solidFill>
                <a:latin typeface="+mn-lt"/>
                <a:ea typeface="+mn-ea"/>
                <a:cs typeface="Calibri" panose="020F0502020204030204" pitchFamily="34" charset="0"/>
                <a:sym typeface="Wingdings"/>
              </a:rPr>
              <a:t> </a:t>
            </a:r>
            <a:r>
              <a:rPr lang="en-US" altLang="en-US" sz="900" b="0" i="0" kern="1200" noProof="0">
                <a:solidFill>
                  <a:schemeClr val="bg1"/>
                </a:solidFill>
                <a:latin typeface="+mn-lt"/>
                <a:ea typeface="+mn-ea"/>
                <a:cs typeface="Calibri" panose="020F0502020204030204" pitchFamily="34" charset="0"/>
              </a:rPr>
              <a:t>Zurich</a:t>
            </a:r>
          </a:p>
        </p:txBody>
      </p:sp>
      <p:grpSp>
        <p:nvGrpSpPr>
          <p:cNvPr id="2" name="Group 1">
            <a:extLst>
              <a:ext uri="{FF2B5EF4-FFF2-40B4-BE49-F238E27FC236}">
                <a16:creationId xmlns:a16="http://schemas.microsoft.com/office/drawing/2014/main" id="{3C82B74E-563C-2C81-62C8-501308ADC8B8}"/>
              </a:ext>
              <a:ext uri="{C183D7F6-B498-43B3-948B-1728B52AA6E4}">
                <adec:decorative xmlns:adec="http://schemas.microsoft.com/office/drawing/2017/decorative" val="1"/>
              </a:ext>
            </a:extLst>
          </p:cNvPr>
          <p:cNvGrpSpPr/>
          <p:nvPr userDrawn="1"/>
        </p:nvGrpSpPr>
        <p:grpSpPr>
          <a:xfrm>
            <a:off x="1085548" y="5530216"/>
            <a:ext cx="1263400" cy="524118"/>
            <a:chOff x="1085548" y="5530216"/>
            <a:chExt cx="1263400" cy="524118"/>
          </a:xfrm>
        </p:grpSpPr>
        <p:grpSp>
          <p:nvGrpSpPr>
            <p:cNvPr id="3" name="Group 2">
              <a:extLst>
                <a:ext uri="{FF2B5EF4-FFF2-40B4-BE49-F238E27FC236}">
                  <a16:creationId xmlns:a16="http://schemas.microsoft.com/office/drawing/2014/main" id="{5CF5EB7F-7CBB-177E-B34D-7EA822A717C3}"/>
                </a:ext>
              </a:extLst>
            </p:cNvPr>
            <p:cNvGrpSpPr/>
            <p:nvPr userDrawn="1"/>
          </p:nvGrpSpPr>
          <p:grpSpPr>
            <a:xfrm>
              <a:off x="1085548" y="5803324"/>
              <a:ext cx="1263400" cy="251010"/>
              <a:chOff x="1085548" y="5803324"/>
              <a:chExt cx="1263400" cy="251010"/>
            </a:xfrm>
          </p:grpSpPr>
          <p:pic>
            <p:nvPicPr>
              <p:cNvPr id="5" name="Graphic 4">
                <a:hlinkClick r:id="rId6"/>
                <a:extLst>
                  <a:ext uri="{FF2B5EF4-FFF2-40B4-BE49-F238E27FC236}">
                    <a16:creationId xmlns:a16="http://schemas.microsoft.com/office/drawing/2014/main" id="{788D7BE6-E1FD-5C83-A2E4-6CBE131EE15D}"/>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804609" y="5803324"/>
                <a:ext cx="133872" cy="251010"/>
              </a:xfrm>
              <a:prstGeom prst="rect">
                <a:avLst/>
              </a:prstGeom>
            </p:spPr>
          </p:pic>
          <p:pic>
            <p:nvPicPr>
              <p:cNvPr id="6" name="Graphic 5">
                <a:hlinkClick r:id="rId9"/>
                <a:extLst>
                  <a:ext uri="{FF2B5EF4-FFF2-40B4-BE49-F238E27FC236}">
                    <a16:creationId xmlns:a16="http://schemas.microsoft.com/office/drawing/2014/main" id="{B8C2982E-E0DB-F1B2-3A2A-2B9DD9B99E70}"/>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2080057" y="5827994"/>
                <a:ext cx="268891" cy="201669"/>
              </a:xfrm>
              <a:prstGeom prst="rect">
                <a:avLst/>
              </a:prstGeom>
            </p:spPr>
          </p:pic>
          <p:pic>
            <p:nvPicPr>
              <p:cNvPr id="7" name="Graphic 6">
                <a:hlinkClick r:id="rId12"/>
                <a:extLst>
                  <a:ext uri="{FF2B5EF4-FFF2-40B4-BE49-F238E27FC236}">
                    <a16:creationId xmlns:a16="http://schemas.microsoft.com/office/drawing/2014/main" id="{09605186-954E-21B8-EBB2-861C9CF90DB8}"/>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1443776" y="5811891"/>
                <a:ext cx="219258" cy="233875"/>
              </a:xfrm>
              <a:prstGeom prst="rect">
                <a:avLst/>
              </a:prstGeom>
            </p:spPr>
          </p:pic>
          <p:pic>
            <p:nvPicPr>
              <p:cNvPr id="8" name="Graphic 7">
                <a:hlinkClick r:id="rId15"/>
                <a:extLst>
                  <a:ext uri="{FF2B5EF4-FFF2-40B4-BE49-F238E27FC236}">
                    <a16:creationId xmlns:a16="http://schemas.microsoft.com/office/drawing/2014/main" id="{82A813D5-A2EB-82D5-050C-01F17A908BFE}"/>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1085548" y="5820502"/>
                <a:ext cx="216653" cy="216653"/>
              </a:xfrm>
              <a:prstGeom prst="rect">
                <a:avLst/>
              </a:prstGeom>
            </p:spPr>
          </p:pic>
        </p:grpSp>
        <p:pic>
          <p:nvPicPr>
            <p:cNvPr id="4" name="Graphic 3">
              <a:hlinkClick r:id="rId18"/>
              <a:extLst>
                <a:ext uri="{FF2B5EF4-FFF2-40B4-BE49-F238E27FC236}">
                  <a16:creationId xmlns:a16="http://schemas.microsoft.com/office/drawing/2014/main" id="{26850D62-CAC0-5D1F-9F82-735DC688F03F}"/>
                </a:ext>
              </a:extLst>
            </p:cNvPr>
            <p:cNvPicPr>
              <a:picLocks noChangeAspect="1"/>
            </p:cNvPicPr>
            <p:nvPr userDrawn="1"/>
          </p:nvPicPr>
          <p:blipFill>
            <a:blip r:embed="rId19">
              <a:extLst>
                <a:ext uri="{96DAC541-7B7A-43D3-8B79-37D633B846F1}">
                  <asvg:svgBlip xmlns:asvg="http://schemas.microsoft.com/office/drawing/2016/SVG/main" r:embed="rId20"/>
                </a:ext>
              </a:extLst>
            </a:blip>
            <a:stretch>
              <a:fillRect/>
            </a:stretch>
          </p:blipFill>
          <p:spPr>
            <a:xfrm>
              <a:off x="1085548" y="5530216"/>
              <a:ext cx="1263400" cy="178362"/>
            </a:xfrm>
            <a:prstGeom prst="rect">
              <a:avLst/>
            </a:prstGeom>
          </p:spPr>
        </p:pic>
      </p:grpSp>
    </p:spTree>
    <p:extLst>
      <p:ext uri="{BB962C8B-B14F-4D97-AF65-F5344CB8AC3E}">
        <p14:creationId xmlns:p14="http://schemas.microsoft.com/office/powerpoint/2010/main" val="372870290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Closing Slide 6">
    <p:bg>
      <p:bgPr>
        <a:solidFill>
          <a:schemeClr val="tx1"/>
        </a:solidFill>
        <a:effectLst/>
      </p:bgPr>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2A64013C-1C6F-431E-A5AB-F015C37E300E}"/>
              </a:ext>
              <a:ext uri="{C183D7F6-B498-43B3-948B-1728B52AA6E4}">
                <adec:decorative xmlns:adec="http://schemas.microsoft.com/office/drawing/2017/decorative" val="1"/>
              </a:ext>
            </a:extLst>
          </p:cNvPr>
          <p:cNvPicPr>
            <a:picLocks noChangeAspect="1"/>
          </p:cNvPicPr>
          <p:nvPr userDrawn="1"/>
        </p:nvPicPr>
        <p:blipFill rotWithShape="1">
          <a:blip r:embed="rId2">
            <a:alphaModFix amt="23000"/>
            <a:extLst>
              <a:ext uri="{28A0092B-C50C-407E-A947-70E740481C1C}">
                <a14:useLocalDpi xmlns:a14="http://schemas.microsoft.com/office/drawing/2010/main" val="0"/>
              </a:ext>
            </a:extLst>
          </a:blip>
          <a:srcRect t="7813" b="7813"/>
          <a:stretch/>
        </p:blipFill>
        <p:spPr>
          <a:xfrm>
            <a:off x="-1" y="-5"/>
            <a:ext cx="12191999" cy="6858000"/>
          </a:xfrm>
          <a:prstGeom prst="rect">
            <a:avLst/>
          </a:prstGeom>
        </p:spPr>
      </p:pic>
      <p:pic>
        <p:nvPicPr>
          <p:cNvPr id="2" name="Graphic 1">
            <a:extLst>
              <a:ext uri="{FF2B5EF4-FFF2-40B4-BE49-F238E27FC236}">
                <a16:creationId xmlns:a16="http://schemas.microsoft.com/office/drawing/2014/main" id="{4312AE03-FA72-4BA7-49AE-E50CA3F6436D}"/>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591446" y="5451047"/>
            <a:ext cx="1515005" cy="768653"/>
          </a:xfrm>
          <a:prstGeom prst="rect">
            <a:avLst/>
          </a:prstGeom>
        </p:spPr>
      </p:pic>
      <p:cxnSp>
        <p:nvCxnSpPr>
          <p:cNvPr id="10" name="Straight Connector 9">
            <a:extLst>
              <a:ext uri="{FF2B5EF4-FFF2-40B4-BE49-F238E27FC236}">
                <a16:creationId xmlns:a16="http://schemas.microsoft.com/office/drawing/2014/main" id="{CDFA8872-BF16-1CAB-0503-DB9F3869C4D9}"/>
              </a:ext>
              <a:ext uri="{C183D7F6-B498-43B3-948B-1728B52AA6E4}">
                <adec:decorative xmlns:adec="http://schemas.microsoft.com/office/drawing/2017/decorative" val="1"/>
              </a:ext>
            </a:extLst>
          </p:cNvPr>
          <p:cNvCxnSpPr>
            <a:cxnSpLocks/>
          </p:cNvCxnSpPr>
          <p:nvPr userDrawn="1"/>
        </p:nvCxnSpPr>
        <p:spPr>
          <a:xfrm>
            <a:off x="1085548" y="1628775"/>
            <a:ext cx="1712421"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0CF06AA-79AD-D5D2-7E73-9243DC8E762A}"/>
              </a:ext>
              <a:ext uri="{C183D7F6-B498-43B3-948B-1728B52AA6E4}">
                <adec:decorative xmlns:adec="http://schemas.microsoft.com/office/drawing/2017/decorative" val="1"/>
              </a:ext>
            </a:extLst>
          </p:cNvPr>
          <p:cNvCxnSpPr>
            <a:cxnSpLocks/>
          </p:cNvCxnSpPr>
          <p:nvPr userDrawn="1"/>
        </p:nvCxnSpPr>
        <p:spPr>
          <a:xfrm>
            <a:off x="1085548" y="4258333"/>
            <a:ext cx="2235502"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127CC377-8395-130F-AB2E-A8A91EB8D711}"/>
              </a:ext>
            </a:extLst>
          </p:cNvPr>
          <p:cNvSpPr/>
          <p:nvPr userDrawn="1"/>
        </p:nvSpPr>
        <p:spPr>
          <a:xfrm>
            <a:off x="1085548" y="1309851"/>
            <a:ext cx="8250455" cy="318924"/>
          </a:xfrm>
          <a:prstGeom prst="rect">
            <a:avLst/>
          </a:prstGeom>
        </p:spPr>
        <p:txBody>
          <a:bodyPr wrap="square" lIns="0" tIns="0" rIns="0" bIns="72000">
            <a:spAutoFit/>
          </a:bodyPr>
          <a:lstStyle/>
          <a:p>
            <a:pPr>
              <a:lnSpc>
                <a:spcPct val="80000"/>
              </a:lnSpc>
            </a:pPr>
            <a:r>
              <a:rPr lang="en-US" altLang="en-US" sz="2000" b="0" i="0" noProof="0">
                <a:solidFill>
                  <a:schemeClr val="bg1"/>
                </a:solidFill>
                <a:latin typeface="Century Gothic" panose="020B0502020202020204" pitchFamily="34" charset="0"/>
              </a:rPr>
              <a:t>About Capco</a:t>
            </a:r>
          </a:p>
        </p:txBody>
      </p:sp>
      <p:sp>
        <p:nvSpPr>
          <p:cNvPr id="26" name="Rectangle 1">
            <a:extLst>
              <a:ext uri="{FF2B5EF4-FFF2-40B4-BE49-F238E27FC236}">
                <a16:creationId xmlns:a16="http://schemas.microsoft.com/office/drawing/2014/main" id="{1BCB4FEA-EBD0-A5AE-CB4E-3C73D979711F}"/>
              </a:ext>
            </a:extLst>
          </p:cNvPr>
          <p:cNvSpPr>
            <a:spLocks noChangeArrowheads="1"/>
          </p:cNvSpPr>
          <p:nvPr userDrawn="1"/>
        </p:nvSpPr>
        <p:spPr bwMode="auto">
          <a:xfrm>
            <a:off x="1085548" y="1892514"/>
            <a:ext cx="8250455" cy="1216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36000" rIns="0" bIns="0">
            <a:spAutoFit/>
          </a:bodyPr>
          <a:lstStyle/>
          <a:p>
            <a:pPr algn="l">
              <a:spcBef>
                <a:spcPts val="400"/>
              </a:spcBef>
            </a:pPr>
            <a:r>
              <a:rPr lang="en-US" altLang="en-US" sz="1000" b="0" i="0" noProof="0">
                <a:solidFill>
                  <a:schemeClr val="bg1"/>
                </a:solidFill>
                <a:latin typeface="+mn-lt"/>
                <a:cs typeface="Calibri" panose="020F0502020204030204" pitchFamily="34" charset="0"/>
              </a:rPr>
              <a:t>Capco, a Wipro company, is a global management and technology consultancy specializing in driving transformation in the energy and financial services industries. Capco operates at the intersection of business and technology by combining innovative thinking with unrivalled industry knowledge to fast-track digital initiatives for banking and payments, capital markets, wealth and asset management, insurance, and the energy sector. Capco’s cutting-edge ingenuity is brought to life through its award-winning Be Yourself At Work culture and diverse talent. </a:t>
            </a:r>
          </a:p>
          <a:p>
            <a:pPr algn="l">
              <a:spcBef>
                <a:spcPts val="400"/>
              </a:spcBef>
            </a:pPr>
            <a:endParaRPr lang="en-US" altLang="en-US" sz="1000" b="0" i="0" noProof="0">
              <a:solidFill>
                <a:schemeClr val="bg1"/>
              </a:solidFill>
              <a:latin typeface="+mn-lt"/>
              <a:cs typeface="Calibri" panose="020F0502020204030204" pitchFamily="34" charset="0"/>
            </a:endParaRPr>
          </a:p>
          <a:p>
            <a:pPr marL="0" algn="l" defTabSz="914400" rtl="0" eaLnBrk="1" latinLnBrk="0" hangingPunct="1">
              <a:spcBef>
                <a:spcPts val="400"/>
              </a:spcBef>
            </a:pPr>
            <a:r>
              <a:rPr lang="en-US" altLang="en-US" sz="1000" b="1" i="0" kern="1200" noProof="0">
                <a:solidFill>
                  <a:schemeClr val="bg1"/>
                </a:solidFill>
                <a:latin typeface="+mn-lt"/>
                <a:ea typeface="+mn-ea"/>
                <a:cs typeface="Calibri" panose="020F0502020204030204" pitchFamily="34" charset="0"/>
              </a:rPr>
              <a:t>To learn more, visit </a:t>
            </a:r>
            <a:r>
              <a:rPr lang="en-US" altLang="en-US" sz="1000" b="1" i="0" kern="1200" noProof="0">
                <a:solidFill>
                  <a:schemeClr val="bg1"/>
                </a:solidFill>
                <a:latin typeface="+mn-lt"/>
                <a:ea typeface="+mn-ea"/>
                <a:cs typeface="Calibri" panose="020F0502020204030204" pitchFamily="34" charset="0"/>
                <a:hlinkClick r:id="rId5">
                  <a:extLst>
                    <a:ext uri="{A12FA001-AC4F-418D-AE19-62706E023703}">
                      <ahyp:hlinkClr xmlns:ahyp="http://schemas.microsoft.com/office/drawing/2018/hyperlinkcolor" val="tx"/>
                    </a:ext>
                  </a:extLst>
                </a:hlinkClick>
              </a:rPr>
              <a:t>www.capco.com</a:t>
            </a:r>
            <a:r>
              <a:rPr lang="en-US" altLang="en-US" sz="1000" b="1" i="0" kern="1200" noProof="0">
                <a:solidFill>
                  <a:schemeClr val="bg1"/>
                </a:solidFill>
                <a:latin typeface="+mn-lt"/>
                <a:ea typeface="+mn-ea"/>
                <a:cs typeface="Calibri" panose="020F0502020204030204" pitchFamily="34" charset="0"/>
              </a:rPr>
              <a:t> or follow us on LinkedIn, Instagram, Facebook, and YouTube.</a:t>
            </a:r>
          </a:p>
        </p:txBody>
      </p:sp>
      <p:sp>
        <p:nvSpPr>
          <p:cNvPr id="15" name="Rectangle 14">
            <a:extLst>
              <a:ext uri="{FF2B5EF4-FFF2-40B4-BE49-F238E27FC236}">
                <a16:creationId xmlns:a16="http://schemas.microsoft.com/office/drawing/2014/main" id="{172C45E9-ABEE-B348-234A-9711B515F638}"/>
              </a:ext>
            </a:extLst>
          </p:cNvPr>
          <p:cNvSpPr/>
          <p:nvPr userDrawn="1"/>
        </p:nvSpPr>
        <p:spPr>
          <a:xfrm>
            <a:off x="1085548" y="3939409"/>
            <a:ext cx="6975424" cy="318924"/>
          </a:xfrm>
          <a:prstGeom prst="rect">
            <a:avLst/>
          </a:prstGeom>
        </p:spPr>
        <p:txBody>
          <a:bodyPr wrap="square" lIns="0" tIns="0" rIns="0" bIns="72000">
            <a:spAutoFit/>
          </a:bodyPr>
          <a:lstStyle/>
          <a:p>
            <a:pPr>
              <a:lnSpc>
                <a:spcPct val="80000"/>
              </a:lnSpc>
            </a:pPr>
            <a:r>
              <a:rPr lang="en-US" altLang="en-US" sz="2000" b="0" i="0" noProof="0">
                <a:solidFill>
                  <a:schemeClr val="bg1"/>
                </a:solidFill>
                <a:latin typeface="Century Gothic" panose="020B0502020202020204" pitchFamily="34" charset="0"/>
              </a:rPr>
              <a:t>Worldwide Offices</a:t>
            </a:r>
          </a:p>
        </p:txBody>
      </p:sp>
      <p:sp>
        <p:nvSpPr>
          <p:cNvPr id="17" name="TextBox 16">
            <a:extLst>
              <a:ext uri="{FF2B5EF4-FFF2-40B4-BE49-F238E27FC236}">
                <a16:creationId xmlns:a16="http://schemas.microsoft.com/office/drawing/2014/main" id="{BBDD4A61-1020-49F0-ABDA-3A837B750D7F}"/>
              </a:ext>
              <a:ext uri="{C183D7F6-B498-43B3-948B-1728B52AA6E4}">
                <adec:decorative xmlns:adec="http://schemas.microsoft.com/office/drawing/2017/decorative" val="1"/>
              </a:ext>
            </a:extLst>
          </p:cNvPr>
          <p:cNvSpPr txBox="1"/>
          <p:nvPr userDrawn="1"/>
        </p:nvSpPr>
        <p:spPr>
          <a:xfrm>
            <a:off x="550864" y="6610784"/>
            <a:ext cx="461962"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err="1">
                <a:ln>
                  <a:noFill/>
                </a:ln>
                <a:solidFill>
                  <a:schemeClr val="bg1">
                    <a:lumMod val="75000"/>
                  </a:schemeClr>
                </a:solidFill>
                <a:effectLst/>
                <a:uLnTx/>
                <a:uFillTx/>
                <a:latin typeface="+mn-lt"/>
                <a:cs typeface="Calibri" panose="020F0502020204030204" pitchFamily="34" charset="0"/>
              </a:rPr>
              <a:t>JN_xxxx</a:t>
            </a:r>
            <a:endParaRPr kumimoji="0" lang="en-US" sz="700" b="0" i="0" u="none" strike="noStrike" kern="1200" cap="none" spc="0" normalizeH="0" baseline="0" noProof="0">
              <a:ln>
                <a:noFill/>
              </a:ln>
              <a:solidFill>
                <a:schemeClr val="bg1">
                  <a:lumMod val="75000"/>
                </a:schemeClr>
              </a:solidFill>
              <a:effectLst/>
              <a:uLnTx/>
              <a:uFillTx/>
              <a:latin typeface="+mn-lt"/>
              <a:cs typeface="Calibri" panose="020F0502020204030204" pitchFamily="34" charset="0"/>
            </a:endParaRPr>
          </a:p>
        </p:txBody>
      </p:sp>
      <p:sp>
        <p:nvSpPr>
          <p:cNvPr id="18" name="TextBox 17">
            <a:extLst>
              <a:ext uri="{FF2B5EF4-FFF2-40B4-BE49-F238E27FC236}">
                <a16:creationId xmlns:a16="http://schemas.microsoft.com/office/drawing/2014/main" id="{060B8907-EE6B-AC6F-B9D9-297CDADF9709}"/>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
        <p:nvSpPr>
          <p:cNvPr id="23" name="TextBox 22">
            <a:extLst>
              <a:ext uri="{FF2B5EF4-FFF2-40B4-BE49-F238E27FC236}">
                <a16:creationId xmlns:a16="http://schemas.microsoft.com/office/drawing/2014/main" id="{17D0A780-595C-C236-7B7D-DE216E4343B0}"/>
              </a:ext>
            </a:extLst>
          </p:cNvPr>
          <p:cNvSpPr txBox="1"/>
          <p:nvPr userDrawn="1"/>
        </p:nvSpPr>
        <p:spPr>
          <a:xfrm>
            <a:off x="1085549" y="4506777"/>
            <a:ext cx="8250455" cy="45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36000" rIns="0" bIns="0">
            <a:spAutoFit/>
          </a:bodyPr>
          <a:lstStyle>
            <a:defPPr>
              <a:defRPr lang="de-DE"/>
            </a:defPPr>
            <a:lvl1pPr>
              <a:spcBef>
                <a:spcPts val="400"/>
              </a:spcBef>
              <a:defRPr sz="1100">
                <a:cs typeface="Arial" pitchFamily="34" charset="0"/>
              </a:defRPr>
            </a:lvl1pPr>
            <a:lvl2pPr marL="742950" indent="-285750" eaLnBrk="0" hangingPunct="0">
              <a:defRPr>
                <a:latin typeface="Arial" pitchFamily="34" charset="0"/>
                <a:cs typeface="Arial" pitchFamily="34" charset="0"/>
              </a:defRPr>
            </a:lvl2pPr>
            <a:lvl3pPr marL="1143000" indent="-228600" eaLnBrk="0" hangingPunct="0">
              <a:defRPr>
                <a:latin typeface="Arial" pitchFamily="34" charset="0"/>
                <a:cs typeface="Arial" pitchFamily="34" charset="0"/>
              </a:defRPr>
            </a:lvl3pPr>
            <a:lvl4pPr marL="1600200" indent="-228600" eaLnBrk="0" hangingPunct="0">
              <a:defRPr>
                <a:latin typeface="Arial" pitchFamily="34" charset="0"/>
                <a:cs typeface="Arial" pitchFamily="34" charset="0"/>
              </a:defRPr>
            </a:lvl4pPr>
            <a:lvl5pPr marL="2057400" indent="-228600" eaLnBrk="0" hangingPunct="0">
              <a:defRPr>
                <a:latin typeface="Arial" pitchFamily="34" charset="0"/>
                <a:cs typeface="Arial" pitchFamily="34" charset="0"/>
              </a:defRPr>
            </a:lvl5pPr>
            <a:lvl6pPr marL="2514600" indent="-228600" eaLnBrk="0" fontAlgn="base" hangingPunct="0">
              <a:spcBef>
                <a:spcPct val="0"/>
              </a:spcBef>
              <a:spcAft>
                <a:spcPct val="0"/>
              </a:spcAft>
              <a:defRPr>
                <a:latin typeface="Arial" pitchFamily="34" charset="0"/>
                <a:cs typeface="Arial" pitchFamily="34" charset="0"/>
              </a:defRPr>
            </a:lvl6pPr>
            <a:lvl7pPr marL="2971800" indent="-228600" eaLnBrk="0" fontAlgn="base" hangingPunct="0">
              <a:spcBef>
                <a:spcPct val="0"/>
              </a:spcBef>
              <a:spcAft>
                <a:spcPct val="0"/>
              </a:spcAft>
              <a:defRPr>
                <a:latin typeface="Arial" pitchFamily="34" charset="0"/>
                <a:cs typeface="Arial" pitchFamily="34" charset="0"/>
              </a:defRPr>
            </a:lvl7pPr>
            <a:lvl8pPr marL="3429000" indent="-228600" eaLnBrk="0" fontAlgn="base" hangingPunct="0">
              <a:spcBef>
                <a:spcPct val="0"/>
              </a:spcBef>
              <a:spcAft>
                <a:spcPct val="0"/>
              </a:spcAft>
              <a:defRPr>
                <a:latin typeface="Arial" pitchFamily="34" charset="0"/>
                <a:cs typeface="Arial" pitchFamily="34" charset="0"/>
              </a:defRPr>
            </a:lvl8pPr>
            <a:lvl9pPr marL="3886200" indent="-228600" eaLnBrk="0" fontAlgn="base" hangingPunct="0">
              <a:spcBef>
                <a:spcPct val="0"/>
              </a:spcBef>
              <a:spcAft>
                <a:spcPct val="0"/>
              </a:spcAft>
              <a:defRPr>
                <a:latin typeface="Arial" pitchFamily="34" charset="0"/>
                <a:cs typeface="Arial" pitchFamily="34" charset="0"/>
              </a:defRPr>
            </a:lvl9pPr>
          </a:lstStyle>
          <a:p>
            <a:pPr marL="0" marR="0" lvl="0" indent="0" algn="l" defTabSz="1088014" rtl="0" eaLnBrk="1" fontAlgn="auto" latinLnBrk="0" hangingPunct="1">
              <a:lnSpc>
                <a:spcPct val="100000"/>
              </a:lnSpc>
              <a:spcBef>
                <a:spcPts val="0"/>
              </a:spcBef>
              <a:spcAft>
                <a:spcPts val="0"/>
              </a:spcAft>
              <a:buClrTx/>
              <a:buSzTx/>
              <a:buFontTx/>
              <a:buNone/>
              <a:tabLst/>
              <a:defRPr/>
            </a:pPr>
            <a:r>
              <a:rPr lang="en-US" altLang="en-US" sz="900" b="0" i="0" kern="1200" noProof="0">
                <a:solidFill>
                  <a:schemeClr val="bg1"/>
                </a:solidFill>
                <a:latin typeface="+mn-lt"/>
                <a:ea typeface="+mn-ea"/>
                <a:cs typeface="Calibri" panose="020F0502020204030204" pitchFamily="34" charset="0"/>
              </a:rPr>
              <a:t>Bengaluru - Electronic City </a:t>
            </a:r>
            <a:r>
              <a:rPr lang="en-US" altLang="en-US" sz="900" b="0" i="0" kern="1200" noProof="0">
                <a:solidFill>
                  <a:schemeClr val="bg1"/>
                </a:solidFill>
                <a:latin typeface="+mn-lt"/>
                <a:ea typeface="+mn-ea"/>
                <a:cs typeface="Calibri" panose="020F0502020204030204" pitchFamily="34" charset="0"/>
                <a:sym typeface="Wingdings"/>
              </a:rPr>
              <a:t> Bengaluru </a:t>
            </a:r>
            <a:r>
              <a:rPr lang="en-US" altLang="en-US" sz="900" b="0" i="0" kern="1200" noProof="0">
                <a:solidFill>
                  <a:schemeClr val="bg1"/>
                </a:solidFill>
                <a:latin typeface="+mn-lt"/>
                <a:ea typeface="+mn-ea"/>
                <a:cs typeface="Calibri" panose="020F0502020204030204" pitchFamily="34" charset="0"/>
              </a:rPr>
              <a:t>- Sarjapur Road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bg1"/>
                </a:solidFill>
                <a:latin typeface="+mn-lt"/>
                <a:ea typeface="+mn-ea"/>
                <a:cs typeface="Calibri" panose="020F0502020204030204" pitchFamily="34" charset="0"/>
                <a:sym typeface="Wingdings"/>
              </a:rPr>
              <a:t>Bangkok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Berlin  </a:t>
            </a:r>
            <a:r>
              <a:rPr lang="en-US" altLang="en-US" sz="900" b="0" i="0" kern="1200" noProof="0">
                <a:solidFill>
                  <a:schemeClr val="bg1"/>
                </a:solidFill>
                <a:latin typeface="+mn-lt"/>
                <a:ea typeface="+mn-ea"/>
                <a:cs typeface="Calibri" panose="020F0502020204030204" pitchFamily="34" charset="0"/>
              </a:rPr>
              <a:t>Bratislava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bg1"/>
                </a:solidFill>
                <a:latin typeface="+mn-lt"/>
                <a:ea typeface="+mn-ea"/>
                <a:cs typeface="Calibri" panose="020F0502020204030204" pitchFamily="34" charset="0"/>
              </a:rPr>
              <a:t>Brussels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sz="900" b="0" i="0" noProof="0">
                <a:solidFill>
                  <a:schemeClr val="bg1"/>
                </a:solidFill>
                <a:latin typeface="+mn-lt"/>
                <a:ea typeface="Arial" charset="0"/>
                <a:cs typeface="Calibri" panose="020F0502020204030204" pitchFamily="34" charset="0"/>
              </a:rPr>
              <a:t>Charlotte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a:t>
            </a:r>
            <a:r>
              <a:rPr lang="en-US" sz="900" b="0" i="0" kern="1200" noProof="0">
                <a:solidFill>
                  <a:schemeClr val="bg1"/>
                </a:solidFill>
                <a:latin typeface="+mn-lt"/>
                <a:ea typeface="Arial" charset="0"/>
                <a:cs typeface="Calibri" panose="020F0502020204030204" pitchFamily="34" charset="0"/>
              </a:rPr>
              <a:t> Chennai</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rPr>
              <a:t>Chicago</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rPr>
              <a:t>Dallas</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p>
          <a:p>
            <a:pPr marL="0" marR="0" lvl="0" indent="0" algn="l" defTabSz="1088014" rtl="0" eaLnBrk="1" fontAlgn="auto" latinLnBrk="0" hangingPunct="1">
              <a:lnSpc>
                <a:spcPct val="100000"/>
              </a:lnSpc>
              <a:spcBef>
                <a:spcPts val="0"/>
              </a:spcBef>
              <a:spcAft>
                <a:spcPts val="0"/>
              </a:spcAft>
              <a:buClrTx/>
              <a:buSzTx/>
              <a:buFontTx/>
              <a:buNone/>
              <a:tabLst/>
              <a:defRPr/>
            </a:pP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Dubai</a:t>
            </a:r>
            <a:r>
              <a:rPr lang="en-US" altLang="en-US" sz="900" b="0" i="0" kern="1200" noProof="0">
                <a:solidFill>
                  <a:schemeClr val="bg1"/>
                </a:solidFill>
                <a:latin typeface="+mn-lt"/>
                <a:ea typeface="+mn-ea"/>
                <a:cs typeface="Calibri" panose="020F0502020204030204" pitchFamily="34" charset="0"/>
              </a:rPr>
              <a:t>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bg1"/>
                </a:solidFill>
                <a:latin typeface="+mn-lt"/>
                <a:ea typeface="+mn-ea"/>
                <a:cs typeface="Calibri" panose="020F0502020204030204" pitchFamily="34" charset="0"/>
              </a:rPr>
              <a:t>Dusseldorf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bg1"/>
                </a:solidFill>
                <a:latin typeface="+mn-lt"/>
                <a:ea typeface="+mn-ea"/>
                <a:cs typeface="Calibri" panose="020F0502020204030204" pitchFamily="34" charset="0"/>
              </a:rPr>
              <a:t>Edinburgh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bg1"/>
                </a:solidFill>
                <a:latin typeface="+mn-lt"/>
                <a:ea typeface="+mn-ea"/>
                <a:cs typeface="Calibri" panose="020F0502020204030204" pitchFamily="34" charset="0"/>
              </a:rPr>
              <a:t>Frankfurt</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rPr>
              <a:t>Geneva</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Glasgow  </a:t>
            </a:r>
            <a:r>
              <a:rPr lang="en-US" sz="900">
                <a:solidFill>
                  <a:schemeClr val="bg1"/>
                </a:solidFill>
                <a:effectLst/>
                <a:latin typeface="+mn-lt"/>
                <a:ea typeface="Calibri" panose="020F0502020204030204" pitchFamily="34" charset="0"/>
              </a:rPr>
              <a:t>Gurugram</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sk-SK" sz="900" b="0" i="0" u="none" strike="noStrike">
                <a:solidFill>
                  <a:schemeClr val="bg1"/>
                </a:solidFill>
                <a:latin typeface="+mn-lt"/>
              </a:rPr>
              <a:t> </a:t>
            </a:r>
            <a:r>
              <a:rPr lang="en-US" altLang="en-US" sz="900" b="0" i="0" kern="1200" noProof="0">
                <a:solidFill>
                  <a:schemeClr val="bg1"/>
                </a:solidFill>
                <a:latin typeface="+mn-lt"/>
                <a:ea typeface="+mn-ea"/>
                <a:cs typeface="Calibri" panose="020F0502020204030204" pitchFamily="34" charset="0"/>
              </a:rPr>
              <a:t>Hong Kong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bg1"/>
                </a:solidFill>
                <a:latin typeface="+mn-lt"/>
                <a:ea typeface="+mn-ea"/>
                <a:cs typeface="Calibri" panose="020F0502020204030204" pitchFamily="34" charset="0"/>
              </a:rPr>
              <a:t>Houston</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Hyderabad  </a:t>
            </a:r>
            <a:r>
              <a:rPr lang="en-US" altLang="en-US" sz="900" b="0" i="0" kern="1200" noProof="0">
                <a:solidFill>
                  <a:schemeClr val="bg1"/>
                </a:solidFill>
                <a:latin typeface="+mn-lt"/>
                <a:ea typeface="+mn-ea"/>
                <a:cs typeface="Calibri" panose="020F0502020204030204" pitchFamily="34" charset="0"/>
              </a:rPr>
              <a:t>Kuala Lumpur</a:t>
            </a:r>
          </a:p>
          <a:p>
            <a:pPr marL="0" marR="0" lvl="0" indent="0" algn="l" defTabSz="1088014" rtl="0" eaLnBrk="1" fontAlgn="auto" latinLnBrk="0" hangingPunct="1">
              <a:lnSpc>
                <a:spcPct val="100000"/>
              </a:lnSpc>
              <a:spcBef>
                <a:spcPts val="0"/>
              </a:spcBef>
              <a:spcAft>
                <a:spcPts val="0"/>
              </a:spcAft>
              <a:buClrTx/>
              <a:buSzTx/>
              <a:buFontTx/>
              <a:buNone/>
              <a:tabLst/>
              <a:defRPr/>
            </a:pPr>
            <a:r>
              <a:rPr lang="en-US" altLang="en-US" sz="900" b="0" i="0" kern="1200" noProof="0">
                <a:solidFill>
                  <a:schemeClr val="bg1"/>
                </a:solidFill>
                <a:latin typeface="+mn-lt"/>
                <a:ea typeface="+mn-ea"/>
                <a:cs typeface="Calibri" panose="020F0502020204030204" pitchFamily="34" charset="0"/>
              </a:rPr>
              <a:t>London</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sym typeface="Wingdings"/>
              </a:rPr>
              <a:t>Milan</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sz="900">
                <a:solidFill>
                  <a:schemeClr val="bg1"/>
                </a:solidFill>
                <a:effectLst/>
                <a:latin typeface="+mn-lt"/>
                <a:ea typeface="Calibri" panose="020F0502020204030204" pitchFamily="34" charset="0"/>
              </a:rPr>
              <a:t>Mumbai</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a:t>
            </a:r>
            <a:r>
              <a:rPr lang="en-US" altLang="en-US" sz="900" b="0" i="0" kern="1200" noProof="0">
                <a:solidFill>
                  <a:schemeClr val="bg1"/>
                </a:solidFill>
                <a:latin typeface="+mn-lt"/>
                <a:ea typeface="+mn-ea"/>
                <a:cs typeface="Calibri" panose="020F0502020204030204" pitchFamily="34" charset="0"/>
                <a:sym typeface="Wingdings"/>
              </a:rPr>
              <a:t> </a:t>
            </a:r>
            <a:r>
              <a:rPr lang="en-US" altLang="en-US" sz="900" b="0" i="0" kern="1200" noProof="0">
                <a:solidFill>
                  <a:schemeClr val="bg1"/>
                </a:solidFill>
                <a:latin typeface="+mn-lt"/>
                <a:ea typeface="+mn-ea"/>
                <a:cs typeface="Calibri" panose="020F0502020204030204" pitchFamily="34" charset="0"/>
              </a:rPr>
              <a:t>New York</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rPr>
              <a:t>Orlando</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rPr>
              <a:t>Paris</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sz="900" b="0" i="0" u="none" baseline="0" noProof="0">
                <a:solidFill>
                  <a:schemeClr val="bg1"/>
                </a:solidFill>
                <a:latin typeface="+mn-lt"/>
                <a:cs typeface="Calibri" panose="020F0502020204030204" pitchFamily="34" charset="0"/>
              </a:rPr>
              <a:t>Pune </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São Paulo  </a:t>
            </a:r>
            <a:r>
              <a:rPr lang="en-US" altLang="en-US" sz="900" b="0" i="0" kern="1200" noProof="0">
                <a:solidFill>
                  <a:schemeClr val="bg1"/>
                </a:solidFill>
                <a:latin typeface="+mn-lt"/>
                <a:ea typeface="+mn-ea"/>
                <a:cs typeface="Calibri" panose="020F0502020204030204" pitchFamily="34" charset="0"/>
              </a:rPr>
              <a:t>Singapore</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rPr>
              <a:t>Toronto</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a:t>
            </a:r>
            <a:r>
              <a:rPr lang="en-US" altLang="en-US" sz="900" b="0" i="0" kern="1200" noProof="0">
                <a:solidFill>
                  <a:schemeClr val="bg1"/>
                </a:solidFill>
                <a:latin typeface="+mn-lt"/>
                <a:ea typeface="+mn-ea"/>
                <a:cs typeface="Calibri" panose="020F0502020204030204" pitchFamily="34" charset="0"/>
              </a:rPr>
              <a:t>Vienna</a:t>
            </a:r>
            <a:r>
              <a:rPr lang="en-US" altLang="en-US" sz="900" b="0" i="0" kern="1200" noProof="0">
                <a:solidFill>
                  <a:schemeClr val="bg1"/>
                </a:solidFill>
                <a:latin typeface="+mn-lt"/>
                <a:ea typeface="+mn-ea"/>
                <a:cs typeface="Calibri" panose="020F0502020204030204" pitchFamily="34" charset="0"/>
                <a:sym typeface="Wingdings" panose="05000000000000000000" pitchFamily="2" charset="2"/>
              </a:rPr>
              <a:t>  Warsaw</a:t>
            </a:r>
            <a:r>
              <a:rPr lang="en-US" altLang="en-US" sz="900" b="0" i="0" kern="1200" noProof="0">
                <a:solidFill>
                  <a:schemeClr val="bg1"/>
                </a:solidFill>
                <a:latin typeface="+mn-lt"/>
                <a:ea typeface="+mn-ea"/>
                <a:cs typeface="Calibri" panose="020F0502020204030204" pitchFamily="34" charset="0"/>
              </a:rPr>
              <a:t> </a:t>
            </a:r>
            <a:r>
              <a:rPr lang="en-US" altLang="en-US" sz="900" b="0" i="0" kern="1200" noProof="0">
                <a:solidFill>
                  <a:schemeClr val="bg1"/>
                </a:solidFill>
                <a:latin typeface="+mn-lt"/>
                <a:ea typeface="+mn-ea"/>
                <a:cs typeface="Calibri" panose="020F0502020204030204" pitchFamily="34" charset="0"/>
                <a:sym typeface="Wingdings"/>
              </a:rPr>
              <a:t> </a:t>
            </a:r>
            <a:r>
              <a:rPr lang="en-US" altLang="en-US" sz="900" b="0" i="0" kern="1200" noProof="0">
                <a:solidFill>
                  <a:schemeClr val="bg1"/>
                </a:solidFill>
                <a:latin typeface="+mn-lt"/>
                <a:ea typeface="+mn-ea"/>
                <a:cs typeface="Calibri" panose="020F0502020204030204" pitchFamily="34" charset="0"/>
              </a:rPr>
              <a:t>Zurich</a:t>
            </a:r>
          </a:p>
        </p:txBody>
      </p:sp>
      <p:grpSp>
        <p:nvGrpSpPr>
          <p:cNvPr id="11" name="Group 10">
            <a:extLst>
              <a:ext uri="{FF2B5EF4-FFF2-40B4-BE49-F238E27FC236}">
                <a16:creationId xmlns:a16="http://schemas.microsoft.com/office/drawing/2014/main" id="{A57B2440-6FE6-BF6D-784A-E3EDD978F276}"/>
              </a:ext>
              <a:ext uri="{C183D7F6-B498-43B3-948B-1728B52AA6E4}">
                <adec:decorative xmlns:adec="http://schemas.microsoft.com/office/drawing/2017/decorative" val="1"/>
              </a:ext>
            </a:extLst>
          </p:cNvPr>
          <p:cNvGrpSpPr/>
          <p:nvPr userDrawn="1"/>
        </p:nvGrpSpPr>
        <p:grpSpPr>
          <a:xfrm>
            <a:off x="1085548" y="5530216"/>
            <a:ext cx="1263400" cy="524118"/>
            <a:chOff x="1085548" y="5530216"/>
            <a:chExt cx="1263400" cy="524118"/>
          </a:xfrm>
        </p:grpSpPr>
        <p:grpSp>
          <p:nvGrpSpPr>
            <p:cNvPr id="14" name="Group 13">
              <a:extLst>
                <a:ext uri="{FF2B5EF4-FFF2-40B4-BE49-F238E27FC236}">
                  <a16:creationId xmlns:a16="http://schemas.microsoft.com/office/drawing/2014/main" id="{47E337ED-0FA1-5959-4403-FA900F5F612F}"/>
                </a:ext>
              </a:extLst>
            </p:cNvPr>
            <p:cNvGrpSpPr/>
            <p:nvPr userDrawn="1"/>
          </p:nvGrpSpPr>
          <p:grpSpPr>
            <a:xfrm>
              <a:off x="1085548" y="5803324"/>
              <a:ext cx="1263400" cy="251010"/>
              <a:chOff x="1085548" y="5803324"/>
              <a:chExt cx="1263400" cy="251010"/>
            </a:xfrm>
          </p:grpSpPr>
          <p:pic>
            <p:nvPicPr>
              <p:cNvPr id="21" name="Graphic 20">
                <a:hlinkClick r:id="rId6"/>
                <a:extLst>
                  <a:ext uri="{FF2B5EF4-FFF2-40B4-BE49-F238E27FC236}">
                    <a16:creationId xmlns:a16="http://schemas.microsoft.com/office/drawing/2014/main" id="{5893F517-F678-0636-E010-AD05F8DB28BD}"/>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804609" y="5803324"/>
                <a:ext cx="133872" cy="251010"/>
              </a:xfrm>
              <a:prstGeom prst="rect">
                <a:avLst/>
              </a:prstGeom>
            </p:spPr>
          </p:pic>
          <p:pic>
            <p:nvPicPr>
              <p:cNvPr id="22" name="Graphic 21">
                <a:hlinkClick r:id="rId9"/>
                <a:extLst>
                  <a:ext uri="{FF2B5EF4-FFF2-40B4-BE49-F238E27FC236}">
                    <a16:creationId xmlns:a16="http://schemas.microsoft.com/office/drawing/2014/main" id="{79D1C952-B403-BFD8-A8EB-A9AE66DB686F}"/>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2080057" y="5827994"/>
                <a:ext cx="268891" cy="201669"/>
              </a:xfrm>
              <a:prstGeom prst="rect">
                <a:avLst/>
              </a:prstGeom>
            </p:spPr>
          </p:pic>
          <p:pic>
            <p:nvPicPr>
              <p:cNvPr id="24" name="Graphic 23">
                <a:hlinkClick r:id="rId12"/>
                <a:extLst>
                  <a:ext uri="{FF2B5EF4-FFF2-40B4-BE49-F238E27FC236}">
                    <a16:creationId xmlns:a16="http://schemas.microsoft.com/office/drawing/2014/main" id="{95C2C203-83F1-973A-A43A-694622AD04C6}"/>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1443776" y="5811891"/>
                <a:ext cx="219258" cy="233875"/>
              </a:xfrm>
              <a:prstGeom prst="rect">
                <a:avLst/>
              </a:prstGeom>
            </p:spPr>
          </p:pic>
          <p:pic>
            <p:nvPicPr>
              <p:cNvPr id="25" name="Graphic 24">
                <a:hlinkClick r:id="rId15"/>
                <a:extLst>
                  <a:ext uri="{FF2B5EF4-FFF2-40B4-BE49-F238E27FC236}">
                    <a16:creationId xmlns:a16="http://schemas.microsoft.com/office/drawing/2014/main" id="{974EA5F6-2C71-C9BF-A4A6-C4DF98A07EC5}"/>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1085548" y="5820502"/>
                <a:ext cx="216653" cy="216653"/>
              </a:xfrm>
              <a:prstGeom prst="rect">
                <a:avLst/>
              </a:prstGeom>
            </p:spPr>
          </p:pic>
        </p:grpSp>
        <p:pic>
          <p:nvPicPr>
            <p:cNvPr id="19" name="Graphic 18">
              <a:hlinkClick r:id="rId18"/>
              <a:extLst>
                <a:ext uri="{FF2B5EF4-FFF2-40B4-BE49-F238E27FC236}">
                  <a16:creationId xmlns:a16="http://schemas.microsoft.com/office/drawing/2014/main" id="{E0189887-8803-B2CE-5BB5-B224DE02A8C6}"/>
                </a:ext>
              </a:extLst>
            </p:cNvPr>
            <p:cNvPicPr>
              <a:picLocks noChangeAspect="1"/>
            </p:cNvPicPr>
            <p:nvPr userDrawn="1"/>
          </p:nvPicPr>
          <p:blipFill>
            <a:blip r:embed="rId19">
              <a:extLst>
                <a:ext uri="{96DAC541-7B7A-43D3-8B79-37D633B846F1}">
                  <asvg:svgBlip xmlns:asvg="http://schemas.microsoft.com/office/drawing/2016/SVG/main" r:embed="rId20"/>
                </a:ext>
              </a:extLst>
            </a:blip>
            <a:stretch>
              <a:fillRect/>
            </a:stretch>
          </p:blipFill>
          <p:spPr>
            <a:xfrm>
              <a:off x="1085548" y="5530216"/>
              <a:ext cx="1263400" cy="178362"/>
            </a:xfrm>
            <a:prstGeom prst="rect">
              <a:avLst/>
            </a:prstGeom>
          </p:spPr>
        </p:pic>
      </p:grpSp>
    </p:spTree>
    <p:extLst>
      <p:ext uri="{BB962C8B-B14F-4D97-AF65-F5344CB8AC3E}">
        <p14:creationId xmlns:p14="http://schemas.microsoft.com/office/powerpoint/2010/main" val="371172641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Back Page 1">
    <p:spTree>
      <p:nvGrpSpPr>
        <p:cNvPr id="1" name=""/>
        <p:cNvGrpSpPr/>
        <p:nvPr/>
      </p:nvGrpSpPr>
      <p:grpSpPr>
        <a:xfrm>
          <a:off x="0" y="0"/>
          <a:ext cx="0" cy="0"/>
          <a:chOff x="0" y="0"/>
          <a:chExt cx="0" cy="0"/>
        </a:xfrm>
      </p:grpSpPr>
      <p:pic>
        <p:nvPicPr>
          <p:cNvPr id="22" name="Graphic 21">
            <a:extLst>
              <a:ext uri="{FF2B5EF4-FFF2-40B4-BE49-F238E27FC236}">
                <a16:creationId xmlns:a16="http://schemas.microsoft.com/office/drawing/2014/main" id="{8682A5C8-57CC-418F-9B9A-0BB3F0266EA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591446" y="5451047"/>
            <a:ext cx="1515005" cy="768653"/>
          </a:xfrm>
          <a:prstGeom prst="rect">
            <a:avLst/>
          </a:prstGeom>
        </p:spPr>
      </p:pic>
      <p:grpSp>
        <p:nvGrpSpPr>
          <p:cNvPr id="46" name="Group 45">
            <a:extLst>
              <a:ext uri="{FF2B5EF4-FFF2-40B4-BE49-F238E27FC236}">
                <a16:creationId xmlns:a16="http://schemas.microsoft.com/office/drawing/2014/main" id="{34603CFC-C4D7-4B38-B08C-44658F25F78A}"/>
              </a:ext>
              <a:ext uri="{C183D7F6-B498-43B3-948B-1728B52AA6E4}">
                <adec:decorative xmlns:adec="http://schemas.microsoft.com/office/drawing/2017/decorative" val="1"/>
              </a:ext>
            </a:extLst>
          </p:cNvPr>
          <p:cNvGrpSpPr/>
          <p:nvPr userDrawn="1"/>
        </p:nvGrpSpPr>
        <p:grpSpPr>
          <a:xfrm>
            <a:off x="1085548" y="350282"/>
            <a:ext cx="10020904" cy="3398903"/>
            <a:chOff x="1085548" y="350282"/>
            <a:chExt cx="10020904" cy="3398903"/>
          </a:xfrm>
          <a:solidFill>
            <a:schemeClr val="tx1">
              <a:alpha val="10000"/>
            </a:schemeClr>
          </a:solidFill>
        </p:grpSpPr>
        <p:sp>
          <p:nvSpPr>
            <p:cNvPr id="47" name="Freeform: Shape 46">
              <a:extLst>
                <a:ext uri="{FF2B5EF4-FFF2-40B4-BE49-F238E27FC236}">
                  <a16:creationId xmlns:a16="http://schemas.microsoft.com/office/drawing/2014/main" id="{9A914D15-05FF-42BC-B7B9-D711EB9E5192}"/>
                </a:ext>
              </a:extLst>
            </p:cNvPr>
            <p:cNvSpPr/>
            <p:nvPr/>
          </p:nvSpPr>
          <p:spPr>
            <a:xfrm>
              <a:off x="5301360" y="379583"/>
              <a:ext cx="1582248" cy="3340301"/>
            </a:xfrm>
            <a:custGeom>
              <a:avLst/>
              <a:gdLst>
                <a:gd name="connsiteX0" fmla="*/ 948177 w 1582248"/>
                <a:gd name="connsiteY0" fmla="*/ 1509582 h 3340301"/>
                <a:gd name="connsiteX1" fmla="*/ 826871 w 1582248"/>
                <a:gd name="connsiteY1" fmla="*/ 1630888 h 3340301"/>
                <a:gd name="connsiteX2" fmla="*/ 680952 w 1582248"/>
                <a:gd name="connsiteY2" fmla="*/ 1630888 h 3340301"/>
                <a:gd name="connsiteX3" fmla="*/ 680952 w 1582248"/>
                <a:gd name="connsiteY3" fmla="*/ 580744 h 3340301"/>
                <a:gd name="connsiteX4" fmla="*/ 826871 w 1582248"/>
                <a:gd name="connsiteY4" fmla="*/ 580744 h 3340301"/>
                <a:gd name="connsiteX5" fmla="*/ 948177 w 1582248"/>
                <a:gd name="connsiteY5" fmla="*/ 701463 h 3340301"/>
                <a:gd name="connsiteX6" fmla="*/ 948177 w 1582248"/>
                <a:gd name="connsiteY6" fmla="*/ 1509582 h 3340301"/>
                <a:gd name="connsiteX7" fmla="*/ 1629129 w 1582248"/>
                <a:gd name="connsiteY7" fmla="*/ 1582248 h 3340301"/>
                <a:gd name="connsiteX8" fmla="*/ 1629129 w 1582248"/>
                <a:gd name="connsiteY8" fmla="*/ 628797 h 3340301"/>
                <a:gd name="connsiteX9" fmla="*/ 996816 w 1582248"/>
                <a:gd name="connsiteY9" fmla="*/ 0 h 3340301"/>
                <a:gd name="connsiteX10" fmla="*/ 0 w 1582248"/>
                <a:gd name="connsiteY10" fmla="*/ 0 h 3340301"/>
                <a:gd name="connsiteX11" fmla="*/ 0 w 1582248"/>
                <a:gd name="connsiteY11" fmla="*/ 3387769 h 3340301"/>
                <a:gd name="connsiteX12" fmla="*/ 680952 w 1582248"/>
                <a:gd name="connsiteY12" fmla="*/ 3387769 h 3340301"/>
                <a:gd name="connsiteX13" fmla="*/ 680952 w 1582248"/>
                <a:gd name="connsiteY13" fmla="*/ 2211631 h 3340301"/>
                <a:gd name="connsiteX14" fmla="*/ 996816 w 1582248"/>
                <a:gd name="connsiteY14" fmla="*/ 2211631 h 3340301"/>
                <a:gd name="connsiteX15" fmla="*/ 1629129 w 1582248"/>
                <a:gd name="connsiteY15" fmla="*/ 1582248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82248" h="3340301">
                  <a:moveTo>
                    <a:pt x="948177" y="1509582"/>
                  </a:moveTo>
                  <a:cubicBezTo>
                    <a:pt x="948177" y="1591624"/>
                    <a:pt x="908913" y="1630888"/>
                    <a:pt x="826871" y="1630888"/>
                  </a:cubicBezTo>
                  <a:lnTo>
                    <a:pt x="680952" y="1630888"/>
                  </a:lnTo>
                  <a:lnTo>
                    <a:pt x="680952" y="580744"/>
                  </a:lnTo>
                  <a:lnTo>
                    <a:pt x="826871" y="580744"/>
                  </a:lnTo>
                  <a:cubicBezTo>
                    <a:pt x="909499" y="580744"/>
                    <a:pt x="948177" y="619421"/>
                    <a:pt x="948177" y="701463"/>
                  </a:cubicBezTo>
                  <a:lnTo>
                    <a:pt x="948177" y="1509582"/>
                  </a:lnTo>
                  <a:close/>
                  <a:moveTo>
                    <a:pt x="1629129" y="1582248"/>
                  </a:moveTo>
                  <a:lnTo>
                    <a:pt x="1629129" y="628797"/>
                  </a:lnTo>
                  <a:cubicBezTo>
                    <a:pt x="1629129" y="207450"/>
                    <a:pt x="1419921" y="0"/>
                    <a:pt x="996816" y="0"/>
                  </a:cubicBezTo>
                  <a:lnTo>
                    <a:pt x="0" y="0"/>
                  </a:lnTo>
                  <a:lnTo>
                    <a:pt x="0" y="3387769"/>
                  </a:lnTo>
                  <a:lnTo>
                    <a:pt x="680952" y="3387769"/>
                  </a:lnTo>
                  <a:lnTo>
                    <a:pt x="680952" y="2211631"/>
                  </a:lnTo>
                  <a:lnTo>
                    <a:pt x="996816" y="2211631"/>
                  </a:lnTo>
                  <a:cubicBezTo>
                    <a:pt x="1419921" y="2211631"/>
                    <a:pt x="1629129" y="2003595"/>
                    <a:pt x="1629129" y="1582248"/>
                  </a:cubicBezTo>
                </a:path>
              </a:pathLst>
            </a:custGeom>
            <a:grpFill/>
            <a:ln w="58598" cap="flat">
              <a:noFill/>
              <a:prstDash val="solid"/>
              <a:miter/>
            </a:ln>
          </p:spPr>
          <p:txBody>
            <a:bodyPr rtlCol="0" anchor="ctr"/>
            <a:lstStyle/>
            <a:p>
              <a:endParaRPr lang="en-GB"/>
            </a:p>
          </p:txBody>
        </p:sp>
        <p:sp>
          <p:nvSpPr>
            <p:cNvPr id="48" name="Freeform: Shape 47">
              <a:extLst>
                <a:ext uri="{FF2B5EF4-FFF2-40B4-BE49-F238E27FC236}">
                  <a16:creationId xmlns:a16="http://schemas.microsoft.com/office/drawing/2014/main" id="{2E68111D-6C10-4A86-BF64-B50A24A19F46}"/>
                </a:ext>
              </a:extLst>
            </p:cNvPr>
            <p:cNvSpPr/>
            <p:nvPr/>
          </p:nvSpPr>
          <p:spPr>
            <a:xfrm>
              <a:off x="7319018" y="350282"/>
              <a:ext cx="1640850" cy="3398903"/>
            </a:xfrm>
            <a:custGeom>
              <a:avLst/>
              <a:gdLst>
                <a:gd name="connsiteX0" fmla="*/ 631728 w 1640849"/>
                <a:gd name="connsiteY0" fmla="*/ 3445785 h 3398903"/>
                <a:gd name="connsiteX1" fmla="*/ 1050145 w 1640849"/>
                <a:gd name="connsiteY1" fmla="*/ 3445785 h 3398903"/>
                <a:gd name="connsiteX2" fmla="*/ 1682458 w 1640849"/>
                <a:gd name="connsiteY2" fmla="*/ 2816402 h 3398903"/>
                <a:gd name="connsiteX3" fmla="*/ 1682458 w 1640849"/>
                <a:gd name="connsiteY3" fmla="*/ 2185261 h 3398903"/>
                <a:gd name="connsiteX4" fmla="*/ 1011468 w 1640849"/>
                <a:gd name="connsiteY4" fmla="*/ 2185261 h 3398903"/>
                <a:gd name="connsiteX5" fmla="*/ 1011468 w 1640849"/>
                <a:gd name="connsiteY5" fmla="*/ 2744322 h 3398903"/>
                <a:gd name="connsiteX6" fmla="*/ 889576 w 1640849"/>
                <a:gd name="connsiteY6" fmla="*/ 2865041 h 3398903"/>
                <a:gd name="connsiteX7" fmla="*/ 802259 w 1640849"/>
                <a:gd name="connsiteY7" fmla="*/ 2865041 h 3398903"/>
                <a:gd name="connsiteX8" fmla="*/ 680954 w 1640849"/>
                <a:gd name="connsiteY8" fmla="*/ 2744322 h 3398903"/>
                <a:gd name="connsiteX9" fmla="*/ 680954 w 1640849"/>
                <a:gd name="connsiteY9" fmla="*/ 702049 h 3398903"/>
                <a:gd name="connsiteX10" fmla="*/ 802259 w 1640849"/>
                <a:gd name="connsiteY10" fmla="*/ 581330 h 3398903"/>
                <a:gd name="connsiteX11" fmla="*/ 880200 w 1640849"/>
                <a:gd name="connsiteY11" fmla="*/ 581330 h 3398903"/>
                <a:gd name="connsiteX12" fmla="*/ 1002092 w 1640849"/>
                <a:gd name="connsiteY12" fmla="*/ 702049 h 3398903"/>
                <a:gd name="connsiteX13" fmla="*/ 1002092 w 1640849"/>
                <a:gd name="connsiteY13" fmla="*/ 1176138 h 3398903"/>
                <a:gd name="connsiteX14" fmla="*/ 1673082 w 1640849"/>
                <a:gd name="connsiteY14" fmla="*/ 1176138 h 3398903"/>
                <a:gd name="connsiteX15" fmla="*/ 1673082 w 1640849"/>
                <a:gd name="connsiteY15" fmla="*/ 629383 h 3398903"/>
                <a:gd name="connsiteX16" fmla="*/ 1040769 w 1640849"/>
                <a:gd name="connsiteY16" fmla="*/ 0 h 3398903"/>
                <a:gd name="connsiteX17" fmla="*/ 632314 w 1640849"/>
                <a:gd name="connsiteY17" fmla="*/ 0 h 3398903"/>
                <a:gd name="connsiteX18" fmla="*/ 1 w 1640849"/>
                <a:gd name="connsiteY18" fmla="*/ 629383 h 3398903"/>
                <a:gd name="connsiteX19" fmla="*/ 1 w 1640849"/>
                <a:gd name="connsiteY19" fmla="*/ 2816988 h 3398903"/>
                <a:gd name="connsiteX20" fmla="*/ 631728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1728" y="3445785"/>
                  </a:moveTo>
                  <a:lnTo>
                    <a:pt x="1050145" y="3445785"/>
                  </a:lnTo>
                  <a:cubicBezTo>
                    <a:pt x="1473250" y="3445785"/>
                    <a:pt x="1682458" y="3237748"/>
                    <a:pt x="1682458" y="2816402"/>
                  </a:cubicBezTo>
                  <a:lnTo>
                    <a:pt x="1682458" y="2185261"/>
                  </a:lnTo>
                  <a:lnTo>
                    <a:pt x="1011468" y="2185261"/>
                  </a:lnTo>
                  <a:lnTo>
                    <a:pt x="1011468" y="2744322"/>
                  </a:lnTo>
                  <a:cubicBezTo>
                    <a:pt x="1011468" y="2826950"/>
                    <a:pt x="972205" y="2865041"/>
                    <a:pt x="889576" y="2865041"/>
                  </a:cubicBezTo>
                  <a:lnTo>
                    <a:pt x="802259" y="2865041"/>
                  </a:lnTo>
                  <a:cubicBezTo>
                    <a:pt x="719631" y="2865041"/>
                    <a:pt x="680954" y="2826364"/>
                    <a:pt x="680954" y="2744322"/>
                  </a:cubicBezTo>
                  <a:lnTo>
                    <a:pt x="680954" y="702049"/>
                  </a:lnTo>
                  <a:cubicBezTo>
                    <a:pt x="680954" y="620007"/>
                    <a:pt x="719631" y="581330"/>
                    <a:pt x="802259" y="581330"/>
                  </a:cubicBezTo>
                  <a:lnTo>
                    <a:pt x="880200" y="581330"/>
                  </a:lnTo>
                  <a:cubicBezTo>
                    <a:pt x="962828" y="581330"/>
                    <a:pt x="1002092" y="620007"/>
                    <a:pt x="1002092" y="702049"/>
                  </a:cubicBezTo>
                  <a:lnTo>
                    <a:pt x="1002092" y="1176138"/>
                  </a:lnTo>
                  <a:lnTo>
                    <a:pt x="1673082" y="1176138"/>
                  </a:lnTo>
                  <a:lnTo>
                    <a:pt x="1673082" y="629383"/>
                  </a:lnTo>
                  <a:cubicBezTo>
                    <a:pt x="1673082" y="208622"/>
                    <a:pt x="1463874" y="0"/>
                    <a:pt x="1040769" y="0"/>
                  </a:cubicBezTo>
                  <a:lnTo>
                    <a:pt x="632314" y="0"/>
                  </a:lnTo>
                  <a:cubicBezTo>
                    <a:pt x="209210" y="0"/>
                    <a:pt x="1" y="208036"/>
                    <a:pt x="1" y="629383"/>
                  </a:cubicBezTo>
                  <a:lnTo>
                    <a:pt x="1" y="2816988"/>
                  </a:lnTo>
                  <a:cubicBezTo>
                    <a:pt x="-585" y="3237748"/>
                    <a:pt x="208623" y="3445785"/>
                    <a:pt x="631728" y="3445785"/>
                  </a:cubicBezTo>
                </a:path>
              </a:pathLst>
            </a:custGeom>
            <a:grpFill/>
            <a:ln w="58598" cap="flat">
              <a:noFill/>
              <a:prstDash val="solid"/>
              <a:miter/>
            </a:ln>
          </p:spPr>
          <p:txBody>
            <a:bodyPr rtlCol="0" anchor="ctr"/>
            <a:lstStyle/>
            <a:p>
              <a:endParaRPr lang="en-GB"/>
            </a:p>
          </p:txBody>
        </p:sp>
        <p:sp>
          <p:nvSpPr>
            <p:cNvPr id="49" name="Freeform: Shape 48">
              <a:extLst>
                <a:ext uri="{FF2B5EF4-FFF2-40B4-BE49-F238E27FC236}">
                  <a16:creationId xmlns:a16="http://schemas.microsoft.com/office/drawing/2014/main" id="{343D9BA0-FCBB-453A-BC90-5FE989244173}"/>
                </a:ext>
              </a:extLst>
            </p:cNvPr>
            <p:cNvSpPr/>
            <p:nvPr/>
          </p:nvSpPr>
          <p:spPr>
            <a:xfrm>
              <a:off x="1085548" y="350282"/>
              <a:ext cx="1640850" cy="3398903"/>
            </a:xfrm>
            <a:custGeom>
              <a:avLst/>
              <a:gdLst>
                <a:gd name="connsiteX0" fmla="*/ 632313 w 1640849"/>
                <a:gd name="connsiteY0" fmla="*/ 3445785 h 3398903"/>
                <a:gd name="connsiteX1" fmla="*/ 1050730 w 1640849"/>
                <a:gd name="connsiteY1" fmla="*/ 3445785 h 3398903"/>
                <a:gd name="connsiteX2" fmla="*/ 1683043 w 1640849"/>
                <a:gd name="connsiteY2" fmla="*/ 2816402 h 3398903"/>
                <a:gd name="connsiteX3" fmla="*/ 1683043 w 1640849"/>
                <a:gd name="connsiteY3" fmla="*/ 2185261 h 3398903"/>
                <a:gd name="connsiteX4" fmla="*/ 1011467 w 1640849"/>
                <a:gd name="connsiteY4" fmla="*/ 2185261 h 3398903"/>
                <a:gd name="connsiteX5" fmla="*/ 1011467 w 1640849"/>
                <a:gd name="connsiteY5" fmla="*/ 2744322 h 3398903"/>
                <a:gd name="connsiteX6" fmla="*/ 889575 w 1640849"/>
                <a:gd name="connsiteY6" fmla="*/ 2865041 h 3398903"/>
                <a:gd name="connsiteX7" fmla="*/ 802258 w 1640849"/>
                <a:gd name="connsiteY7" fmla="*/ 2865041 h 3398903"/>
                <a:gd name="connsiteX8" fmla="*/ 680953 w 1640849"/>
                <a:gd name="connsiteY8" fmla="*/ 2744322 h 3398903"/>
                <a:gd name="connsiteX9" fmla="*/ 680953 w 1640849"/>
                <a:gd name="connsiteY9" fmla="*/ 702049 h 3398903"/>
                <a:gd name="connsiteX10" fmla="*/ 802258 w 1640849"/>
                <a:gd name="connsiteY10" fmla="*/ 581330 h 3398903"/>
                <a:gd name="connsiteX11" fmla="*/ 880199 w 1640849"/>
                <a:gd name="connsiteY11" fmla="*/ 581330 h 3398903"/>
                <a:gd name="connsiteX12" fmla="*/ 1001504 w 1640849"/>
                <a:gd name="connsiteY12" fmla="*/ 702049 h 3398903"/>
                <a:gd name="connsiteX13" fmla="*/ 1001504 w 1640849"/>
                <a:gd name="connsiteY13" fmla="*/ 1176138 h 3398903"/>
                <a:gd name="connsiteX14" fmla="*/ 1672495 w 1640849"/>
                <a:gd name="connsiteY14" fmla="*/ 1176138 h 3398903"/>
                <a:gd name="connsiteX15" fmla="*/ 1672495 w 1640849"/>
                <a:gd name="connsiteY15" fmla="*/ 629383 h 3398903"/>
                <a:gd name="connsiteX16" fmla="*/ 1040768 w 1640849"/>
                <a:gd name="connsiteY16" fmla="*/ 0 h 3398903"/>
                <a:gd name="connsiteX17" fmla="*/ 632313 w 1640849"/>
                <a:gd name="connsiteY17" fmla="*/ 0 h 3398903"/>
                <a:gd name="connsiteX18" fmla="*/ 0 w 1640849"/>
                <a:gd name="connsiteY18" fmla="*/ 629383 h 3398903"/>
                <a:gd name="connsiteX19" fmla="*/ 0 w 1640849"/>
                <a:gd name="connsiteY19" fmla="*/ 2816988 h 3398903"/>
                <a:gd name="connsiteX20" fmla="*/ 632313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2313" y="3445785"/>
                  </a:moveTo>
                  <a:lnTo>
                    <a:pt x="1050730" y="3445785"/>
                  </a:lnTo>
                  <a:cubicBezTo>
                    <a:pt x="1473835" y="3445785"/>
                    <a:pt x="1683043" y="3237748"/>
                    <a:pt x="1683043" y="2816402"/>
                  </a:cubicBezTo>
                  <a:lnTo>
                    <a:pt x="1683043" y="2185261"/>
                  </a:lnTo>
                  <a:lnTo>
                    <a:pt x="1011467" y="2185261"/>
                  </a:lnTo>
                  <a:lnTo>
                    <a:pt x="1011467" y="2744322"/>
                  </a:lnTo>
                  <a:cubicBezTo>
                    <a:pt x="1011467" y="2826950"/>
                    <a:pt x="972790" y="2865041"/>
                    <a:pt x="889575" y="2865041"/>
                  </a:cubicBezTo>
                  <a:lnTo>
                    <a:pt x="802258" y="2865041"/>
                  </a:lnTo>
                  <a:cubicBezTo>
                    <a:pt x="719630" y="2865041"/>
                    <a:pt x="680953" y="2826364"/>
                    <a:pt x="680953" y="2744322"/>
                  </a:cubicBezTo>
                  <a:lnTo>
                    <a:pt x="680953" y="702049"/>
                  </a:lnTo>
                  <a:cubicBezTo>
                    <a:pt x="680953" y="620007"/>
                    <a:pt x="719630" y="581330"/>
                    <a:pt x="802258" y="581330"/>
                  </a:cubicBezTo>
                  <a:lnTo>
                    <a:pt x="880199" y="581330"/>
                  </a:lnTo>
                  <a:cubicBezTo>
                    <a:pt x="962827" y="581330"/>
                    <a:pt x="1001504" y="620007"/>
                    <a:pt x="1001504" y="702049"/>
                  </a:cubicBezTo>
                  <a:lnTo>
                    <a:pt x="1001504" y="1176138"/>
                  </a:lnTo>
                  <a:lnTo>
                    <a:pt x="1672495" y="1176138"/>
                  </a:lnTo>
                  <a:lnTo>
                    <a:pt x="1672495" y="629383"/>
                  </a:lnTo>
                  <a:cubicBezTo>
                    <a:pt x="1673081" y="208036"/>
                    <a:pt x="1463872" y="0"/>
                    <a:pt x="1040768" y="0"/>
                  </a:cubicBezTo>
                  <a:lnTo>
                    <a:pt x="632313" y="0"/>
                  </a:lnTo>
                  <a:cubicBezTo>
                    <a:pt x="209208" y="0"/>
                    <a:pt x="0" y="208036"/>
                    <a:pt x="0" y="629383"/>
                  </a:cubicBezTo>
                  <a:lnTo>
                    <a:pt x="0" y="2816988"/>
                  </a:lnTo>
                  <a:cubicBezTo>
                    <a:pt x="0" y="3237748"/>
                    <a:pt x="209208" y="3445785"/>
                    <a:pt x="632313" y="3445785"/>
                  </a:cubicBezTo>
                </a:path>
              </a:pathLst>
            </a:custGeom>
            <a:grpFill/>
            <a:ln w="58598" cap="flat">
              <a:noFill/>
              <a:prstDash val="solid"/>
              <a:miter/>
            </a:ln>
          </p:spPr>
          <p:txBody>
            <a:bodyPr rtlCol="0" anchor="ctr"/>
            <a:lstStyle/>
            <a:p>
              <a:endParaRPr lang="en-GB"/>
            </a:p>
          </p:txBody>
        </p:sp>
        <p:sp>
          <p:nvSpPr>
            <p:cNvPr id="50" name="Freeform: Shape 49">
              <a:extLst>
                <a:ext uri="{FF2B5EF4-FFF2-40B4-BE49-F238E27FC236}">
                  <a16:creationId xmlns:a16="http://schemas.microsoft.com/office/drawing/2014/main" id="{BE5AAD7D-1AE8-42EA-BFC5-1188A7D14251}"/>
                </a:ext>
              </a:extLst>
            </p:cNvPr>
            <p:cNvSpPr/>
            <p:nvPr/>
          </p:nvSpPr>
          <p:spPr>
            <a:xfrm>
              <a:off x="9407000" y="350282"/>
              <a:ext cx="1699452" cy="3398903"/>
            </a:xfrm>
            <a:custGeom>
              <a:avLst/>
              <a:gdLst>
                <a:gd name="connsiteX0" fmla="*/ 1021429 w 1699451"/>
                <a:gd name="connsiteY0" fmla="*/ 2744322 h 3398903"/>
                <a:gd name="connsiteX1" fmla="*/ 900123 w 1699451"/>
                <a:gd name="connsiteY1" fmla="*/ 2865041 h 3398903"/>
                <a:gd name="connsiteX2" fmla="*/ 802844 w 1699451"/>
                <a:gd name="connsiteY2" fmla="*/ 2865041 h 3398903"/>
                <a:gd name="connsiteX3" fmla="*/ 681539 w 1699451"/>
                <a:gd name="connsiteY3" fmla="*/ 2744322 h 3398903"/>
                <a:gd name="connsiteX4" fmla="*/ 681539 w 1699451"/>
                <a:gd name="connsiteY4" fmla="*/ 702049 h 3398903"/>
                <a:gd name="connsiteX5" fmla="*/ 802844 w 1699451"/>
                <a:gd name="connsiteY5" fmla="*/ 581330 h 3398903"/>
                <a:gd name="connsiteX6" fmla="*/ 900123 w 1699451"/>
                <a:gd name="connsiteY6" fmla="*/ 581330 h 3398903"/>
                <a:gd name="connsiteX7" fmla="*/ 1021429 w 1699451"/>
                <a:gd name="connsiteY7" fmla="*/ 702049 h 3398903"/>
                <a:gd name="connsiteX8" fmla="*/ 1021429 w 1699451"/>
                <a:gd name="connsiteY8" fmla="*/ 2744322 h 3398903"/>
                <a:gd name="connsiteX9" fmla="*/ 1702382 w 1699451"/>
                <a:gd name="connsiteY9" fmla="*/ 2816988 h 3398903"/>
                <a:gd name="connsiteX10" fmla="*/ 1702382 w 1699451"/>
                <a:gd name="connsiteY10" fmla="*/ 629383 h 3398903"/>
                <a:gd name="connsiteX11" fmla="*/ 1070068 w 1699451"/>
                <a:gd name="connsiteY11" fmla="*/ 0 h 3398903"/>
                <a:gd name="connsiteX12" fmla="*/ 632313 w 1699451"/>
                <a:gd name="connsiteY12" fmla="*/ 0 h 3398903"/>
                <a:gd name="connsiteX13" fmla="*/ 0 w 1699451"/>
                <a:gd name="connsiteY13" fmla="*/ 629383 h 3398903"/>
                <a:gd name="connsiteX14" fmla="*/ 0 w 1699451"/>
                <a:gd name="connsiteY14" fmla="*/ 2816988 h 3398903"/>
                <a:gd name="connsiteX15" fmla="*/ 632313 w 1699451"/>
                <a:gd name="connsiteY15" fmla="*/ 3446371 h 3398903"/>
                <a:gd name="connsiteX16" fmla="*/ 1070068 w 1699451"/>
                <a:gd name="connsiteY16" fmla="*/ 3446371 h 3398903"/>
                <a:gd name="connsiteX17" fmla="*/ 1702382 w 1699451"/>
                <a:gd name="connsiteY17" fmla="*/ 2816988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99451" h="3398903">
                  <a:moveTo>
                    <a:pt x="1021429" y="2744322"/>
                  </a:moveTo>
                  <a:cubicBezTo>
                    <a:pt x="1021429" y="2826950"/>
                    <a:pt x="982752" y="2865041"/>
                    <a:pt x="900123" y="2865041"/>
                  </a:cubicBezTo>
                  <a:lnTo>
                    <a:pt x="802844" y="2865041"/>
                  </a:lnTo>
                  <a:cubicBezTo>
                    <a:pt x="720215" y="2865041"/>
                    <a:pt x="681539" y="2826364"/>
                    <a:pt x="681539" y="2744322"/>
                  </a:cubicBezTo>
                  <a:lnTo>
                    <a:pt x="681539" y="702049"/>
                  </a:lnTo>
                  <a:cubicBezTo>
                    <a:pt x="681539" y="620007"/>
                    <a:pt x="720215" y="581330"/>
                    <a:pt x="802844" y="581330"/>
                  </a:cubicBezTo>
                  <a:lnTo>
                    <a:pt x="900123" y="581330"/>
                  </a:lnTo>
                  <a:cubicBezTo>
                    <a:pt x="982752" y="581330"/>
                    <a:pt x="1021429" y="620007"/>
                    <a:pt x="1021429" y="702049"/>
                  </a:cubicBezTo>
                  <a:lnTo>
                    <a:pt x="1021429" y="2744322"/>
                  </a:lnTo>
                  <a:close/>
                  <a:moveTo>
                    <a:pt x="1702382" y="2816988"/>
                  </a:moveTo>
                  <a:lnTo>
                    <a:pt x="1702382" y="629383"/>
                  </a:lnTo>
                  <a:cubicBezTo>
                    <a:pt x="1702382" y="208622"/>
                    <a:pt x="1493173" y="0"/>
                    <a:pt x="1070068" y="0"/>
                  </a:cubicBezTo>
                  <a:lnTo>
                    <a:pt x="632313" y="0"/>
                  </a:lnTo>
                  <a:cubicBezTo>
                    <a:pt x="209209" y="0"/>
                    <a:pt x="0" y="208036"/>
                    <a:pt x="0" y="629383"/>
                  </a:cubicBezTo>
                  <a:lnTo>
                    <a:pt x="0" y="2816988"/>
                  </a:lnTo>
                  <a:cubicBezTo>
                    <a:pt x="0" y="3238334"/>
                    <a:pt x="209209" y="3446371"/>
                    <a:pt x="632313" y="3446371"/>
                  </a:cubicBezTo>
                  <a:lnTo>
                    <a:pt x="1070068" y="3446371"/>
                  </a:lnTo>
                  <a:cubicBezTo>
                    <a:pt x="1493173" y="3445785"/>
                    <a:pt x="1702382" y="3237748"/>
                    <a:pt x="1702382" y="2816988"/>
                  </a:cubicBezTo>
                </a:path>
              </a:pathLst>
            </a:custGeom>
            <a:grpFill/>
            <a:ln w="58598" cap="flat">
              <a:noFill/>
              <a:prstDash val="solid"/>
              <a:miter/>
            </a:ln>
          </p:spPr>
          <p:txBody>
            <a:bodyPr rtlCol="0" anchor="ctr"/>
            <a:lstStyle/>
            <a:p>
              <a:endParaRPr lang="en-GB"/>
            </a:p>
          </p:txBody>
        </p:sp>
        <p:sp>
          <p:nvSpPr>
            <p:cNvPr id="51" name="Freeform: Shape 50">
              <a:extLst>
                <a:ext uri="{FF2B5EF4-FFF2-40B4-BE49-F238E27FC236}">
                  <a16:creationId xmlns:a16="http://schemas.microsoft.com/office/drawing/2014/main" id="{29420FDA-F896-4F32-B8BE-5806F9134199}"/>
                </a:ext>
              </a:extLst>
            </p:cNvPr>
            <p:cNvSpPr/>
            <p:nvPr/>
          </p:nvSpPr>
          <p:spPr>
            <a:xfrm>
              <a:off x="3104379" y="379583"/>
              <a:ext cx="1816655" cy="3340301"/>
            </a:xfrm>
            <a:custGeom>
              <a:avLst/>
              <a:gdLst>
                <a:gd name="connsiteX0" fmla="*/ 1031391 w 1816655"/>
                <a:gd name="connsiteY0" fmla="*/ 2303636 h 3340301"/>
                <a:gd name="connsiteX1" fmla="*/ 729592 w 1816655"/>
                <a:gd name="connsiteY1" fmla="*/ 2303636 h 3340301"/>
                <a:gd name="connsiteX2" fmla="*/ 880199 w 1816655"/>
                <a:gd name="connsiteY2" fmla="*/ 827457 h 3340301"/>
                <a:gd name="connsiteX3" fmla="*/ 1031391 w 1816655"/>
                <a:gd name="connsiteY3" fmla="*/ 2303636 h 3340301"/>
                <a:gd name="connsiteX4" fmla="*/ 1823687 w 1816655"/>
                <a:gd name="connsiteY4" fmla="*/ 3387769 h 3340301"/>
                <a:gd name="connsiteX5" fmla="*/ 1376556 w 1816655"/>
                <a:gd name="connsiteY5" fmla="*/ 0 h 3340301"/>
                <a:gd name="connsiteX6" fmla="*/ 447132 w 1816655"/>
                <a:gd name="connsiteY6" fmla="*/ 0 h 3340301"/>
                <a:gd name="connsiteX7" fmla="*/ 0 w 1816655"/>
                <a:gd name="connsiteY7" fmla="*/ 3387769 h 3340301"/>
                <a:gd name="connsiteX8" fmla="*/ 617663 w 1816655"/>
                <a:gd name="connsiteY8" fmla="*/ 3387769 h 3340301"/>
                <a:gd name="connsiteX9" fmla="*/ 666302 w 1816655"/>
                <a:gd name="connsiteY9" fmla="*/ 2894342 h 3340301"/>
                <a:gd name="connsiteX10" fmla="*/ 1094095 w 1816655"/>
                <a:gd name="connsiteY10" fmla="*/ 2894342 h 3340301"/>
                <a:gd name="connsiteX11" fmla="*/ 1147423 w 1816655"/>
                <a:gd name="connsiteY11" fmla="*/ 3387769 h 3340301"/>
                <a:gd name="connsiteX12" fmla="*/ 1823687 w 1816655"/>
                <a:gd name="connsiteY12" fmla="*/ 3387769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6655" h="3340301">
                  <a:moveTo>
                    <a:pt x="1031391" y="2303636"/>
                  </a:moveTo>
                  <a:lnTo>
                    <a:pt x="729592" y="2303636"/>
                  </a:lnTo>
                  <a:lnTo>
                    <a:pt x="880199" y="827457"/>
                  </a:lnTo>
                  <a:lnTo>
                    <a:pt x="1031391" y="2303636"/>
                  </a:lnTo>
                  <a:close/>
                  <a:moveTo>
                    <a:pt x="1823687" y="3387769"/>
                  </a:moveTo>
                  <a:lnTo>
                    <a:pt x="1376556" y="0"/>
                  </a:lnTo>
                  <a:lnTo>
                    <a:pt x="447132" y="0"/>
                  </a:lnTo>
                  <a:lnTo>
                    <a:pt x="0" y="3387769"/>
                  </a:lnTo>
                  <a:lnTo>
                    <a:pt x="617663" y="3387769"/>
                  </a:lnTo>
                  <a:lnTo>
                    <a:pt x="666302" y="2894342"/>
                  </a:lnTo>
                  <a:lnTo>
                    <a:pt x="1094095" y="2894342"/>
                  </a:lnTo>
                  <a:lnTo>
                    <a:pt x="1147423" y="3387769"/>
                  </a:lnTo>
                  <a:lnTo>
                    <a:pt x="1823687" y="3387769"/>
                  </a:lnTo>
                  <a:close/>
                </a:path>
              </a:pathLst>
            </a:custGeom>
            <a:grpFill/>
            <a:ln w="58598" cap="flat">
              <a:noFill/>
              <a:prstDash val="solid"/>
              <a:miter/>
            </a:ln>
          </p:spPr>
          <p:txBody>
            <a:bodyPr rtlCol="0" anchor="ctr"/>
            <a:lstStyle/>
            <a:p>
              <a:endParaRPr lang="en-GB"/>
            </a:p>
          </p:txBody>
        </p:sp>
      </p:grpSp>
      <p:sp>
        <p:nvSpPr>
          <p:cNvPr id="3" name="TextBox 2">
            <a:extLst>
              <a:ext uri="{FF2B5EF4-FFF2-40B4-BE49-F238E27FC236}">
                <a16:creationId xmlns:a16="http://schemas.microsoft.com/office/drawing/2014/main" id="{720C8A65-771E-C482-B25F-E0A7891EDB92}"/>
              </a:ext>
              <a:ext uri="{C183D7F6-B498-43B3-948B-1728B52AA6E4}">
                <adec:decorative xmlns:adec="http://schemas.microsoft.com/office/drawing/2017/decorative" val="1"/>
              </a:ext>
            </a:extLst>
          </p:cNvPr>
          <p:cNvSpPr txBox="1"/>
          <p:nvPr userDrawn="1"/>
        </p:nvSpPr>
        <p:spPr>
          <a:xfrm>
            <a:off x="550864" y="6610784"/>
            <a:ext cx="461962"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err="1">
                <a:ln>
                  <a:noFill/>
                </a:ln>
                <a:solidFill>
                  <a:schemeClr val="bg1">
                    <a:lumMod val="75000"/>
                  </a:schemeClr>
                </a:solidFill>
                <a:effectLst/>
                <a:uLnTx/>
                <a:uFillTx/>
                <a:latin typeface="+mn-lt"/>
                <a:cs typeface="Calibri" panose="020F0502020204030204" pitchFamily="34" charset="0"/>
              </a:rPr>
              <a:t>JN_xxxx</a:t>
            </a:r>
            <a:endParaRPr kumimoji="0" lang="en-US" sz="700" b="0" i="0" u="none" strike="noStrike" kern="1200" cap="none" spc="0" normalizeH="0" baseline="0" noProof="0">
              <a:ln>
                <a:noFill/>
              </a:ln>
              <a:solidFill>
                <a:schemeClr val="bg1">
                  <a:lumMod val="75000"/>
                </a:schemeClr>
              </a:solidFill>
              <a:effectLst/>
              <a:uLnTx/>
              <a:uFillTx/>
              <a:latin typeface="+mn-lt"/>
              <a:cs typeface="Calibri" panose="020F0502020204030204" pitchFamily="34" charset="0"/>
            </a:endParaRPr>
          </a:p>
        </p:txBody>
      </p:sp>
      <p:sp>
        <p:nvSpPr>
          <p:cNvPr id="4" name="TextBox 3">
            <a:extLst>
              <a:ext uri="{FF2B5EF4-FFF2-40B4-BE49-F238E27FC236}">
                <a16:creationId xmlns:a16="http://schemas.microsoft.com/office/drawing/2014/main" id="{C2BA4CEF-FE64-93EC-4104-4853B46681AA}"/>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grpSp>
        <p:nvGrpSpPr>
          <p:cNvPr id="10" name="Group 9">
            <a:extLst>
              <a:ext uri="{FF2B5EF4-FFF2-40B4-BE49-F238E27FC236}">
                <a16:creationId xmlns:a16="http://schemas.microsoft.com/office/drawing/2014/main" id="{6A5FAC89-50CB-AB52-B549-F29144292C03}"/>
              </a:ext>
              <a:ext uri="{C183D7F6-B498-43B3-948B-1728B52AA6E4}">
                <adec:decorative xmlns:adec="http://schemas.microsoft.com/office/drawing/2017/decorative" val="1"/>
              </a:ext>
            </a:extLst>
          </p:cNvPr>
          <p:cNvGrpSpPr/>
          <p:nvPr userDrawn="1"/>
        </p:nvGrpSpPr>
        <p:grpSpPr>
          <a:xfrm>
            <a:off x="1085548" y="5530216"/>
            <a:ext cx="1263400" cy="524118"/>
            <a:chOff x="1085548" y="5530216"/>
            <a:chExt cx="1263400" cy="524118"/>
          </a:xfrm>
        </p:grpSpPr>
        <p:grpSp>
          <p:nvGrpSpPr>
            <p:cNvPr id="11" name="Group 10">
              <a:extLst>
                <a:ext uri="{FF2B5EF4-FFF2-40B4-BE49-F238E27FC236}">
                  <a16:creationId xmlns:a16="http://schemas.microsoft.com/office/drawing/2014/main" id="{D65B77AA-4460-FC77-E731-23AA536C831F}"/>
                </a:ext>
              </a:extLst>
            </p:cNvPr>
            <p:cNvGrpSpPr/>
            <p:nvPr userDrawn="1"/>
          </p:nvGrpSpPr>
          <p:grpSpPr>
            <a:xfrm>
              <a:off x="1085548" y="5803324"/>
              <a:ext cx="1263400" cy="251010"/>
              <a:chOff x="1085548" y="5803324"/>
              <a:chExt cx="1263400" cy="251010"/>
            </a:xfrm>
          </p:grpSpPr>
          <p:pic>
            <p:nvPicPr>
              <p:cNvPr id="13" name="Graphic 12">
                <a:hlinkClick r:id="rId4"/>
                <a:extLst>
                  <a:ext uri="{FF2B5EF4-FFF2-40B4-BE49-F238E27FC236}">
                    <a16:creationId xmlns:a16="http://schemas.microsoft.com/office/drawing/2014/main" id="{8DD34832-B6AA-779F-EC0B-2F92E63FE804}"/>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804609" y="5803324"/>
                <a:ext cx="133872" cy="251010"/>
              </a:xfrm>
              <a:prstGeom prst="rect">
                <a:avLst/>
              </a:prstGeom>
            </p:spPr>
          </p:pic>
          <p:pic>
            <p:nvPicPr>
              <p:cNvPr id="14" name="Graphic 13">
                <a:hlinkClick r:id="rId7"/>
                <a:extLst>
                  <a:ext uri="{FF2B5EF4-FFF2-40B4-BE49-F238E27FC236}">
                    <a16:creationId xmlns:a16="http://schemas.microsoft.com/office/drawing/2014/main" id="{38123D1F-03F4-8F87-E9B8-61C5B67FCB92}"/>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2080057" y="5827994"/>
                <a:ext cx="268891" cy="201669"/>
              </a:xfrm>
              <a:prstGeom prst="rect">
                <a:avLst/>
              </a:prstGeom>
            </p:spPr>
          </p:pic>
          <p:pic>
            <p:nvPicPr>
              <p:cNvPr id="15" name="Graphic 14">
                <a:hlinkClick r:id="rId10"/>
                <a:extLst>
                  <a:ext uri="{FF2B5EF4-FFF2-40B4-BE49-F238E27FC236}">
                    <a16:creationId xmlns:a16="http://schemas.microsoft.com/office/drawing/2014/main" id="{CCAA5A3A-662E-73FF-8FF4-82FC99311B49}"/>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443776" y="5811891"/>
                <a:ext cx="219258" cy="233875"/>
              </a:xfrm>
              <a:prstGeom prst="rect">
                <a:avLst/>
              </a:prstGeom>
            </p:spPr>
          </p:pic>
          <p:pic>
            <p:nvPicPr>
              <p:cNvPr id="16" name="Graphic 15">
                <a:hlinkClick r:id="rId13"/>
                <a:extLst>
                  <a:ext uri="{FF2B5EF4-FFF2-40B4-BE49-F238E27FC236}">
                    <a16:creationId xmlns:a16="http://schemas.microsoft.com/office/drawing/2014/main" id="{822871B7-9811-772D-48B9-065E74582B7D}"/>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1085548" y="5820502"/>
                <a:ext cx="216653" cy="216653"/>
              </a:xfrm>
              <a:prstGeom prst="rect">
                <a:avLst/>
              </a:prstGeom>
            </p:spPr>
          </p:pic>
        </p:grpSp>
        <p:pic>
          <p:nvPicPr>
            <p:cNvPr id="12" name="Graphic 11">
              <a:hlinkClick r:id="rId16"/>
              <a:extLst>
                <a:ext uri="{FF2B5EF4-FFF2-40B4-BE49-F238E27FC236}">
                  <a16:creationId xmlns:a16="http://schemas.microsoft.com/office/drawing/2014/main" id="{9ACBBFBC-5A72-2599-E1FA-33668FBC3DE8}"/>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1085548" y="5530216"/>
              <a:ext cx="1263400" cy="178362"/>
            </a:xfrm>
            <a:prstGeom prst="rect">
              <a:avLst/>
            </a:prstGeom>
          </p:spPr>
        </p:pic>
      </p:grpSp>
    </p:spTree>
    <p:extLst>
      <p:ext uri="{BB962C8B-B14F-4D97-AF65-F5344CB8AC3E}">
        <p14:creationId xmlns:p14="http://schemas.microsoft.com/office/powerpoint/2010/main" val="420632971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Back Page 2">
    <p:bg>
      <p:bgPr>
        <a:solidFill>
          <a:schemeClr val="tx1"/>
        </a:solidFill>
        <a:effectLst/>
      </p:bgPr>
    </p:bg>
    <p:spTree>
      <p:nvGrpSpPr>
        <p:cNvPr id="1" name=""/>
        <p:cNvGrpSpPr/>
        <p:nvPr/>
      </p:nvGrpSpPr>
      <p:grpSpPr>
        <a:xfrm>
          <a:off x="0" y="0"/>
          <a:ext cx="0" cy="0"/>
          <a:chOff x="0" y="0"/>
          <a:chExt cx="0" cy="0"/>
        </a:xfrm>
      </p:grpSpPr>
      <p:pic>
        <p:nvPicPr>
          <p:cNvPr id="40" name="Graphic 39">
            <a:extLst>
              <a:ext uri="{FF2B5EF4-FFF2-40B4-BE49-F238E27FC236}">
                <a16:creationId xmlns:a16="http://schemas.microsoft.com/office/drawing/2014/main" id="{EE713FA0-A367-4BF8-B443-CC41A96FC5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591446" y="5451047"/>
            <a:ext cx="1515005" cy="768653"/>
          </a:xfrm>
          <a:prstGeom prst="rect">
            <a:avLst/>
          </a:prstGeom>
        </p:spPr>
      </p:pic>
      <p:grpSp>
        <p:nvGrpSpPr>
          <p:cNvPr id="49" name="Group 48">
            <a:extLst>
              <a:ext uri="{FF2B5EF4-FFF2-40B4-BE49-F238E27FC236}">
                <a16:creationId xmlns:a16="http://schemas.microsoft.com/office/drawing/2014/main" id="{0DED2ADE-28CB-43B4-99E0-8631E4244732}"/>
              </a:ext>
              <a:ext uri="{C183D7F6-B498-43B3-948B-1728B52AA6E4}">
                <adec:decorative xmlns:adec="http://schemas.microsoft.com/office/drawing/2017/decorative" val="1"/>
              </a:ext>
            </a:extLst>
          </p:cNvPr>
          <p:cNvGrpSpPr/>
          <p:nvPr userDrawn="1"/>
        </p:nvGrpSpPr>
        <p:grpSpPr>
          <a:xfrm>
            <a:off x="1085548" y="350282"/>
            <a:ext cx="10020904" cy="3398903"/>
            <a:chOff x="1085548" y="350282"/>
            <a:chExt cx="10020904" cy="3398903"/>
          </a:xfrm>
          <a:solidFill>
            <a:schemeClr val="bg1">
              <a:alpha val="15000"/>
            </a:schemeClr>
          </a:solidFill>
        </p:grpSpPr>
        <p:sp>
          <p:nvSpPr>
            <p:cNvPr id="50" name="Freeform: Shape 49">
              <a:extLst>
                <a:ext uri="{FF2B5EF4-FFF2-40B4-BE49-F238E27FC236}">
                  <a16:creationId xmlns:a16="http://schemas.microsoft.com/office/drawing/2014/main" id="{631A41C8-FFAB-427D-9C07-0C2416E60B0F}"/>
                </a:ext>
              </a:extLst>
            </p:cNvPr>
            <p:cNvSpPr/>
            <p:nvPr/>
          </p:nvSpPr>
          <p:spPr>
            <a:xfrm>
              <a:off x="5301360" y="379583"/>
              <a:ext cx="1582248" cy="3340301"/>
            </a:xfrm>
            <a:custGeom>
              <a:avLst/>
              <a:gdLst>
                <a:gd name="connsiteX0" fmla="*/ 948177 w 1582248"/>
                <a:gd name="connsiteY0" fmla="*/ 1509582 h 3340301"/>
                <a:gd name="connsiteX1" fmla="*/ 826871 w 1582248"/>
                <a:gd name="connsiteY1" fmla="*/ 1630888 h 3340301"/>
                <a:gd name="connsiteX2" fmla="*/ 680952 w 1582248"/>
                <a:gd name="connsiteY2" fmla="*/ 1630888 h 3340301"/>
                <a:gd name="connsiteX3" fmla="*/ 680952 w 1582248"/>
                <a:gd name="connsiteY3" fmla="*/ 580744 h 3340301"/>
                <a:gd name="connsiteX4" fmla="*/ 826871 w 1582248"/>
                <a:gd name="connsiteY4" fmla="*/ 580744 h 3340301"/>
                <a:gd name="connsiteX5" fmla="*/ 948177 w 1582248"/>
                <a:gd name="connsiteY5" fmla="*/ 701463 h 3340301"/>
                <a:gd name="connsiteX6" fmla="*/ 948177 w 1582248"/>
                <a:gd name="connsiteY6" fmla="*/ 1509582 h 3340301"/>
                <a:gd name="connsiteX7" fmla="*/ 1629129 w 1582248"/>
                <a:gd name="connsiteY7" fmla="*/ 1582248 h 3340301"/>
                <a:gd name="connsiteX8" fmla="*/ 1629129 w 1582248"/>
                <a:gd name="connsiteY8" fmla="*/ 628797 h 3340301"/>
                <a:gd name="connsiteX9" fmla="*/ 996816 w 1582248"/>
                <a:gd name="connsiteY9" fmla="*/ 0 h 3340301"/>
                <a:gd name="connsiteX10" fmla="*/ 0 w 1582248"/>
                <a:gd name="connsiteY10" fmla="*/ 0 h 3340301"/>
                <a:gd name="connsiteX11" fmla="*/ 0 w 1582248"/>
                <a:gd name="connsiteY11" fmla="*/ 3387769 h 3340301"/>
                <a:gd name="connsiteX12" fmla="*/ 680952 w 1582248"/>
                <a:gd name="connsiteY12" fmla="*/ 3387769 h 3340301"/>
                <a:gd name="connsiteX13" fmla="*/ 680952 w 1582248"/>
                <a:gd name="connsiteY13" fmla="*/ 2211631 h 3340301"/>
                <a:gd name="connsiteX14" fmla="*/ 996816 w 1582248"/>
                <a:gd name="connsiteY14" fmla="*/ 2211631 h 3340301"/>
                <a:gd name="connsiteX15" fmla="*/ 1629129 w 1582248"/>
                <a:gd name="connsiteY15" fmla="*/ 1582248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82248" h="3340301">
                  <a:moveTo>
                    <a:pt x="948177" y="1509582"/>
                  </a:moveTo>
                  <a:cubicBezTo>
                    <a:pt x="948177" y="1591624"/>
                    <a:pt x="908913" y="1630888"/>
                    <a:pt x="826871" y="1630888"/>
                  </a:cubicBezTo>
                  <a:lnTo>
                    <a:pt x="680952" y="1630888"/>
                  </a:lnTo>
                  <a:lnTo>
                    <a:pt x="680952" y="580744"/>
                  </a:lnTo>
                  <a:lnTo>
                    <a:pt x="826871" y="580744"/>
                  </a:lnTo>
                  <a:cubicBezTo>
                    <a:pt x="909499" y="580744"/>
                    <a:pt x="948177" y="619421"/>
                    <a:pt x="948177" y="701463"/>
                  </a:cubicBezTo>
                  <a:lnTo>
                    <a:pt x="948177" y="1509582"/>
                  </a:lnTo>
                  <a:close/>
                  <a:moveTo>
                    <a:pt x="1629129" y="1582248"/>
                  </a:moveTo>
                  <a:lnTo>
                    <a:pt x="1629129" y="628797"/>
                  </a:lnTo>
                  <a:cubicBezTo>
                    <a:pt x="1629129" y="207450"/>
                    <a:pt x="1419921" y="0"/>
                    <a:pt x="996816" y="0"/>
                  </a:cubicBezTo>
                  <a:lnTo>
                    <a:pt x="0" y="0"/>
                  </a:lnTo>
                  <a:lnTo>
                    <a:pt x="0" y="3387769"/>
                  </a:lnTo>
                  <a:lnTo>
                    <a:pt x="680952" y="3387769"/>
                  </a:lnTo>
                  <a:lnTo>
                    <a:pt x="680952" y="2211631"/>
                  </a:lnTo>
                  <a:lnTo>
                    <a:pt x="996816" y="2211631"/>
                  </a:lnTo>
                  <a:cubicBezTo>
                    <a:pt x="1419921" y="2211631"/>
                    <a:pt x="1629129" y="2003595"/>
                    <a:pt x="1629129" y="1582248"/>
                  </a:cubicBezTo>
                </a:path>
              </a:pathLst>
            </a:custGeom>
            <a:grpFill/>
            <a:ln w="58598" cap="flat">
              <a:noFill/>
              <a:prstDash val="solid"/>
              <a:miter/>
            </a:ln>
          </p:spPr>
          <p:txBody>
            <a:bodyPr rtlCol="0" anchor="ctr"/>
            <a:lstStyle/>
            <a:p>
              <a:endParaRPr lang="en-GB"/>
            </a:p>
          </p:txBody>
        </p:sp>
        <p:sp>
          <p:nvSpPr>
            <p:cNvPr id="51" name="Freeform: Shape 50">
              <a:extLst>
                <a:ext uri="{FF2B5EF4-FFF2-40B4-BE49-F238E27FC236}">
                  <a16:creationId xmlns:a16="http://schemas.microsoft.com/office/drawing/2014/main" id="{A152A0BC-391D-40DD-8E70-2E1D61509C30}"/>
                </a:ext>
              </a:extLst>
            </p:cNvPr>
            <p:cNvSpPr/>
            <p:nvPr/>
          </p:nvSpPr>
          <p:spPr>
            <a:xfrm>
              <a:off x="7319018" y="350282"/>
              <a:ext cx="1640850" cy="3398903"/>
            </a:xfrm>
            <a:custGeom>
              <a:avLst/>
              <a:gdLst>
                <a:gd name="connsiteX0" fmla="*/ 631728 w 1640849"/>
                <a:gd name="connsiteY0" fmla="*/ 3445785 h 3398903"/>
                <a:gd name="connsiteX1" fmla="*/ 1050145 w 1640849"/>
                <a:gd name="connsiteY1" fmla="*/ 3445785 h 3398903"/>
                <a:gd name="connsiteX2" fmla="*/ 1682458 w 1640849"/>
                <a:gd name="connsiteY2" fmla="*/ 2816402 h 3398903"/>
                <a:gd name="connsiteX3" fmla="*/ 1682458 w 1640849"/>
                <a:gd name="connsiteY3" fmla="*/ 2185261 h 3398903"/>
                <a:gd name="connsiteX4" fmla="*/ 1011468 w 1640849"/>
                <a:gd name="connsiteY4" fmla="*/ 2185261 h 3398903"/>
                <a:gd name="connsiteX5" fmla="*/ 1011468 w 1640849"/>
                <a:gd name="connsiteY5" fmla="*/ 2744322 h 3398903"/>
                <a:gd name="connsiteX6" fmla="*/ 889576 w 1640849"/>
                <a:gd name="connsiteY6" fmla="*/ 2865041 h 3398903"/>
                <a:gd name="connsiteX7" fmla="*/ 802259 w 1640849"/>
                <a:gd name="connsiteY7" fmla="*/ 2865041 h 3398903"/>
                <a:gd name="connsiteX8" fmla="*/ 680954 w 1640849"/>
                <a:gd name="connsiteY8" fmla="*/ 2744322 h 3398903"/>
                <a:gd name="connsiteX9" fmla="*/ 680954 w 1640849"/>
                <a:gd name="connsiteY9" fmla="*/ 702049 h 3398903"/>
                <a:gd name="connsiteX10" fmla="*/ 802259 w 1640849"/>
                <a:gd name="connsiteY10" fmla="*/ 581330 h 3398903"/>
                <a:gd name="connsiteX11" fmla="*/ 880200 w 1640849"/>
                <a:gd name="connsiteY11" fmla="*/ 581330 h 3398903"/>
                <a:gd name="connsiteX12" fmla="*/ 1002092 w 1640849"/>
                <a:gd name="connsiteY12" fmla="*/ 702049 h 3398903"/>
                <a:gd name="connsiteX13" fmla="*/ 1002092 w 1640849"/>
                <a:gd name="connsiteY13" fmla="*/ 1176138 h 3398903"/>
                <a:gd name="connsiteX14" fmla="*/ 1673082 w 1640849"/>
                <a:gd name="connsiteY14" fmla="*/ 1176138 h 3398903"/>
                <a:gd name="connsiteX15" fmla="*/ 1673082 w 1640849"/>
                <a:gd name="connsiteY15" fmla="*/ 629383 h 3398903"/>
                <a:gd name="connsiteX16" fmla="*/ 1040769 w 1640849"/>
                <a:gd name="connsiteY16" fmla="*/ 0 h 3398903"/>
                <a:gd name="connsiteX17" fmla="*/ 632314 w 1640849"/>
                <a:gd name="connsiteY17" fmla="*/ 0 h 3398903"/>
                <a:gd name="connsiteX18" fmla="*/ 1 w 1640849"/>
                <a:gd name="connsiteY18" fmla="*/ 629383 h 3398903"/>
                <a:gd name="connsiteX19" fmla="*/ 1 w 1640849"/>
                <a:gd name="connsiteY19" fmla="*/ 2816988 h 3398903"/>
                <a:gd name="connsiteX20" fmla="*/ 631728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1728" y="3445785"/>
                  </a:moveTo>
                  <a:lnTo>
                    <a:pt x="1050145" y="3445785"/>
                  </a:lnTo>
                  <a:cubicBezTo>
                    <a:pt x="1473250" y="3445785"/>
                    <a:pt x="1682458" y="3237748"/>
                    <a:pt x="1682458" y="2816402"/>
                  </a:cubicBezTo>
                  <a:lnTo>
                    <a:pt x="1682458" y="2185261"/>
                  </a:lnTo>
                  <a:lnTo>
                    <a:pt x="1011468" y="2185261"/>
                  </a:lnTo>
                  <a:lnTo>
                    <a:pt x="1011468" y="2744322"/>
                  </a:lnTo>
                  <a:cubicBezTo>
                    <a:pt x="1011468" y="2826950"/>
                    <a:pt x="972205" y="2865041"/>
                    <a:pt x="889576" y="2865041"/>
                  </a:cubicBezTo>
                  <a:lnTo>
                    <a:pt x="802259" y="2865041"/>
                  </a:lnTo>
                  <a:cubicBezTo>
                    <a:pt x="719631" y="2865041"/>
                    <a:pt x="680954" y="2826364"/>
                    <a:pt x="680954" y="2744322"/>
                  </a:cubicBezTo>
                  <a:lnTo>
                    <a:pt x="680954" y="702049"/>
                  </a:lnTo>
                  <a:cubicBezTo>
                    <a:pt x="680954" y="620007"/>
                    <a:pt x="719631" y="581330"/>
                    <a:pt x="802259" y="581330"/>
                  </a:cubicBezTo>
                  <a:lnTo>
                    <a:pt x="880200" y="581330"/>
                  </a:lnTo>
                  <a:cubicBezTo>
                    <a:pt x="962828" y="581330"/>
                    <a:pt x="1002092" y="620007"/>
                    <a:pt x="1002092" y="702049"/>
                  </a:cubicBezTo>
                  <a:lnTo>
                    <a:pt x="1002092" y="1176138"/>
                  </a:lnTo>
                  <a:lnTo>
                    <a:pt x="1673082" y="1176138"/>
                  </a:lnTo>
                  <a:lnTo>
                    <a:pt x="1673082" y="629383"/>
                  </a:lnTo>
                  <a:cubicBezTo>
                    <a:pt x="1673082" y="208622"/>
                    <a:pt x="1463874" y="0"/>
                    <a:pt x="1040769" y="0"/>
                  </a:cubicBezTo>
                  <a:lnTo>
                    <a:pt x="632314" y="0"/>
                  </a:lnTo>
                  <a:cubicBezTo>
                    <a:pt x="209210" y="0"/>
                    <a:pt x="1" y="208036"/>
                    <a:pt x="1" y="629383"/>
                  </a:cubicBezTo>
                  <a:lnTo>
                    <a:pt x="1" y="2816988"/>
                  </a:lnTo>
                  <a:cubicBezTo>
                    <a:pt x="-585" y="3237748"/>
                    <a:pt x="208623" y="3445785"/>
                    <a:pt x="631728" y="3445785"/>
                  </a:cubicBezTo>
                </a:path>
              </a:pathLst>
            </a:custGeom>
            <a:grpFill/>
            <a:ln w="58598" cap="flat">
              <a:noFill/>
              <a:prstDash val="solid"/>
              <a:miter/>
            </a:ln>
          </p:spPr>
          <p:txBody>
            <a:bodyPr rtlCol="0" anchor="ctr"/>
            <a:lstStyle/>
            <a:p>
              <a:endParaRPr lang="en-GB"/>
            </a:p>
          </p:txBody>
        </p:sp>
        <p:sp>
          <p:nvSpPr>
            <p:cNvPr id="52" name="Freeform: Shape 51">
              <a:extLst>
                <a:ext uri="{FF2B5EF4-FFF2-40B4-BE49-F238E27FC236}">
                  <a16:creationId xmlns:a16="http://schemas.microsoft.com/office/drawing/2014/main" id="{14B3A31C-7483-4030-A5FD-CC564348944C}"/>
                </a:ext>
              </a:extLst>
            </p:cNvPr>
            <p:cNvSpPr/>
            <p:nvPr/>
          </p:nvSpPr>
          <p:spPr>
            <a:xfrm>
              <a:off x="1085548" y="350282"/>
              <a:ext cx="1640850" cy="3398903"/>
            </a:xfrm>
            <a:custGeom>
              <a:avLst/>
              <a:gdLst>
                <a:gd name="connsiteX0" fmla="*/ 632313 w 1640849"/>
                <a:gd name="connsiteY0" fmla="*/ 3445785 h 3398903"/>
                <a:gd name="connsiteX1" fmla="*/ 1050730 w 1640849"/>
                <a:gd name="connsiteY1" fmla="*/ 3445785 h 3398903"/>
                <a:gd name="connsiteX2" fmla="*/ 1683043 w 1640849"/>
                <a:gd name="connsiteY2" fmla="*/ 2816402 h 3398903"/>
                <a:gd name="connsiteX3" fmla="*/ 1683043 w 1640849"/>
                <a:gd name="connsiteY3" fmla="*/ 2185261 h 3398903"/>
                <a:gd name="connsiteX4" fmla="*/ 1011467 w 1640849"/>
                <a:gd name="connsiteY4" fmla="*/ 2185261 h 3398903"/>
                <a:gd name="connsiteX5" fmla="*/ 1011467 w 1640849"/>
                <a:gd name="connsiteY5" fmla="*/ 2744322 h 3398903"/>
                <a:gd name="connsiteX6" fmla="*/ 889575 w 1640849"/>
                <a:gd name="connsiteY6" fmla="*/ 2865041 h 3398903"/>
                <a:gd name="connsiteX7" fmla="*/ 802258 w 1640849"/>
                <a:gd name="connsiteY7" fmla="*/ 2865041 h 3398903"/>
                <a:gd name="connsiteX8" fmla="*/ 680953 w 1640849"/>
                <a:gd name="connsiteY8" fmla="*/ 2744322 h 3398903"/>
                <a:gd name="connsiteX9" fmla="*/ 680953 w 1640849"/>
                <a:gd name="connsiteY9" fmla="*/ 702049 h 3398903"/>
                <a:gd name="connsiteX10" fmla="*/ 802258 w 1640849"/>
                <a:gd name="connsiteY10" fmla="*/ 581330 h 3398903"/>
                <a:gd name="connsiteX11" fmla="*/ 880199 w 1640849"/>
                <a:gd name="connsiteY11" fmla="*/ 581330 h 3398903"/>
                <a:gd name="connsiteX12" fmla="*/ 1001504 w 1640849"/>
                <a:gd name="connsiteY12" fmla="*/ 702049 h 3398903"/>
                <a:gd name="connsiteX13" fmla="*/ 1001504 w 1640849"/>
                <a:gd name="connsiteY13" fmla="*/ 1176138 h 3398903"/>
                <a:gd name="connsiteX14" fmla="*/ 1672495 w 1640849"/>
                <a:gd name="connsiteY14" fmla="*/ 1176138 h 3398903"/>
                <a:gd name="connsiteX15" fmla="*/ 1672495 w 1640849"/>
                <a:gd name="connsiteY15" fmla="*/ 629383 h 3398903"/>
                <a:gd name="connsiteX16" fmla="*/ 1040768 w 1640849"/>
                <a:gd name="connsiteY16" fmla="*/ 0 h 3398903"/>
                <a:gd name="connsiteX17" fmla="*/ 632313 w 1640849"/>
                <a:gd name="connsiteY17" fmla="*/ 0 h 3398903"/>
                <a:gd name="connsiteX18" fmla="*/ 0 w 1640849"/>
                <a:gd name="connsiteY18" fmla="*/ 629383 h 3398903"/>
                <a:gd name="connsiteX19" fmla="*/ 0 w 1640849"/>
                <a:gd name="connsiteY19" fmla="*/ 2816988 h 3398903"/>
                <a:gd name="connsiteX20" fmla="*/ 632313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2313" y="3445785"/>
                  </a:moveTo>
                  <a:lnTo>
                    <a:pt x="1050730" y="3445785"/>
                  </a:lnTo>
                  <a:cubicBezTo>
                    <a:pt x="1473835" y="3445785"/>
                    <a:pt x="1683043" y="3237748"/>
                    <a:pt x="1683043" y="2816402"/>
                  </a:cubicBezTo>
                  <a:lnTo>
                    <a:pt x="1683043" y="2185261"/>
                  </a:lnTo>
                  <a:lnTo>
                    <a:pt x="1011467" y="2185261"/>
                  </a:lnTo>
                  <a:lnTo>
                    <a:pt x="1011467" y="2744322"/>
                  </a:lnTo>
                  <a:cubicBezTo>
                    <a:pt x="1011467" y="2826950"/>
                    <a:pt x="972790" y="2865041"/>
                    <a:pt x="889575" y="2865041"/>
                  </a:cubicBezTo>
                  <a:lnTo>
                    <a:pt x="802258" y="2865041"/>
                  </a:lnTo>
                  <a:cubicBezTo>
                    <a:pt x="719630" y="2865041"/>
                    <a:pt x="680953" y="2826364"/>
                    <a:pt x="680953" y="2744322"/>
                  </a:cubicBezTo>
                  <a:lnTo>
                    <a:pt x="680953" y="702049"/>
                  </a:lnTo>
                  <a:cubicBezTo>
                    <a:pt x="680953" y="620007"/>
                    <a:pt x="719630" y="581330"/>
                    <a:pt x="802258" y="581330"/>
                  </a:cubicBezTo>
                  <a:lnTo>
                    <a:pt x="880199" y="581330"/>
                  </a:lnTo>
                  <a:cubicBezTo>
                    <a:pt x="962827" y="581330"/>
                    <a:pt x="1001504" y="620007"/>
                    <a:pt x="1001504" y="702049"/>
                  </a:cubicBezTo>
                  <a:lnTo>
                    <a:pt x="1001504" y="1176138"/>
                  </a:lnTo>
                  <a:lnTo>
                    <a:pt x="1672495" y="1176138"/>
                  </a:lnTo>
                  <a:lnTo>
                    <a:pt x="1672495" y="629383"/>
                  </a:lnTo>
                  <a:cubicBezTo>
                    <a:pt x="1673081" y="208036"/>
                    <a:pt x="1463872" y="0"/>
                    <a:pt x="1040768" y="0"/>
                  </a:cubicBezTo>
                  <a:lnTo>
                    <a:pt x="632313" y="0"/>
                  </a:lnTo>
                  <a:cubicBezTo>
                    <a:pt x="209208" y="0"/>
                    <a:pt x="0" y="208036"/>
                    <a:pt x="0" y="629383"/>
                  </a:cubicBezTo>
                  <a:lnTo>
                    <a:pt x="0" y="2816988"/>
                  </a:lnTo>
                  <a:cubicBezTo>
                    <a:pt x="0" y="3237748"/>
                    <a:pt x="209208" y="3445785"/>
                    <a:pt x="632313" y="3445785"/>
                  </a:cubicBezTo>
                </a:path>
              </a:pathLst>
            </a:custGeom>
            <a:grpFill/>
            <a:ln w="58598" cap="flat">
              <a:noFill/>
              <a:prstDash val="solid"/>
              <a:miter/>
            </a:ln>
          </p:spPr>
          <p:txBody>
            <a:bodyPr rtlCol="0" anchor="ctr"/>
            <a:lstStyle/>
            <a:p>
              <a:endParaRPr lang="en-GB"/>
            </a:p>
          </p:txBody>
        </p:sp>
        <p:sp>
          <p:nvSpPr>
            <p:cNvPr id="53" name="Freeform: Shape 52">
              <a:extLst>
                <a:ext uri="{FF2B5EF4-FFF2-40B4-BE49-F238E27FC236}">
                  <a16:creationId xmlns:a16="http://schemas.microsoft.com/office/drawing/2014/main" id="{26B43FEB-0118-4696-99FE-7300AC872487}"/>
                </a:ext>
              </a:extLst>
            </p:cNvPr>
            <p:cNvSpPr/>
            <p:nvPr/>
          </p:nvSpPr>
          <p:spPr>
            <a:xfrm>
              <a:off x="9407000" y="350282"/>
              <a:ext cx="1699452" cy="3398903"/>
            </a:xfrm>
            <a:custGeom>
              <a:avLst/>
              <a:gdLst>
                <a:gd name="connsiteX0" fmla="*/ 1021429 w 1699451"/>
                <a:gd name="connsiteY0" fmla="*/ 2744322 h 3398903"/>
                <a:gd name="connsiteX1" fmla="*/ 900123 w 1699451"/>
                <a:gd name="connsiteY1" fmla="*/ 2865041 h 3398903"/>
                <a:gd name="connsiteX2" fmla="*/ 802844 w 1699451"/>
                <a:gd name="connsiteY2" fmla="*/ 2865041 h 3398903"/>
                <a:gd name="connsiteX3" fmla="*/ 681539 w 1699451"/>
                <a:gd name="connsiteY3" fmla="*/ 2744322 h 3398903"/>
                <a:gd name="connsiteX4" fmla="*/ 681539 w 1699451"/>
                <a:gd name="connsiteY4" fmla="*/ 702049 h 3398903"/>
                <a:gd name="connsiteX5" fmla="*/ 802844 w 1699451"/>
                <a:gd name="connsiteY5" fmla="*/ 581330 h 3398903"/>
                <a:gd name="connsiteX6" fmla="*/ 900123 w 1699451"/>
                <a:gd name="connsiteY6" fmla="*/ 581330 h 3398903"/>
                <a:gd name="connsiteX7" fmla="*/ 1021429 w 1699451"/>
                <a:gd name="connsiteY7" fmla="*/ 702049 h 3398903"/>
                <a:gd name="connsiteX8" fmla="*/ 1021429 w 1699451"/>
                <a:gd name="connsiteY8" fmla="*/ 2744322 h 3398903"/>
                <a:gd name="connsiteX9" fmla="*/ 1702382 w 1699451"/>
                <a:gd name="connsiteY9" fmla="*/ 2816988 h 3398903"/>
                <a:gd name="connsiteX10" fmla="*/ 1702382 w 1699451"/>
                <a:gd name="connsiteY10" fmla="*/ 629383 h 3398903"/>
                <a:gd name="connsiteX11" fmla="*/ 1070068 w 1699451"/>
                <a:gd name="connsiteY11" fmla="*/ 0 h 3398903"/>
                <a:gd name="connsiteX12" fmla="*/ 632313 w 1699451"/>
                <a:gd name="connsiteY12" fmla="*/ 0 h 3398903"/>
                <a:gd name="connsiteX13" fmla="*/ 0 w 1699451"/>
                <a:gd name="connsiteY13" fmla="*/ 629383 h 3398903"/>
                <a:gd name="connsiteX14" fmla="*/ 0 w 1699451"/>
                <a:gd name="connsiteY14" fmla="*/ 2816988 h 3398903"/>
                <a:gd name="connsiteX15" fmla="*/ 632313 w 1699451"/>
                <a:gd name="connsiteY15" fmla="*/ 3446371 h 3398903"/>
                <a:gd name="connsiteX16" fmla="*/ 1070068 w 1699451"/>
                <a:gd name="connsiteY16" fmla="*/ 3446371 h 3398903"/>
                <a:gd name="connsiteX17" fmla="*/ 1702382 w 1699451"/>
                <a:gd name="connsiteY17" fmla="*/ 2816988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99451" h="3398903">
                  <a:moveTo>
                    <a:pt x="1021429" y="2744322"/>
                  </a:moveTo>
                  <a:cubicBezTo>
                    <a:pt x="1021429" y="2826950"/>
                    <a:pt x="982752" y="2865041"/>
                    <a:pt x="900123" y="2865041"/>
                  </a:cubicBezTo>
                  <a:lnTo>
                    <a:pt x="802844" y="2865041"/>
                  </a:lnTo>
                  <a:cubicBezTo>
                    <a:pt x="720215" y="2865041"/>
                    <a:pt x="681539" y="2826364"/>
                    <a:pt x="681539" y="2744322"/>
                  </a:cubicBezTo>
                  <a:lnTo>
                    <a:pt x="681539" y="702049"/>
                  </a:lnTo>
                  <a:cubicBezTo>
                    <a:pt x="681539" y="620007"/>
                    <a:pt x="720215" y="581330"/>
                    <a:pt x="802844" y="581330"/>
                  </a:cubicBezTo>
                  <a:lnTo>
                    <a:pt x="900123" y="581330"/>
                  </a:lnTo>
                  <a:cubicBezTo>
                    <a:pt x="982752" y="581330"/>
                    <a:pt x="1021429" y="620007"/>
                    <a:pt x="1021429" y="702049"/>
                  </a:cubicBezTo>
                  <a:lnTo>
                    <a:pt x="1021429" y="2744322"/>
                  </a:lnTo>
                  <a:close/>
                  <a:moveTo>
                    <a:pt x="1702382" y="2816988"/>
                  </a:moveTo>
                  <a:lnTo>
                    <a:pt x="1702382" y="629383"/>
                  </a:lnTo>
                  <a:cubicBezTo>
                    <a:pt x="1702382" y="208622"/>
                    <a:pt x="1493173" y="0"/>
                    <a:pt x="1070068" y="0"/>
                  </a:cubicBezTo>
                  <a:lnTo>
                    <a:pt x="632313" y="0"/>
                  </a:lnTo>
                  <a:cubicBezTo>
                    <a:pt x="209209" y="0"/>
                    <a:pt x="0" y="208036"/>
                    <a:pt x="0" y="629383"/>
                  </a:cubicBezTo>
                  <a:lnTo>
                    <a:pt x="0" y="2816988"/>
                  </a:lnTo>
                  <a:cubicBezTo>
                    <a:pt x="0" y="3238334"/>
                    <a:pt x="209209" y="3446371"/>
                    <a:pt x="632313" y="3446371"/>
                  </a:cubicBezTo>
                  <a:lnTo>
                    <a:pt x="1070068" y="3446371"/>
                  </a:lnTo>
                  <a:cubicBezTo>
                    <a:pt x="1493173" y="3445785"/>
                    <a:pt x="1702382" y="3237748"/>
                    <a:pt x="1702382" y="2816988"/>
                  </a:cubicBezTo>
                </a:path>
              </a:pathLst>
            </a:custGeom>
            <a:grpFill/>
            <a:ln w="58598" cap="flat">
              <a:noFill/>
              <a:prstDash val="solid"/>
              <a:miter/>
            </a:ln>
          </p:spPr>
          <p:txBody>
            <a:bodyPr rtlCol="0" anchor="ctr"/>
            <a:lstStyle/>
            <a:p>
              <a:endParaRPr lang="en-GB"/>
            </a:p>
          </p:txBody>
        </p:sp>
        <p:sp>
          <p:nvSpPr>
            <p:cNvPr id="54" name="Freeform: Shape 53">
              <a:extLst>
                <a:ext uri="{FF2B5EF4-FFF2-40B4-BE49-F238E27FC236}">
                  <a16:creationId xmlns:a16="http://schemas.microsoft.com/office/drawing/2014/main" id="{A41E610B-48CC-4526-9044-AC5B12B6539B}"/>
                </a:ext>
              </a:extLst>
            </p:cNvPr>
            <p:cNvSpPr/>
            <p:nvPr/>
          </p:nvSpPr>
          <p:spPr>
            <a:xfrm>
              <a:off x="3104379" y="379583"/>
              <a:ext cx="1816655" cy="3340301"/>
            </a:xfrm>
            <a:custGeom>
              <a:avLst/>
              <a:gdLst>
                <a:gd name="connsiteX0" fmla="*/ 1031391 w 1816655"/>
                <a:gd name="connsiteY0" fmla="*/ 2303636 h 3340301"/>
                <a:gd name="connsiteX1" fmla="*/ 729592 w 1816655"/>
                <a:gd name="connsiteY1" fmla="*/ 2303636 h 3340301"/>
                <a:gd name="connsiteX2" fmla="*/ 880199 w 1816655"/>
                <a:gd name="connsiteY2" fmla="*/ 827457 h 3340301"/>
                <a:gd name="connsiteX3" fmla="*/ 1031391 w 1816655"/>
                <a:gd name="connsiteY3" fmla="*/ 2303636 h 3340301"/>
                <a:gd name="connsiteX4" fmla="*/ 1823687 w 1816655"/>
                <a:gd name="connsiteY4" fmla="*/ 3387769 h 3340301"/>
                <a:gd name="connsiteX5" fmla="*/ 1376556 w 1816655"/>
                <a:gd name="connsiteY5" fmla="*/ 0 h 3340301"/>
                <a:gd name="connsiteX6" fmla="*/ 447132 w 1816655"/>
                <a:gd name="connsiteY6" fmla="*/ 0 h 3340301"/>
                <a:gd name="connsiteX7" fmla="*/ 0 w 1816655"/>
                <a:gd name="connsiteY7" fmla="*/ 3387769 h 3340301"/>
                <a:gd name="connsiteX8" fmla="*/ 617663 w 1816655"/>
                <a:gd name="connsiteY8" fmla="*/ 3387769 h 3340301"/>
                <a:gd name="connsiteX9" fmla="*/ 666302 w 1816655"/>
                <a:gd name="connsiteY9" fmla="*/ 2894342 h 3340301"/>
                <a:gd name="connsiteX10" fmla="*/ 1094095 w 1816655"/>
                <a:gd name="connsiteY10" fmla="*/ 2894342 h 3340301"/>
                <a:gd name="connsiteX11" fmla="*/ 1147423 w 1816655"/>
                <a:gd name="connsiteY11" fmla="*/ 3387769 h 3340301"/>
                <a:gd name="connsiteX12" fmla="*/ 1823687 w 1816655"/>
                <a:gd name="connsiteY12" fmla="*/ 3387769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6655" h="3340301">
                  <a:moveTo>
                    <a:pt x="1031391" y="2303636"/>
                  </a:moveTo>
                  <a:lnTo>
                    <a:pt x="729592" y="2303636"/>
                  </a:lnTo>
                  <a:lnTo>
                    <a:pt x="880199" y="827457"/>
                  </a:lnTo>
                  <a:lnTo>
                    <a:pt x="1031391" y="2303636"/>
                  </a:lnTo>
                  <a:close/>
                  <a:moveTo>
                    <a:pt x="1823687" y="3387769"/>
                  </a:moveTo>
                  <a:lnTo>
                    <a:pt x="1376556" y="0"/>
                  </a:lnTo>
                  <a:lnTo>
                    <a:pt x="447132" y="0"/>
                  </a:lnTo>
                  <a:lnTo>
                    <a:pt x="0" y="3387769"/>
                  </a:lnTo>
                  <a:lnTo>
                    <a:pt x="617663" y="3387769"/>
                  </a:lnTo>
                  <a:lnTo>
                    <a:pt x="666302" y="2894342"/>
                  </a:lnTo>
                  <a:lnTo>
                    <a:pt x="1094095" y="2894342"/>
                  </a:lnTo>
                  <a:lnTo>
                    <a:pt x="1147423" y="3387769"/>
                  </a:lnTo>
                  <a:lnTo>
                    <a:pt x="1823687" y="3387769"/>
                  </a:lnTo>
                  <a:close/>
                </a:path>
              </a:pathLst>
            </a:custGeom>
            <a:grpFill/>
            <a:ln w="58598" cap="flat">
              <a:noFill/>
              <a:prstDash val="solid"/>
              <a:miter/>
            </a:ln>
          </p:spPr>
          <p:txBody>
            <a:bodyPr rtlCol="0" anchor="ctr"/>
            <a:lstStyle/>
            <a:p>
              <a:endParaRPr lang="en-GB"/>
            </a:p>
          </p:txBody>
        </p:sp>
      </p:grpSp>
      <p:sp>
        <p:nvSpPr>
          <p:cNvPr id="3" name="TextBox 2">
            <a:extLst>
              <a:ext uri="{FF2B5EF4-FFF2-40B4-BE49-F238E27FC236}">
                <a16:creationId xmlns:a16="http://schemas.microsoft.com/office/drawing/2014/main" id="{1D66B35F-F4EC-1EEF-52E0-E26F4E89BFFA}"/>
              </a:ext>
              <a:ext uri="{C183D7F6-B498-43B3-948B-1728B52AA6E4}">
                <adec:decorative xmlns:adec="http://schemas.microsoft.com/office/drawing/2017/decorative" val="1"/>
              </a:ext>
            </a:extLst>
          </p:cNvPr>
          <p:cNvSpPr txBox="1"/>
          <p:nvPr userDrawn="1"/>
        </p:nvSpPr>
        <p:spPr>
          <a:xfrm>
            <a:off x="550864" y="6610784"/>
            <a:ext cx="461962"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err="1">
                <a:ln>
                  <a:noFill/>
                </a:ln>
                <a:solidFill>
                  <a:schemeClr val="bg1">
                    <a:lumMod val="75000"/>
                  </a:schemeClr>
                </a:solidFill>
                <a:effectLst/>
                <a:uLnTx/>
                <a:uFillTx/>
                <a:latin typeface="+mn-lt"/>
                <a:cs typeface="Calibri" panose="020F0502020204030204" pitchFamily="34" charset="0"/>
              </a:rPr>
              <a:t>JN_xxxx</a:t>
            </a:r>
            <a:endParaRPr kumimoji="0" lang="en-US" sz="700" b="0" i="0" u="none" strike="noStrike" kern="1200" cap="none" spc="0" normalizeH="0" baseline="0" noProof="0">
              <a:ln>
                <a:noFill/>
              </a:ln>
              <a:solidFill>
                <a:schemeClr val="bg1">
                  <a:lumMod val="75000"/>
                </a:schemeClr>
              </a:solidFill>
              <a:effectLst/>
              <a:uLnTx/>
              <a:uFillTx/>
              <a:latin typeface="+mn-lt"/>
              <a:cs typeface="Calibri" panose="020F0502020204030204" pitchFamily="34" charset="0"/>
            </a:endParaRPr>
          </a:p>
        </p:txBody>
      </p:sp>
      <p:sp>
        <p:nvSpPr>
          <p:cNvPr id="4" name="TextBox 3">
            <a:extLst>
              <a:ext uri="{FF2B5EF4-FFF2-40B4-BE49-F238E27FC236}">
                <a16:creationId xmlns:a16="http://schemas.microsoft.com/office/drawing/2014/main" id="{CE62C0C1-89AD-6F68-409B-8A733F0E36B9}"/>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grpSp>
        <p:nvGrpSpPr>
          <p:cNvPr id="10" name="Group 9">
            <a:extLst>
              <a:ext uri="{FF2B5EF4-FFF2-40B4-BE49-F238E27FC236}">
                <a16:creationId xmlns:a16="http://schemas.microsoft.com/office/drawing/2014/main" id="{4D12F4EF-64DD-595C-ADAF-50FB65E5C959}"/>
              </a:ext>
              <a:ext uri="{C183D7F6-B498-43B3-948B-1728B52AA6E4}">
                <adec:decorative xmlns:adec="http://schemas.microsoft.com/office/drawing/2017/decorative" val="1"/>
              </a:ext>
            </a:extLst>
          </p:cNvPr>
          <p:cNvGrpSpPr/>
          <p:nvPr userDrawn="1"/>
        </p:nvGrpSpPr>
        <p:grpSpPr>
          <a:xfrm>
            <a:off x="1085548" y="5530216"/>
            <a:ext cx="1263400" cy="524118"/>
            <a:chOff x="1085548" y="5530216"/>
            <a:chExt cx="1263400" cy="524118"/>
          </a:xfrm>
        </p:grpSpPr>
        <p:grpSp>
          <p:nvGrpSpPr>
            <p:cNvPr id="11" name="Group 10">
              <a:extLst>
                <a:ext uri="{FF2B5EF4-FFF2-40B4-BE49-F238E27FC236}">
                  <a16:creationId xmlns:a16="http://schemas.microsoft.com/office/drawing/2014/main" id="{AB2D441E-7707-895E-7F0F-FB452F9A300A}"/>
                </a:ext>
              </a:extLst>
            </p:cNvPr>
            <p:cNvGrpSpPr/>
            <p:nvPr userDrawn="1"/>
          </p:nvGrpSpPr>
          <p:grpSpPr>
            <a:xfrm>
              <a:off x="1085548" y="5803324"/>
              <a:ext cx="1263400" cy="251010"/>
              <a:chOff x="1085548" y="5803324"/>
              <a:chExt cx="1263400" cy="251010"/>
            </a:xfrm>
          </p:grpSpPr>
          <p:pic>
            <p:nvPicPr>
              <p:cNvPr id="13" name="Graphic 12">
                <a:hlinkClick r:id="rId4"/>
                <a:extLst>
                  <a:ext uri="{FF2B5EF4-FFF2-40B4-BE49-F238E27FC236}">
                    <a16:creationId xmlns:a16="http://schemas.microsoft.com/office/drawing/2014/main" id="{EBAE67B1-F1B1-DF23-E38E-57984906F309}"/>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804609" y="5803324"/>
                <a:ext cx="133872" cy="251010"/>
              </a:xfrm>
              <a:prstGeom prst="rect">
                <a:avLst/>
              </a:prstGeom>
            </p:spPr>
          </p:pic>
          <p:pic>
            <p:nvPicPr>
              <p:cNvPr id="14" name="Graphic 13">
                <a:hlinkClick r:id="rId7"/>
                <a:extLst>
                  <a:ext uri="{FF2B5EF4-FFF2-40B4-BE49-F238E27FC236}">
                    <a16:creationId xmlns:a16="http://schemas.microsoft.com/office/drawing/2014/main" id="{FA735632-A2F5-C262-8C28-ADB95F1E7CF3}"/>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2080057" y="5827994"/>
                <a:ext cx="268891" cy="201669"/>
              </a:xfrm>
              <a:prstGeom prst="rect">
                <a:avLst/>
              </a:prstGeom>
            </p:spPr>
          </p:pic>
          <p:pic>
            <p:nvPicPr>
              <p:cNvPr id="15" name="Graphic 14">
                <a:hlinkClick r:id="rId10"/>
                <a:extLst>
                  <a:ext uri="{FF2B5EF4-FFF2-40B4-BE49-F238E27FC236}">
                    <a16:creationId xmlns:a16="http://schemas.microsoft.com/office/drawing/2014/main" id="{182930B5-84C5-96A1-D43F-88E179EA874E}"/>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443776" y="5811891"/>
                <a:ext cx="219258" cy="233875"/>
              </a:xfrm>
              <a:prstGeom prst="rect">
                <a:avLst/>
              </a:prstGeom>
            </p:spPr>
          </p:pic>
          <p:pic>
            <p:nvPicPr>
              <p:cNvPr id="16" name="Graphic 15">
                <a:hlinkClick r:id="rId13"/>
                <a:extLst>
                  <a:ext uri="{FF2B5EF4-FFF2-40B4-BE49-F238E27FC236}">
                    <a16:creationId xmlns:a16="http://schemas.microsoft.com/office/drawing/2014/main" id="{C0681E64-02BE-E335-DCB3-A45E7906304F}"/>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1085548" y="5820502"/>
                <a:ext cx="216653" cy="216653"/>
              </a:xfrm>
              <a:prstGeom prst="rect">
                <a:avLst/>
              </a:prstGeom>
            </p:spPr>
          </p:pic>
        </p:grpSp>
        <p:pic>
          <p:nvPicPr>
            <p:cNvPr id="12" name="Graphic 11">
              <a:hlinkClick r:id="rId16"/>
              <a:extLst>
                <a:ext uri="{FF2B5EF4-FFF2-40B4-BE49-F238E27FC236}">
                  <a16:creationId xmlns:a16="http://schemas.microsoft.com/office/drawing/2014/main" id="{DC19EA2A-6CDD-EB87-7AF6-D7A955648612}"/>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1085548" y="5530216"/>
              <a:ext cx="1263400" cy="178362"/>
            </a:xfrm>
            <a:prstGeom prst="rect">
              <a:avLst/>
            </a:prstGeom>
          </p:spPr>
        </p:pic>
      </p:grpSp>
    </p:spTree>
    <p:extLst>
      <p:ext uri="{BB962C8B-B14F-4D97-AF65-F5344CB8AC3E}">
        <p14:creationId xmlns:p14="http://schemas.microsoft.com/office/powerpoint/2010/main" val="28459965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Back Page 3">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BF1ADD7B-DF48-4D30-B00D-70AC1C3802B0}"/>
              </a:ext>
              <a:ext uri="{C183D7F6-B498-43B3-948B-1728B52AA6E4}">
                <adec:decorative xmlns:adec="http://schemas.microsoft.com/office/drawing/2017/decorative" val="1"/>
              </a:ext>
            </a:extLst>
          </p:cNvPr>
          <p:cNvPicPr>
            <a:picLocks/>
          </p:cNvPicPr>
          <p:nvPr userDrawn="1"/>
        </p:nvPicPr>
        <p:blipFill rotWithShape="1">
          <a:blip r:embed="rId2" cstate="screen">
            <a:alphaModFix amt="75000"/>
            <a:extLst>
              <a:ext uri="{28A0092B-C50C-407E-A947-70E740481C1C}">
                <a14:useLocalDpi xmlns:a14="http://schemas.microsoft.com/office/drawing/2010/main"/>
              </a:ext>
            </a:extLst>
          </a:blip>
          <a:srcRect l="733" t="807" b="74"/>
          <a:stretch/>
        </p:blipFill>
        <p:spPr>
          <a:xfrm>
            <a:off x="0" y="0"/>
            <a:ext cx="12192000" cy="6858000"/>
          </a:xfrm>
          <a:prstGeom prst="rect">
            <a:avLst/>
          </a:prstGeom>
        </p:spPr>
      </p:pic>
      <p:pic>
        <p:nvPicPr>
          <p:cNvPr id="43" name="Graphic 42">
            <a:extLst>
              <a:ext uri="{FF2B5EF4-FFF2-40B4-BE49-F238E27FC236}">
                <a16:creationId xmlns:a16="http://schemas.microsoft.com/office/drawing/2014/main" id="{2A144763-C616-41A4-AA80-FA2D963F7C8D}"/>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591446" y="5451047"/>
            <a:ext cx="1515005" cy="768653"/>
          </a:xfrm>
          <a:prstGeom prst="rect">
            <a:avLst/>
          </a:prstGeom>
        </p:spPr>
      </p:pic>
      <p:grpSp>
        <p:nvGrpSpPr>
          <p:cNvPr id="52" name="Group 51">
            <a:extLst>
              <a:ext uri="{FF2B5EF4-FFF2-40B4-BE49-F238E27FC236}">
                <a16:creationId xmlns:a16="http://schemas.microsoft.com/office/drawing/2014/main" id="{F7FA3CB8-460B-48C8-BDC3-18746CE4B90C}"/>
              </a:ext>
              <a:ext uri="{C183D7F6-B498-43B3-948B-1728B52AA6E4}">
                <adec:decorative xmlns:adec="http://schemas.microsoft.com/office/drawing/2017/decorative" val="1"/>
              </a:ext>
            </a:extLst>
          </p:cNvPr>
          <p:cNvGrpSpPr/>
          <p:nvPr userDrawn="1"/>
        </p:nvGrpSpPr>
        <p:grpSpPr>
          <a:xfrm>
            <a:off x="1085548" y="350282"/>
            <a:ext cx="10020904" cy="3398903"/>
            <a:chOff x="1085548" y="350282"/>
            <a:chExt cx="10020904" cy="3398903"/>
          </a:xfrm>
          <a:solidFill>
            <a:schemeClr val="tx1">
              <a:alpha val="10000"/>
            </a:schemeClr>
          </a:solidFill>
        </p:grpSpPr>
        <p:sp>
          <p:nvSpPr>
            <p:cNvPr id="53" name="Freeform: Shape 52">
              <a:extLst>
                <a:ext uri="{FF2B5EF4-FFF2-40B4-BE49-F238E27FC236}">
                  <a16:creationId xmlns:a16="http://schemas.microsoft.com/office/drawing/2014/main" id="{8EEADBC9-33D6-4D8A-9982-4EE9AD234FD5}"/>
                </a:ext>
              </a:extLst>
            </p:cNvPr>
            <p:cNvSpPr/>
            <p:nvPr/>
          </p:nvSpPr>
          <p:spPr>
            <a:xfrm>
              <a:off x="5301360" y="379583"/>
              <a:ext cx="1582248" cy="3340301"/>
            </a:xfrm>
            <a:custGeom>
              <a:avLst/>
              <a:gdLst>
                <a:gd name="connsiteX0" fmla="*/ 948177 w 1582248"/>
                <a:gd name="connsiteY0" fmla="*/ 1509582 h 3340301"/>
                <a:gd name="connsiteX1" fmla="*/ 826871 w 1582248"/>
                <a:gd name="connsiteY1" fmla="*/ 1630888 h 3340301"/>
                <a:gd name="connsiteX2" fmla="*/ 680952 w 1582248"/>
                <a:gd name="connsiteY2" fmla="*/ 1630888 h 3340301"/>
                <a:gd name="connsiteX3" fmla="*/ 680952 w 1582248"/>
                <a:gd name="connsiteY3" fmla="*/ 580744 h 3340301"/>
                <a:gd name="connsiteX4" fmla="*/ 826871 w 1582248"/>
                <a:gd name="connsiteY4" fmla="*/ 580744 h 3340301"/>
                <a:gd name="connsiteX5" fmla="*/ 948177 w 1582248"/>
                <a:gd name="connsiteY5" fmla="*/ 701463 h 3340301"/>
                <a:gd name="connsiteX6" fmla="*/ 948177 w 1582248"/>
                <a:gd name="connsiteY6" fmla="*/ 1509582 h 3340301"/>
                <a:gd name="connsiteX7" fmla="*/ 1629129 w 1582248"/>
                <a:gd name="connsiteY7" fmla="*/ 1582248 h 3340301"/>
                <a:gd name="connsiteX8" fmla="*/ 1629129 w 1582248"/>
                <a:gd name="connsiteY8" fmla="*/ 628797 h 3340301"/>
                <a:gd name="connsiteX9" fmla="*/ 996816 w 1582248"/>
                <a:gd name="connsiteY9" fmla="*/ 0 h 3340301"/>
                <a:gd name="connsiteX10" fmla="*/ 0 w 1582248"/>
                <a:gd name="connsiteY10" fmla="*/ 0 h 3340301"/>
                <a:gd name="connsiteX11" fmla="*/ 0 w 1582248"/>
                <a:gd name="connsiteY11" fmla="*/ 3387769 h 3340301"/>
                <a:gd name="connsiteX12" fmla="*/ 680952 w 1582248"/>
                <a:gd name="connsiteY12" fmla="*/ 3387769 h 3340301"/>
                <a:gd name="connsiteX13" fmla="*/ 680952 w 1582248"/>
                <a:gd name="connsiteY13" fmla="*/ 2211631 h 3340301"/>
                <a:gd name="connsiteX14" fmla="*/ 996816 w 1582248"/>
                <a:gd name="connsiteY14" fmla="*/ 2211631 h 3340301"/>
                <a:gd name="connsiteX15" fmla="*/ 1629129 w 1582248"/>
                <a:gd name="connsiteY15" fmla="*/ 1582248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82248" h="3340301">
                  <a:moveTo>
                    <a:pt x="948177" y="1509582"/>
                  </a:moveTo>
                  <a:cubicBezTo>
                    <a:pt x="948177" y="1591624"/>
                    <a:pt x="908913" y="1630888"/>
                    <a:pt x="826871" y="1630888"/>
                  </a:cubicBezTo>
                  <a:lnTo>
                    <a:pt x="680952" y="1630888"/>
                  </a:lnTo>
                  <a:lnTo>
                    <a:pt x="680952" y="580744"/>
                  </a:lnTo>
                  <a:lnTo>
                    <a:pt x="826871" y="580744"/>
                  </a:lnTo>
                  <a:cubicBezTo>
                    <a:pt x="909499" y="580744"/>
                    <a:pt x="948177" y="619421"/>
                    <a:pt x="948177" y="701463"/>
                  </a:cubicBezTo>
                  <a:lnTo>
                    <a:pt x="948177" y="1509582"/>
                  </a:lnTo>
                  <a:close/>
                  <a:moveTo>
                    <a:pt x="1629129" y="1582248"/>
                  </a:moveTo>
                  <a:lnTo>
                    <a:pt x="1629129" y="628797"/>
                  </a:lnTo>
                  <a:cubicBezTo>
                    <a:pt x="1629129" y="207450"/>
                    <a:pt x="1419921" y="0"/>
                    <a:pt x="996816" y="0"/>
                  </a:cubicBezTo>
                  <a:lnTo>
                    <a:pt x="0" y="0"/>
                  </a:lnTo>
                  <a:lnTo>
                    <a:pt x="0" y="3387769"/>
                  </a:lnTo>
                  <a:lnTo>
                    <a:pt x="680952" y="3387769"/>
                  </a:lnTo>
                  <a:lnTo>
                    <a:pt x="680952" y="2211631"/>
                  </a:lnTo>
                  <a:lnTo>
                    <a:pt x="996816" y="2211631"/>
                  </a:lnTo>
                  <a:cubicBezTo>
                    <a:pt x="1419921" y="2211631"/>
                    <a:pt x="1629129" y="2003595"/>
                    <a:pt x="1629129" y="1582248"/>
                  </a:cubicBezTo>
                </a:path>
              </a:pathLst>
            </a:custGeom>
            <a:grpFill/>
            <a:ln w="58598" cap="flat">
              <a:noFill/>
              <a:prstDash val="solid"/>
              <a:miter/>
            </a:ln>
          </p:spPr>
          <p:txBody>
            <a:bodyPr rtlCol="0" anchor="ctr"/>
            <a:lstStyle/>
            <a:p>
              <a:endParaRPr lang="en-GB"/>
            </a:p>
          </p:txBody>
        </p:sp>
        <p:sp>
          <p:nvSpPr>
            <p:cNvPr id="54" name="Freeform: Shape 53">
              <a:extLst>
                <a:ext uri="{FF2B5EF4-FFF2-40B4-BE49-F238E27FC236}">
                  <a16:creationId xmlns:a16="http://schemas.microsoft.com/office/drawing/2014/main" id="{C32956BD-0E4F-4E9D-89B4-9D7430113250}"/>
                </a:ext>
              </a:extLst>
            </p:cNvPr>
            <p:cNvSpPr/>
            <p:nvPr/>
          </p:nvSpPr>
          <p:spPr>
            <a:xfrm>
              <a:off x="7319018" y="350282"/>
              <a:ext cx="1640850" cy="3398903"/>
            </a:xfrm>
            <a:custGeom>
              <a:avLst/>
              <a:gdLst>
                <a:gd name="connsiteX0" fmla="*/ 631728 w 1640849"/>
                <a:gd name="connsiteY0" fmla="*/ 3445785 h 3398903"/>
                <a:gd name="connsiteX1" fmla="*/ 1050145 w 1640849"/>
                <a:gd name="connsiteY1" fmla="*/ 3445785 h 3398903"/>
                <a:gd name="connsiteX2" fmla="*/ 1682458 w 1640849"/>
                <a:gd name="connsiteY2" fmla="*/ 2816402 h 3398903"/>
                <a:gd name="connsiteX3" fmla="*/ 1682458 w 1640849"/>
                <a:gd name="connsiteY3" fmla="*/ 2185261 h 3398903"/>
                <a:gd name="connsiteX4" fmla="*/ 1011468 w 1640849"/>
                <a:gd name="connsiteY4" fmla="*/ 2185261 h 3398903"/>
                <a:gd name="connsiteX5" fmla="*/ 1011468 w 1640849"/>
                <a:gd name="connsiteY5" fmla="*/ 2744322 h 3398903"/>
                <a:gd name="connsiteX6" fmla="*/ 889576 w 1640849"/>
                <a:gd name="connsiteY6" fmla="*/ 2865041 h 3398903"/>
                <a:gd name="connsiteX7" fmla="*/ 802259 w 1640849"/>
                <a:gd name="connsiteY7" fmla="*/ 2865041 h 3398903"/>
                <a:gd name="connsiteX8" fmla="*/ 680954 w 1640849"/>
                <a:gd name="connsiteY8" fmla="*/ 2744322 h 3398903"/>
                <a:gd name="connsiteX9" fmla="*/ 680954 w 1640849"/>
                <a:gd name="connsiteY9" fmla="*/ 702049 h 3398903"/>
                <a:gd name="connsiteX10" fmla="*/ 802259 w 1640849"/>
                <a:gd name="connsiteY10" fmla="*/ 581330 h 3398903"/>
                <a:gd name="connsiteX11" fmla="*/ 880200 w 1640849"/>
                <a:gd name="connsiteY11" fmla="*/ 581330 h 3398903"/>
                <a:gd name="connsiteX12" fmla="*/ 1002092 w 1640849"/>
                <a:gd name="connsiteY12" fmla="*/ 702049 h 3398903"/>
                <a:gd name="connsiteX13" fmla="*/ 1002092 w 1640849"/>
                <a:gd name="connsiteY13" fmla="*/ 1176138 h 3398903"/>
                <a:gd name="connsiteX14" fmla="*/ 1673082 w 1640849"/>
                <a:gd name="connsiteY14" fmla="*/ 1176138 h 3398903"/>
                <a:gd name="connsiteX15" fmla="*/ 1673082 w 1640849"/>
                <a:gd name="connsiteY15" fmla="*/ 629383 h 3398903"/>
                <a:gd name="connsiteX16" fmla="*/ 1040769 w 1640849"/>
                <a:gd name="connsiteY16" fmla="*/ 0 h 3398903"/>
                <a:gd name="connsiteX17" fmla="*/ 632314 w 1640849"/>
                <a:gd name="connsiteY17" fmla="*/ 0 h 3398903"/>
                <a:gd name="connsiteX18" fmla="*/ 1 w 1640849"/>
                <a:gd name="connsiteY18" fmla="*/ 629383 h 3398903"/>
                <a:gd name="connsiteX19" fmla="*/ 1 w 1640849"/>
                <a:gd name="connsiteY19" fmla="*/ 2816988 h 3398903"/>
                <a:gd name="connsiteX20" fmla="*/ 631728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1728" y="3445785"/>
                  </a:moveTo>
                  <a:lnTo>
                    <a:pt x="1050145" y="3445785"/>
                  </a:lnTo>
                  <a:cubicBezTo>
                    <a:pt x="1473250" y="3445785"/>
                    <a:pt x="1682458" y="3237748"/>
                    <a:pt x="1682458" y="2816402"/>
                  </a:cubicBezTo>
                  <a:lnTo>
                    <a:pt x="1682458" y="2185261"/>
                  </a:lnTo>
                  <a:lnTo>
                    <a:pt x="1011468" y="2185261"/>
                  </a:lnTo>
                  <a:lnTo>
                    <a:pt x="1011468" y="2744322"/>
                  </a:lnTo>
                  <a:cubicBezTo>
                    <a:pt x="1011468" y="2826950"/>
                    <a:pt x="972205" y="2865041"/>
                    <a:pt x="889576" y="2865041"/>
                  </a:cubicBezTo>
                  <a:lnTo>
                    <a:pt x="802259" y="2865041"/>
                  </a:lnTo>
                  <a:cubicBezTo>
                    <a:pt x="719631" y="2865041"/>
                    <a:pt x="680954" y="2826364"/>
                    <a:pt x="680954" y="2744322"/>
                  </a:cubicBezTo>
                  <a:lnTo>
                    <a:pt x="680954" y="702049"/>
                  </a:lnTo>
                  <a:cubicBezTo>
                    <a:pt x="680954" y="620007"/>
                    <a:pt x="719631" y="581330"/>
                    <a:pt x="802259" y="581330"/>
                  </a:cubicBezTo>
                  <a:lnTo>
                    <a:pt x="880200" y="581330"/>
                  </a:lnTo>
                  <a:cubicBezTo>
                    <a:pt x="962828" y="581330"/>
                    <a:pt x="1002092" y="620007"/>
                    <a:pt x="1002092" y="702049"/>
                  </a:cubicBezTo>
                  <a:lnTo>
                    <a:pt x="1002092" y="1176138"/>
                  </a:lnTo>
                  <a:lnTo>
                    <a:pt x="1673082" y="1176138"/>
                  </a:lnTo>
                  <a:lnTo>
                    <a:pt x="1673082" y="629383"/>
                  </a:lnTo>
                  <a:cubicBezTo>
                    <a:pt x="1673082" y="208622"/>
                    <a:pt x="1463874" y="0"/>
                    <a:pt x="1040769" y="0"/>
                  </a:cubicBezTo>
                  <a:lnTo>
                    <a:pt x="632314" y="0"/>
                  </a:lnTo>
                  <a:cubicBezTo>
                    <a:pt x="209210" y="0"/>
                    <a:pt x="1" y="208036"/>
                    <a:pt x="1" y="629383"/>
                  </a:cubicBezTo>
                  <a:lnTo>
                    <a:pt x="1" y="2816988"/>
                  </a:lnTo>
                  <a:cubicBezTo>
                    <a:pt x="-585" y="3237748"/>
                    <a:pt x="208623" y="3445785"/>
                    <a:pt x="631728" y="3445785"/>
                  </a:cubicBezTo>
                </a:path>
              </a:pathLst>
            </a:custGeom>
            <a:grpFill/>
            <a:ln w="58598" cap="flat">
              <a:noFill/>
              <a:prstDash val="solid"/>
              <a:miter/>
            </a:ln>
          </p:spPr>
          <p:txBody>
            <a:bodyPr rtlCol="0" anchor="ctr"/>
            <a:lstStyle/>
            <a:p>
              <a:endParaRPr lang="en-GB"/>
            </a:p>
          </p:txBody>
        </p:sp>
        <p:sp>
          <p:nvSpPr>
            <p:cNvPr id="55" name="Freeform: Shape 54">
              <a:extLst>
                <a:ext uri="{FF2B5EF4-FFF2-40B4-BE49-F238E27FC236}">
                  <a16:creationId xmlns:a16="http://schemas.microsoft.com/office/drawing/2014/main" id="{1AE6BFBC-DAF9-4FE5-983C-C8D54750E659}"/>
                </a:ext>
              </a:extLst>
            </p:cNvPr>
            <p:cNvSpPr/>
            <p:nvPr/>
          </p:nvSpPr>
          <p:spPr>
            <a:xfrm>
              <a:off x="1085548" y="350282"/>
              <a:ext cx="1640850" cy="3398903"/>
            </a:xfrm>
            <a:custGeom>
              <a:avLst/>
              <a:gdLst>
                <a:gd name="connsiteX0" fmla="*/ 632313 w 1640849"/>
                <a:gd name="connsiteY0" fmla="*/ 3445785 h 3398903"/>
                <a:gd name="connsiteX1" fmla="*/ 1050730 w 1640849"/>
                <a:gd name="connsiteY1" fmla="*/ 3445785 h 3398903"/>
                <a:gd name="connsiteX2" fmla="*/ 1683043 w 1640849"/>
                <a:gd name="connsiteY2" fmla="*/ 2816402 h 3398903"/>
                <a:gd name="connsiteX3" fmla="*/ 1683043 w 1640849"/>
                <a:gd name="connsiteY3" fmla="*/ 2185261 h 3398903"/>
                <a:gd name="connsiteX4" fmla="*/ 1011467 w 1640849"/>
                <a:gd name="connsiteY4" fmla="*/ 2185261 h 3398903"/>
                <a:gd name="connsiteX5" fmla="*/ 1011467 w 1640849"/>
                <a:gd name="connsiteY5" fmla="*/ 2744322 h 3398903"/>
                <a:gd name="connsiteX6" fmla="*/ 889575 w 1640849"/>
                <a:gd name="connsiteY6" fmla="*/ 2865041 h 3398903"/>
                <a:gd name="connsiteX7" fmla="*/ 802258 w 1640849"/>
                <a:gd name="connsiteY7" fmla="*/ 2865041 h 3398903"/>
                <a:gd name="connsiteX8" fmla="*/ 680953 w 1640849"/>
                <a:gd name="connsiteY8" fmla="*/ 2744322 h 3398903"/>
                <a:gd name="connsiteX9" fmla="*/ 680953 w 1640849"/>
                <a:gd name="connsiteY9" fmla="*/ 702049 h 3398903"/>
                <a:gd name="connsiteX10" fmla="*/ 802258 w 1640849"/>
                <a:gd name="connsiteY10" fmla="*/ 581330 h 3398903"/>
                <a:gd name="connsiteX11" fmla="*/ 880199 w 1640849"/>
                <a:gd name="connsiteY11" fmla="*/ 581330 h 3398903"/>
                <a:gd name="connsiteX12" fmla="*/ 1001504 w 1640849"/>
                <a:gd name="connsiteY12" fmla="*/ 702049 h 3398903"/>
                <a:gd name="connsiteX13" fmla="*/ 1001504 w 1640849"/>
                <a:gd name="connsiteY13" fmla="*/ 1176138 h 3398903"/>
                <a:gd name="connsiteX14" fmla="*/ 1672495 w 1640849"/>
                <a:gd name="connsiteY14" fmla="*/ 1176138 h 3398903"/>
                <a:gd name="connsiteX15" fmla="*/ 1672495 w 1640849"/>
                <a:gd name="connsiteY15" fmla="*/ 629383 h 3398903"/>
                <a:gd name="connsiteX16" fmla="*/ 1040768 w 1640849"/>
                <a:gd name="connsiteY16" fmla="*/ 0 h 3398903"/>
                <a:gd name="connsiteX17" fmla="*/ 632313 w 1640849"/>
                <a:gd name="connsiteY17" fmla="*/ 0 h 3398903"/>
                <a:gd name="connsiteX18" fmla="*/ 0 w 1640849"/>
                <a:gd name="connsiteY18" fmla="*/ 629383 h 3398903"/>
                <a:gd name="connsiteX19" fmla="*/ 0 w 1640849"/>
                <a:gd name="connsiteY19" fmla="*/ 2816988 h 3398903"/>
                <a:gd name="connsiteX20" fmla="*/ 632313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2313" y="3445785"/>
                  </a:moveTo>
                  <a:lnTo>
                    <a:pt x="1050730" y="3445785"/>
                  </a:lnTo>
                  <a:cubicBezTo>
                    <a:pt x="1473835" y="3445785"/>
                    <a:pt x="1683043" y="3237748"/>
                    <a:pt x="1683043" y="2816402"/>
                  </a:cubicBezTo>
                  <a:lnTo>
                    <a:pt x="1683043" y="2185261"/>
                  </a:lnTo>
                  <a:lnTo>
                    <a:pt x="1011467" y="2185261"/>
                  </a:lnTo>
                  <a:lnTo>
                    <a:pt x="1011467" y="2744322"/>
                  </a:lnTo>
                  <a:cubicBezTo>
                    <a:pt x="1011467" y="2826950"/>
                    <a:pt x="972790" y="2865041"/>
                    <a:pt x="889575" y="2865041"/>
                  </a:cubicBezTo>
                  <a:lnTo>
                    <a:pt x="802258" y="2865041"/>
                  </a:lnTo>
                  <a:cubicBezTo>
                    <a:pt x="719630" y="2865041"/>
                    <a:pt x="680953" y="2826364"/>
                    <a:pt x="680953" y="2744322"/>
                  </a:cubicBezTo>
                  <a:lnTo>
                    <a:pt x="680953" y="702049"/>
                  </a:lnTo>
                  <a:cubicBezTo>
                    <a:pt x="680953" y="620007"/>
                    <a:pt x="719630" y="581330"/>
                    <a:pt x="802258" y="581330"/>
                  </a:cubicBezTo>
                  <a:lnTo>
                    <a:pt x="880199" y="581330"/>
                  </a:lnTo>
                  <a:cubicBezTo>
                    <a:pt x="962827" y="581330"/>
                    <a:pt x="1001504" y="620007"/>
                    <a:pt x="1001504" y="702049"/>
                  </a:cubicBezTo>
                  <a:lnTo>
                    <a:pt x="1001504" y="1176138"/>
                  </a:lnTo>
                  <a:lnTo>
                    <a:pt x="1672495" y="1176138"/>
                  </a:lnTo>
                  <a:lnTo>
                    <a:pt x="1672495" y="629383"/>
                  </a:lnTo>
                  <a:cubicBezTo>
                    <a:pt x="1673081" y="208036"/>
                    <a:pt x="1463872" y="0"/>
                    <a:pt x="1040768" y="0"/>
                  </a:cubicBezTo>
                  <a:lnTo>
                    <a:pt x="632313" y="0"/>
                  </a:lnTo>
                  <a:cubicBezTo>
                    <a:pt x="209208" y="0"/>
                    <a:pt x="0" y="208036"/>
                    <a:pt x="0" y="629383"/>
                  </a:cubicBezTo>
                  <a:lnTo>
                    <a:pt x="0" y="2816988"/>
                  </a:lnTo>
                  <a:cubicBezTo>
                    <a:pt x="0" y="3237748"/>
                    <a:pt x="209208" y="3445785"/>
                    <a:pt x="632313" y="3445785"/>
                  </a:cubicBezTo>
                </a:path>
              </a:pathLst>
            </a:custGeom>
            <a:grpFill/>
            <a:ln w="58598" cap="flat">
              <a:noFill/>
              <a:prstDash val="solid"/>
              <a:miter/>
            </a:ln>
          </p:spPr>
          <p:txBody>
            <a:bodyPr rtlCol="0" anchor="ctr"/>
            <a:lstStyle/>
            <a:p>
              <a:endParaRPr lang="en-GB"/>
            </a:p>
          </p:txBody>
        </p:sp>
        <p:sp>
          <p:nvSpPr>
            <p:cNvPr id="56" name="Freeform: Shape 55">
              <a:extLst>
                <a:ext uri="{FF2B5EF4-FFF2-40B4-BE49-F238E27FC236}">
                  <a16:creationId xmlns:a16="http://schemas.microsoft.com/office/drawing/2014/main" id="{CAB596BC-7365-48ED-947B-67E4C342F9D4}"/>
                </a:ext>
              </a:extLst>
            </p:cNvPr>
            <p:cNvSpPr/>
            <p:nvPr/>
          </p:nvSpPr>
          <p:spPr>
            <a:xfrm>
              <a:off x="9407000" y="350282"/>
              <a:ext cx="1699452" cy="3398903"/>
            </a:xfrm>
            <a:custGeom>
              <a:avLst/>
              <a:gdLst>
                <a:gd name="connsiteX0" fmla="*/ 1021429 w 1699451"/>
                <a:gd name="connsiteY0" fmla="*/ 2744322 h 3398903"/>
                <a:gd name="connsiteX1" fmla="*/ 900123 w 1699451"/>
                <a:gd name="connsiteY1" fmla="*/ 2865041 h 3398903"/>
                <a:gd name="connsiteX2" fmla="*/ 802844 w 1699451"/>
                <a:gd name="connsiteY2" fmla="*/ 2865041 h 3398903"/>
                <a:gd name="connsiteX3" fmla="*/ 681539 w 1699451"/>
                <a:gd name="connsiteY3" fmla="*/ 2744322 h 3398903"/>
                <a:gd name="connsiteX4" fmla="*/ 681539 w 1699451"/>
                <a:gd name="connsiteY4" fmla="*/ 702049 h 3398903"/>
                <a:gd name="connsiteX5" fmla="*/ 802844 w 1699451"/>
                <a:gd name="connsiteY5" fmla="*/ 581330 h 3398903"/>
                <a:gd name="connsiteX6" fmla="*/ 900123 w 1699451"/>
                <a:gd name="connsiteY6" fmla="*/ 581330 h 3398903"/>
                <a:gd name="connsiteX7" fmla="*/ 1021429 w 1699451"/>
                <a:gd name="connsiteY7" fmla="*/ 702049 h 3398903"/>
                <a:gd name="connsiteX8" fmla="*/ 1021429 w 1699451"/>
                <a:gd name="connsiteY8" fmla="*/ 2744322 h 3398903"/>
                <a:gd name="connsiteX9" fmla="*/ 1702382 w 1699451"/>
                <a:gd name="connsiteY9" fmla="*/ 2816988 h 3398903"/>
                <a:gd name="connsiteX10" fmla="*/ 1702382 w 1699451"/>
                <a:gd name="connsiteY10" fmla="*/ 629383 h 3398903"/>
                <a:gd name="connsiteX11" fmla="*/ 1070068 w 1699451"/>
                <a:gd name="connsiteY11" fmla="*/ 0 h 3398903"/>
                <a:gd name="connsiteX12" fmla="*/ 632313 w 1699451"/>
                <a:gd name="connsiteY12" fmla="*/ 0 h 3398903"/>
                <a:gd name="connsiteX13" fmla="*/ 0 w 1699451"/>
                <a:gd name="connsiteY13" fmla="*/ 629383 h 3398903"/>
                <a:gd name="connsiteX14" fmla="*/ 0 w 1699451"/>
                <a:gd name="connsiteY14" fmla="*/ 2816988 h 3398903"/>
                <a:gd name="connsiteX15" fmla="*/ 632313 w 1699451"/>
                <a:gd name="connsiteY15" fmla="*/ 3446371 h 3398903"/>
                <a:gd name="connsiteX16" fmla="*/ 1070068 w 1699451"/>
                <a:gd name="connsiteY16" fmla="*/ 3446371 h 3398903"/>
                <a:gd name="connsiteX17" fmla="*/ 1702382 w 1699451"/>
                <a:gd name="connsiteY17" fmla="*/ 2816988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99451" h="3398903">
                  <a:moveTo>
                    <a:pt x="1021429" y="2744322"/>
                  </a:moveTo>
                  <a:cubicBezTo>
                    <a:pt x="1021429" y="2826950"/>
                    <a:pt x="982752" y="2865041"/>
                    <a:pt x="900123" y="2865041"/>
                  </a:cubicBezTo>
                  <a:lnTo>
                    <a:pt x="802844" y="2865041"/>
                  </a:lnTo>
                  <a:cubicBezTo>
                    <a:pt x="720215" y="2865041"/>
                    <a:pt x="681539" y="2826364"/>
                    <a:pt x="681539" y="2744322"/>
                  </a:cubicBezTo>
                  <a:lnTo>
                    <a:pt x="681539" y="702049"/>
                  </a:lnTo>
                  <a:cubicBezTo>
                    <a:pt x="681539" y="620007"/>
                    <a:pt x="720215" y="581330"/>
                    <a:pt x="802844" y="581330"/>
                  </a:cubicBezTo>
                  <a:lnTo>
                    <a:pt x="900123" y="581330"/>
                  </a:lnTo>
                  <a:cubicBezTo>
                    <a:pt x="982752" y="581330"/>
                    <a:pt x="1021429" y="620007"/>
                    <a:pt x="1021429" y="702049"/>
                  </a:cubicBezTo>
                  <a:lnTo>
                    <a:pt x="1021429" y="2744322"/>
                  </a:lnTo>
                  <a:close/>
                  <a:moveTo>
                    <a:pt x="1702382" y="2816988"/>
                  </a:moveTo>
                  <a:lnTo>
                    <a:pt x="1702382" y="629383"/>
                  </a:lnTo>
                  <a:cubicBezTo>
                    <a:pt x="1702382" y="208622"/>
                    <a:pt x="1493173" y="0"/>
                    <a:pt x="1070068" y="0"/>
                  </a:cubicBezTo>
                  <a:lnTo>
                    <a:pt x="632313" y="0"/>
                  </a:lnTo>
                  <a:cubicBezTo>
                    <a:pt x="209209" y="0"/>
                    <a:pt x="0" y="208036"/>
                    <a:pt x="0" y="629383"/>
                  </a:cubicBezTo>
                  <a:lnTo>
                    <a:pt x="0" y="2816988"/>
                  </a:lnTo>
                  <a:cubicBezTo>
                    <a:pt x="0" y="3238334"/>
                    <a:pt x="209209" y="3446371"/>
                    <a:pt x="632313" y="3446371"/>
                  </a:cubicBezTo>
                  <a:lnTo>
                    <a:pt x="1070068" y="3446371"/>
                  </a:lnTo>
                  <a:cubicBezTo>
                    <a:pt x="1493173" y="3445785"/>
                    <a:pt x="1702382" y="3237748"/>
                    <a:pt x="1702382" y="2816988"/>
                  </a:cubicBezTo>
                </a:path>
              </a:pathLst>
            </a:custGeom>
            <a:grpFill/>
            <a:ln w="58598" cap="flat">
              <a:noFill/>
              <a:prstDash val="solid"/>
              <a:miter/>
            </a:ln>
          </p:spPr>
          <p:txBody>
            <a:bodyPr rtlCol="0" anchor="ctr"/>
            <a:lstStyle/>
            <a:p>
              <a:endParaRPr lang="en-GB"/>
            </a:p>
          </p:txBody>
        </p:sp>
        <p:sp>
          <p:nvSpPr>
            <p:cNvPr id="57" name="Freeform: Shape 56">
              <a:extLst>
                <a:ext uri="{FF2B5EF4-FFF2-40B4-BE49-F238E27FC236}">
                  <a16:creationId xmlns:a16="http://schemas.microsoft.com/office/drawing/2014/main" id="{0E46D2F0-4799-47BF-9871-B5211E1D32DA}"/>
                </a:ext>
              </a:extLst>
            </p:cNvPr>
            <p:cNvSpPr/>
            <p:nvPr/>
          </p:nvSpPr>
          <p:spPr>
            <a:xfrm>
              <a:off x="3104379" y="379583"/>
              <a:ext cx="1816655" cy="3340301"/>
            </a:xfrm>
            <a:custGeom>
              <a:avLst/>
              <a:gdLst>
                <a:gd name="connsiteX0" fmla="*/ 1031391 w 1816655"/>
                <a:gd name="connsiteY0" fmla="*/ 2303636 h 3340301"/>
                <a:gd name="connsiteX1" fmla="*/ 729592 w 1816655"/>
                <a:gd name="connsiteY1" fmla="*/ 2303636 h 3340301"/>
                <a:gd name="connsiteX2" fmla="*/ 880199 w 1816655"/>
                <a:gd name="connsiteY2" fmla="*/ 827457 h 3340301"/>
                <a:gd name="connsiteX3" fmla="*/ 1031391 w 1816655"/>
                <a:gd name="connsiteY3" fmla="*/ 2303636 h 3340301"/>
                <a:gd name="connsiteX4" fmla="*/ 1823687 w 1816655"/>
                <a:gd name="connsiteY4" fmla="*/ 3387769 h 3340301"/>
                <a:gd name="connsiteX5" fmla="*/ 1376556 w 1816655"/>
                <a:gd name="connsiteY5" fmla="*/ 0 h 3340301"/>
                <a:gd name="connsiteX6" fmla="*/ 447132 w 1816655"/>
                <a:gd name="connsiteY6" fmla="*/ 0 h 3340301"/>
                <a:gd name="connsiteX7" fmla="*/ 0 w 1816655"/>
                <a:gd name="connsiteY7" fmla="*/ 3387769 h 3340301"/>
                <a:gd name="connsiteX8" fmla="*/ 617663 w 1816655"/>
                <a:gd name="connsiteY8" fmla="*/ 3387769 h 3340301"/>
                <a:gd name="connsiteX9" fmla="*/ 666302 w 1816655"/>
                <a:gd name="connsiteY9" fmla="*/ 2894342 h 3340301"/>
                <a:gd name="connsiteX10" fmla="*/ 1094095 w 1816655"/>
                <a:gd name="connsiteY10" fmla="*/ 2894342 h 3340301"/>
                <a:gd name="connsiteX11" fmla="*/ 1147423 w 1816655"/>
                <a:gd name="connsiteY11" fmla="*/ 3387769 h 3340301"/>
                <a:gd name="connsiteX12" fmla="*/ 1823687 w 1816655"/>
                <a:gd name="connsiteY12" fmla="*/ 3387769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6655" h="3340301">
                  <a:moveTo>
                    <a:pt x="1031391" y="2303636"/>
                  </a:moveTo>
                  <a:lnTo>
                    <a:pt x="729592" y="2303636"/>
                  </a:lnTo>
                  <a:lnTo>
                    <a:pt x="880199" y="827457"/>
                  </a:lnTo>
                  <a:lnTo>
                    <a:pt x="1031391" y="2303636"/>
                  </a:lnTo>
                  <a:close/>
                  <a:moveTo>
                    <a:pt x="1823687" y="3387769"/>
                  </a:moveTo>
                  <a:lnTo>
                    <a:pt x="1376556" y="0"/>
                  </a:lnTo>
                  <a:lnTo>
                    <a:pt x="447132" y="0"/>
                  </a:lnTo>
                  <a:lnTo>
                    <a:pt x="0" y="3387769"/>
                  </a:lnTo>
                  <a:lnTo>
                    <a:pt x="617663" y="3387769"/>
                  </a:lnTo>
                  <a:lnTo>
                    <a:pt x="666302" y="2894342"/>
                  </a:lnTo>
                  <a:lnTo>
                    <a:pt x="1094095" y="2894342"/>
                  </a:lnTo>
                  <a:lnTo>
                    <a:pt x="1147423" y="3387769"/>
                  </a:lnTo>
                  <a:lnTo>
                    <a:pt x="1823687" y="3387769"/>
                  </a:lnTo>
                  <a:close/>
                </a:path>
              </a:pathLst>
            </a:custGeom>
            <a:grpFill/>
            <a:ln w="58598" cap="flat">
              <a:noFill/>
              <a:prstDash val="solid"/>
              <a:miter/>
            </a:ln>
          </p:spPr>
          <p:txBody>
            <a:bodyPr rtlCol="0" anchor="ctr"/>
            <a:lstStyle/>
            <a:p>
              <a:endParaRPr lang="en-GB"/>
            </a:p>
          </p:txBody>
        </p:sp>
      </p:grpSp>
      <p:sp>
        <p:nvSpPr>
          <p:cNvPr id="3" name="TextBox 2">
            <a:extLst>
              <a:ext uri="{FF2B5EF4-FFF2-40B4-BE49-F238E27FC236}">
                <a16:creationId xmlns:a16="http://schemas.microsoft.com/office/drawing/2014/main" id="{D47C9F22-42AF-A739-F0A3-301E971723D7}"/>
              </a:ext>
              <a:ext uri="{C183D7F6-B498-43B3-948B-1728B52AA6E4}">
                <adec:decorative xmlns:adec="http://schemas.microsoft.com/office/drawing/2017/decorative" val="1"/>
              </a:ext>
            </a:extLst>
          </p:cNvPr>
          <p:cNvSpPr txBox="1"/>
          <p:nvPr userDrawn="1"/>
        </p:nvSpPr>
        <p:spPr>
          <a:xfrm>
            <a:off x="550864" y="6610784"/>
            <a:ext cx="461962"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err="1">
                <a:ln>
                  <a:noFill/>
                </a:ln>
                <a:solidFill>
                  <a:schemeClr val="bg1">
                    <a:lumMod val="75000"/>
                  </a:schemeClr>
                </a:solidFill>
                <a:effectLst/>
                <a:uLnTx/>
                <a:uFillTx/>
                <a:latin typeface="+mn-lt"/>
                <a:cs typeface="Calibri" panose="020F0502020204030204" pitchFamily="34" charset="0"/>
              </a:rPr>
              <a:t>JN_xxxx</a:t>
            </a:r>
            <a:endParaRPr kumimoji="0" lang="en-US" sz="700" b="0" i="0" u="none" strike="noStrike" kern="1200" cap="none" spc="0" normalizeH="0" baseline="0" noProof="0">
              <a:ln>
                <a:noFill/>
              </a:ln>
              <a:solidFill>
                <a:schemeClr val="bg1">
                  <a:lumMod val="75000"/>
                </a:schemeClr>
              </a:solidFill>
              <a:effectLst/>
              <a:uLnTx/>
              <a:uFillTx/>
              <a:latin typeface="+mn-lt"/>
              <a:cs typeface="Calibri" panose="020F0502020204030204" pitchFamily="34" charset="0"/>
            </a:endParaRPr>
          </a:p>
        </p:txBody>
      </p:sp>
      <p:sp>
        <p:nvSpPr>
          <p:cNvPr id="4" name="TextBox 3">
            <a:extLst>
              <a:ext uri="{FF2B5EF4-FFF2-40B4-BE49-F238E27FC236}">
                <a16:creationId xmlns:a16="http://schemas.microsoft.com/office/drawing/2014/main" id="{7CA117B4-A575-25A6-B179-7F41F1CFC777}"/>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grpSp>
        <p:nvGrpSpPr>
          <p:cNvPr id="10" name="Group 9">
            <a:extLst>
              <a:ext uri="{FF2B5EF4-FFF2-40B4-BE49-F238E27FC236}">
                <a16:creationId xmlns:a16="http://schemas.microsoft.com/office/drawing/2014/main" id="{E151C9E8-9009-7382-A37E-3655BEAB24EC}"/>
              </a:ext>
              <a:ext uri="{C183D7F6-B498-43B3-948B-1728B52AA6E4}">
                <adec:decorative xmlns:adec="http://schemas.microsoft.com/office/drawing/2017/decorative" val="1"/>
              </a:ext>
            </a:extLst>
          </p:cNvPr>
          <p:cNvGrpSpPr/>
          <p:nvPr userDrawn="1"/>
        </p:nvGrpSpPr>
        <p:grpSpPr>
          <a:xfrm>
            <a:off x="1085548" y="5530216"/>
            <a:ext cx="1263400" cy="524118"/>
            <a:chOff x="1085548" y="5530216"/>
            <a:chExt cx="1263400" cy="524118"/>
          </a:xfrm>
        </p:grpSpPr>
        <p:grpSp>
          <p:nvGrpSpPr>
            <p:cNvPr id="11" name="Group 10">
              <a:extLst>
                <a:ext uri="{FF2B5EF4-FFF2-40B4-BE49-F238E27FC236}">
                  <a16:creationId xmlns:a16="http://schemas.microsoft.com/office/drawing/2014/main" id="{1C1C0744-2751-6C0D-1B97-F88CCEFB697F}"/>
                </a:ext>
              </a:extLst>
            </p:cNvPr>
            <p:cNvGrpSpPr/>
            <p:nvPr userDrawn="1"/>
          </p:nvGrpSpPr>
          <p:grpSpPr>
            <a:xfrm>
              <a:off x="1085548" y="5803324"/>
              <a:ext cx="1263400" cy="251010"/>
              <a:chOff x="1085548" y="5803324"/>
              <a:chExt cx="1263400" cy="251010"/>
            </a:xfrm>
          </p:grpSpPr>
          <p:pic>
            <p:nvPicPr>
              <p:cNvPr id="14" name="Graphic 13">
                <a:hlinkClick r:id="rId5"/>
                <a:extLst>
                  <a:ext uri="{FF2B5EF4-FFF2-40B4-BE49-F238E27FC236}">
                    <a16:creationId xmlns:a16="http://schemas.microsoft.com/office/drawing/2014/main" id="{15659199-5B8D-1D33-9B7C-D4490F1CB924}"/>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804609" y="5803324"/>
                <a:ext cx="133872" cy="251010"/>
              </a:xfrm>
              <a:prstGeom prst="rect">
                <a:avLst/>
              </a:prstGeom>
            </p:spPr>
          </p:pic>
          <p:pic>
            <p:nvPicPr>
              <p:cNvPr id="15" name="Graphic 14">
                <a:hlinkClick r:id="rId8"/>
                <a:extLst>
                  <a:ext uri="{FF2B5EF4-FFF2-40B4-BE49-F238E27FC236}">
                    <a16:creationId xmlns:a16="http://schemas.microsoft.com/office/drawing/2014/main" id="{F518CBF6-1EEC-9941-379F-2AB96D4737E0}"/>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2080057" y="5827994"/>
                <a:ext cx="268891" cy="201669"/>
              </a:xfrm>
              <a:prstGeom prst="rect">
                <a:avLst/>
              </a:prstGeom>
            </p:spPr>
          </p:pic>
          <p:pic>
            <p:nvPicPr>
              <p:cNvPr id="16" name="Graphic 15">
                <a:hlinkClick r:id="rId11"/>
                <a:extLst>
                  <a:ext uri="{FF2B5EF4-FFF2-40B4-BE49-F238E27FC236}">
                    <a16:creationId xmlns:a16="http://schemas.microsoft.com/office/drawing/2014/main" id="{93AA57CB-780E-D2F0-DF3F-110FDAA30EFE}"/>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1443776" y="5811891"/>
                <a:ext cx="219258" cy="233875"/>
              </a:xfrm>
              <a:prstGeom prst="rect">
                <a:avLst/>
              </a:prstGeom>
            </p:spPr>
          </p:pic>
          <p:pic>
            <p:nvPicPr>
              <p:cNvPr id="17" name="Graphic 16">
                <a:hlinkClick r:id="rId14"/>
                <a:extLst>
                  <a:ext uri="{FF2B5EF4-FFF2-40B4-BE49-F238E27FC236}">
                    <a16:creationId xmlns:a16="http://schemas.microsoft.com/office/drawing/2014/main" id="{4D7D8DA7-FE35-5A7A-97F6-53F44C38D64F}"/>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085548" y="5820502"/>
                <a:ext cx="216653" cy="216653"/>
              </a:xfrm>
              <a:prstGeom prst="rect">
                <a:avLst/>
              </a:prstGeom>
            </p:spPr>
          </p:pic>
        </p:grpSp>
        <p:pic>
          <p:nvPicPr>
            <p:cNvPr id="12" name="Graphic 11">
              <a:hlinkClick r:id="rId17"/>
              <a:extLst>
                <a:ext uri="{FF2B5EF4-FFF2-40B4-BE49-F238E27FC236}">
                  <a16:creationId xmlns:a16="http://schemas.microsoft.com/office/drawing/2014/main" id="{D867344E-FDAF-C077-A42D-59DFD9CFAC25}"/>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1085548" y="5530216"/>
              <a:ext cx="1263400" cy="178362"/>
            </a:xfrm>
            <a:prstGeom prst="rect">
              <a:avLst/>
            </a:prstGeom>
          </p:spPr>
        </p:pic>
      </p:grpSp>
    </p:spTree>
    <p:extLst>
      <p:ext uri="{BB962C8B-B14F-4D97-AF65-F5344CB8AC3E}">
        <p14:creationId xmlns:p14="http://schemas.microsoft.com/office/powerpoint/2010/main" val="330204661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Back Page 4">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0BE79B2E-0C13-4884-B21E-2DFFFAB54EA8}"/>
              </a:ext>
              <a:ext uri="{C183D7F6-B498-43B3-948B-1728B52AA6E4}">
                <adec:decorative xmlns:adec="http://schemas.microsoft.com/office/drawing/2017/decorative" val="1"/>
              </a:ext>
            </a:extLst>
          </p:cNvPr>
          <p:cNvPicPr>
            <a:picLocks noChangeAspect="1"/>
          </p:cNvPicPr>
          <p:nvPr userDrawn="1"/>
        </p:nvPicPr>
        <p:blipFill rotWithShape="1">
          <a:blip r:embed="rId2" cstate="email">
            <a:grayscl/>
            <a:alphaModFix amt="80000"/>
            <a:extLst>
              <a:ext uri="{28A0092B-C50C-407E-A947-70E740481C1C}">
                <a14:useLocalDpi xmlns:a14="http://schemas.microsoft.com/office/drawing/2010/main"/>
              </a:ext>
            </a:extLst>
          </a:blip>
          <a:srcRect l="-2"/>
          <a:stretch/>
        </p:blipFill>
        <p:spPr>
          <a:xfrm>
            <a:off x="0" y="0"/>
            <a:ext cx="12192000" cy="6858000"/>
          </a:xfrm>
          <a:prstGeom prst="rect">
            <a:avLst/>
          </a:prstGeom>
        </p:spPr>
      </p:pic>
      <p:pic>
        <p:nvPicPr>
          <p:cNvPr id="43" name="Graphic 42">
            <a:extLst>
              <a:ext uri="{FF2B5EF4-FFF2-40B4-BE49-F238E27FC236}">
                <a16:creationId xmlns:a16="http://schemas.microsoft.com/office/drawing/2014/main" id="{6DF5A58C-BEBA-45A6-9CC5-F9BE3EF60AE2}"/>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591446" y="5451047"/>
            <a:ext cx="1515005" cy="768653"/>
          </a:xfrm>
          <a:prstGeom prst="rect">
            <a:avLst/>
          </a:prstGeom>
        </p:spPr>
      </p:pic>
      <p:grpSp>
        <p:nvGrpSpPr>
          <p:cNvPr id="52" name="Group 51">
            <a:extLst>
              <a:ext uri="{FF2B5EF4-FFF2-40B4-BE49-F238E27FC236}">
                <a16:creationId xmlns:a16="http://schemas.microsoft.com/office/drawing/2014/main" id="{5EF471FA-2B8E-43F2-B15D-F986601D64C8}"/>
              </a:ext>
              <a:ext uri="{C183D7F6-B498-43B3-948B-1728B52AA6E4}">
                <adec:decorative xmlns:adec="http://schemas.microsoft.com/office/drawing/2017/decorative" val="1"/>
              </a:ext>
            </a:extLst>
          </p:cNvPr>
          <p:cNvGrpSpPr/>
          <p:nvPr userDrawn="1"/>
        </p:nvGrpSpPr>
        <p:grpSpPr>
          <a:xfrm>
            <a:off x="1085548" y="350282"/>
            <a:ext cx="10020904" cy="3398903"/>
            <a:chOff x="1085548" y="350282"/>
            <a:chExt cx="10020904" cy="3398903"/>
          </a:xfrm>
          <a:solidFill>
            <a:schemeClr val="tx1">
              <a:alpha val="10000"/>
            </a:schemeClr>
          </a:solidFill>
        </p:grpSpPr>
        <p:sp>
          <p:nvSpPr>
            <p:cNvPr id="53" name="Freeform: Shape 52">
              <a:extLst>
                <a:ext uri="{FF2B5EF4-FFF2-40B4-BE49-F238E27FC236}">
                  <a16:creationId xmlns:a16="http://schemas.microsoft.com/office/drawing/2014/main" id="{E939174D-2A82-4025-B186-37CE5FD99F4B}"/>
                </a:ext>
              </a:extLst>
            </p:cNvPr>
            <p:cNvSpPr/>
            <p:nvPr/>
          </p:nvSpPr>
          <p:spPr>
            <a:xfrm>
              <a:off x="5301360" y="379583"/>
              <a:ext cx="1582248" cy="3340301"/>
            </a:xfrm>
            <a:custGeom>
              <a:avLst/>
              <a:gdLst>
                <a:gd name="connsiteX0" fmla="*/ 948177 w 1582248"/>
                <a:gd name="connsiteY0" fmla="*/ 1509582 h 3340301"/>
                <a:gd name="connsiteX1" fmla="*/ 826871 w 1582248"/>
                <a:gd name="connsiteY1" fmla="*/ 1630888 h 3340301"/>
                <a:gd name="connsiteX2" fmla="*/ 680952 w 1582248"/>
                <a:gd name="connsiteY2" fmla="*/ 1630888 h 3340301"/>
                <a:gd name="connsiteX3" fmla="*/ 680952 w 1582248"/>
                <a:gd name="connsiteY3" fmla="*/ 580744 h 3340301"/>
                <a:gd name="connsiteX4" fmla="*/ 826871 w 1582248"/>
                <a:gd name="connsiteY4" fmla="*/ 580744 h 3340301"/>
                <a:gd name="connsiteX5" fmla="*/ 948177 w 1582248"/>
                <a:gd name="connsiteY5" fmla="*/ 701463 h 3340301"/>
                <a:gd name="connsiteX6" fmla="*/ 948177 w 1582248"/>
                <a:gd name="connsiteY6" fmla="*/ 1509582 h 3340301"/>
                <a:gd name="connsiteX7" fmla="*/ 1629129 w 1582248"/>
                <a:gd name="connsiteY7" fmla="*/ 1582248 h 3340301"/>
                <a:gd name="connsiteX8" fmla="*/ 1629129 w 1582248"/>
                <a:gd name="connsiteY8" fmla="*/ 628797 h 3340301"/>
                <a:gd name="connsiteX9" fmla="*/ 996816 w 1582248"/>
                <a:gd name="connsiteY9" fmla="*/ 0 h 3340301"/>
                <a:gd name="connsiteX10" fmla="*/ 0 w 1582248"/>
                <a:gd name="connsiteY10" fmla="*/ 0 h 3340301"/>
                <a:gd name="connsiteX11" fmla="*/ 0 w 1582248"/>
                <a:gd name="connsiteY11" fmla="*/ 3387769 h 3340301"/>
                <a:gd name="connsiteX12" fmla="*/ 680952 w 1582248"/>
                <a:gd name="connsiteY12" fmla="*/ 3387769 h 3340301"/>
                <a:gd name="connsiteX13" fmla="*/ 680952 w 1582248"/>
                <a:gd name="connsiteY13" fmla="*/ 2211631 h 3340301"/>
                <a:gd name="connsiteX14" fmla="*/ 996816 w 1582248"/>
                <a:gd name="connsiteY14" fmla="*/ 2211631 h 3340301"/>
                <a:gd name="connsiteX15" fmla="*/ 1629129 w 1582248"/>
                <a:gd name="connsiteY15" fmla="*/ 1582248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82248" h="3340301">
                  <a:moveTo>
                    <a:pt x="948177" y="1509582"/>
                  </a:moveTo>
                  <a:cubicBezTo>
                    <a:pt x="948177" y="1591624"/>
                    <a:pt x="908913" y="1630888"/>
                    <a:pt x="826871" y="1630888"/>
                  </a:cubicBezTo>
                  <a:lnTo>
                    <a:pt x="680952" y="1630888"/>
                  </a:lnTo>
                  <a:lnTo>
                    <a:pt x="680952" y="580744"/>
                  </a:lnTo>
                  <a:lnTo>
                    <a:pt x="826871" y="580744"/>
                  </a:lnTo>
                  <a:cubicBezTo>
                    <a:pt x="909499" y="580744"/>
                    <a:pt x="948177" y="619421"/>
                    <a:pt x="948177" y="701463"/>
                  </a:cubicBezTo>
                  <a:lnTo>
                    <a:pt x="948177" y="1509582"/>
                  </a:lnTo>
                  <a:close/>
                  <a:moveTo>
                    <a:pt x="1629129" y="1582248"/>
                  </a:moveTo>
                  <a:lnTo>
                    <a:pt x="1629129" y="628797"/>
                  </a:lnTo>
                  <a:cubicBezTo>
                    <a:pt x="1629129" y="207450"/>
                    <a:pt x="1419921" y="0"/>
                    <a:pt x="996816" y="0"/>
                  </a:cubicBezTo>
                  <a:lnTo>
                    <a:pt x="0" y="0"/>
                  </a:lnTo>
                  <a:lnTo>
                    <a:pt x="0" y="3387769"/>
                  </a:lnTo>
                  <a:lnTo>
                    <a:pt x="680952" y="3387769"/>
                  </a:lnTo>
                  <a:lnTo>
                    <a:pt x="680952" y="2211631"/>
                  </a:lnTo>
                  <a:lnTo>
                    <a:pt x="996816" y="2211631"/>
                  </a:lnTo>
                  <a:cubicBezTo>
                    <a:pt x="1419921" y="2211631"/>
                    <a:pt x="1629129" y="2003595"/>
                    <a:pt x="1629129" y="1582248"/>
                  </a:cubicBezTo>
                </a:path>
              </a:pathLst>
            </a:custGeom>
            <a:grpFill/>
            <a:ln w="58598" cap="flat">
              <a:noFill/>
              <a:prstDash val="solid"/>
              <a:miter/>
            </a:ln>
          </p:spPr>
          <p:txBody>
            <a:bodyPr rtlCol="0" anchor="ctr"/>
            <a:lstStyle/>
            <a:p>
              <a:endParaRPr lang="en-GB"/>
            </a:p>
          </p:txBody>
        </p:sp>
        <p:sp>
          <p:nvSpPr>
            <p:cNvPr id="54" name="Freeform: Shape 53">
              <a:extLst>
                <a:ext uri="{FF2B5EF4-FFF2-40B4-BE49-F238E27FC236}">
                  <a16:creationId xmlns:a16="http://schemas.microsoft.com/office/drawing/2014/main" id="{E0F544C6-04AC-4F3B-BB8E-D450BD289CAA}"/>
                </a:ext>
              </a:extLst>
            </p:cNvPr>
            <p:cNvSpPr/>
            <p:nvPr/>
          </p:nvSpPr>
          <p:spPr>
            <a:xfrm>
              <a:off x="7319018" y="350282"/>
              <a:ext cx="1640850" cy="3398903"/>
            </a:xfrm>
            <a:custGeom>
              <a:avLst/>
              <a:gdLst>
                <a:gd name="connsiteX0" fmla="*/ 631728 w 1640849"/>
                <a:gd name="connsiteY0" fmla="*/ 3445785 h 3398903"/>
                <a:gd name="connsiteX1" fmla="*/ 1050145 w 1640849"/>
                <a:gd name="connsiteY1" fmla="*/ 3445785 h 3398903"/>
                <a:gd name="connsiteX2" fmla="*/ 1682458 w 1640849"/>
                <a:gd name="connsiteY2" fmla="*/ 2816402 h 3398903"/>
                <a:gd name="connsiteX3" fmla="*/ 1682458 w 1640849"/>
                <a:gd name="connsiteY3" fmla="*/ 2185261 h 3398903"/>
                <a:gd name="connsiteX4" fmla="*/ 1011468 w 1640849"/>
                <a:gd name="connsiteY4" fmla="*/ 2185261 h 3398903"/>
                <a:gd name="connsiteX5" fmla="*/ 1011468 w 1640849"/>
                <a:gd name="connsiteY5" fmla="*/ 2744322 h 3398903"/>
                <a:gd name="connsiteX6" fmla="*/ 889576 w 1640849"/>
                <a:gd name="connsiteY6" fmla="*/ 2865041 h 3398903"/>
                <a:gd name="connsiteX7" fmla="*/ 802259 w 1640849"/>
                <a:gd name="connsiteY7" fmla="*/ 2865041 h 3398903"/>
                <a:gd name="connsiteX8" fmla="*/ 680954 w 1640849"/>
                <a:gd name="connsiteY8" fmla="*/ 2744322 h 3398903"/>
                <a:gd name="connsiteX9" fmla="*/ 680954 w 1640849"/>
                <a:gd name="connsiteY9" fmla="*/ 702049 h 3398903"/>
                <a:gd name="connsiteX10" fmla="*/ 802259 w 1640849"/>
                <a:gd name="connsiteY10" fmla="*/ 581330 h 3398903"/>
                <a:gd name="connsiteX11" fmla="*/ 880200 w 1640849"/>
                <a:gd name="connsiteY11" fmla="*/ 581330 h 3398903"/>
                <a:gd name="connsiteX12" fmla="*/ 1002092 w 1640849"/>
                <a:gd name="connsiteY12" fmla="*/ 702049 h 3398903"/>
                <a:gd name="connsiteX13" fmla="*/ 1002092 w 1640849"/>
                <a:gd name="connsiteY13" fmla="*/ 1176138 h 3398903"/>
                <a:gd name="connsiteX14" fmla="*/ 1673082 w 1640849"/>
                <a:gd name="connsiteY14" fmla="*/ 1176138 h 3398903"/>
                <a:gd name="connsiteX15" fmla="*/ 1673082 w 1640849"/>
                <a:gd name="connsiteY15" fmla="*/ 629383 h 3398903"/>
                <a:gd name="connsiteX16" fmla="*/ 1040769 w 1640849"/>
                <a:gd name="connsiteY16" fmla="*/ 0 h 3398903"/>
                <a:gd name="connsiteX17" fmla="*/ 632314 w 1640849"/>
                <a:gd name="connsiteY17" fmla="*/ 0 h 3398903"/>
                <a:gd name="connsiteX18" fmla="*/ 1 w 1640849"/>
                <a:gd name="connsiteY18" fmla="*/ 629383 h 3398903"/>
                <a:gd name="connsiteX19" fmla="*/ 1 w 1640849"/>
                <a:gd name="connsiteY19" fmla="*/ 2816988 h 3398903"/>
                <a:gd name="connsiteX20" fmla="*/ 631728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1728" y="3445785"/>
                  </a:moveTo>
                  <a:lnTo>
                    <a:pt x="1050145" y="3445785"/>
                  </a:lnTo>
                  <a:cubicBezTo>
                    <a:pt x="1473250" y="3445785"/>
                    <a:pt x="1682458" y="3237748"/>
                    <a:pt x="1682458" y="2816402"/>
                  </a:cubicBezTo>
                  <a:lnTo>
                    <a:pt x="1682458" y="2185261"/>
                  </a:lnTo>
                  <a:lnTo>
                    <a:pt x="1011468" y="2185261"/>
                  </a:lnTo>
                  <a:lnTo>
                    <a:pt x="1011468" y="2744322"/>
                  </a:lnTo>
                  <a:cubicBezTo>
                    <a:pt x="1011468" y="2826950"/>
                    <a:pt x="972205" y="2865041"/>
                    <a:pt x="889576" y="2865041"/>
                  </a:cubicBezTo>
                  <a:lnTo>
                    <a:pt x="802259" y="2865041"/>
                  </a:lnTo>
                  <a:cubicBezTo>
                    <a:pt x="719631" y="2865041"/>
                    <a:pt x="680954" y="2826364"/>
                    <a:pt x="680954" y="2744322"/>
                  </a:cubicBezTo>
                  <a:lnTo>
                    <a:pt x="680954" y="702049"/>
                  </a:lnTo>
                  <a:cubicBezTo>
                    <a:pt x="680954" y="620007"/>
                    <a:pt x="719631" y="581330"/>
                    <a:pt x="802259" y="581330"/>
                  </a:cubicBezTo>
                  <a:lnTo>
                    <a:pt x="880200" y="581330"/>
                  </a:lnTo>
                  <a:cubicBezTo>
                    <a:pt x="962828" y="581330"/>
                    <a:pt x="1002092" y="620007"/>
                    <a:pt x="1002092" y="702049"/>
                  </a:cubicBezTo>
                  <a:lnTo>
                    <a:pt x="1002092" y="1176138"/>
                  </a:lnTo>
                  <a:lnTo>
                    <a:pt x="1673082" y="1176138"/>
                  </a:lnTo>
                  <a:lnTo>
                    <a:pt x="1673082" y="629383"/>
                  </a:lnTo>
                  <a:cubicBezTo>
                    <a:pt x="1673082" y="208622"/>
                    <a:pt x="1463874" y="0"/>
                    <a:pt x="1040769" y="0"/>
                  </a:cubicBezTo>
                  <a:lnTo>
                    <a:pt x="632314" y="0"/>
                  </a:lnTo>
                  <a:cubicBezTo>
                    <a:pt x="209210" y="0"/>
                    <a:pt x="1" y="208036"/>
                    <a:pt x="1" y="629383"/>
                  </a:cubicBezTo>
                  <a:lnTo>
                    <a:pt x="1" y="2816988"/>
                  </a:lnTo>
                  <a:cubicBezTo>
                    <a:pt x="-585" y="3237748"/>
                    <a:pt x="208623" y="3445785"/>
                    <a:pt x="631728" y="3445785"/>
                  </a:cubicBezTo>
                </a:path>
              </a:pathLst>
            </a:custGeom>
            <a:grpFill/>
            <a:ln w="58598" cap="flat">
              <a:noFill/>
              <a:prstDash val="solid"/>
              <a:miter/>
            </a:ln>
          </p:spPr>
          <p:txBody>
            <a:bodyPr rtlCol="0" anchor="ctr"/>
            <a:lstStyle/>
            <a:p>
              <a:endParaRPr lang="en-GB"/>
            </a:p>
          </p:txBody>
        </p:sp>
        <p:sp>
          <p:nvSpPr>
            <p:cNvPr id="55" name="Freeform: Shape 54">
              <a:extLst>
                <a:ext uri="{FF2B5EF4-FFF2-40B4-BE49-F238E27FC236}">
                  <a16:creationId xmlns:a16="http://schemas.microsoft.com/office/drawing/2014/main" id="{6C8DD87F-3C75-4D2D-A9C5-B90521C32E67}"/>
                </a:ext>
              </a:extLst>
            </p:cNvPr>
            <p:cNvSpPr/>
            <p:nvPr/>
          </p:nvSpPr>
          <p:spPr>
            <a:xfrm>
              <a:off x="1085548" y="350282"/>
              <a:ext cx="1640850" cy="3398903"/>
            </a:xfrm>
            <a:custGeom>
              <a:avLst/>
              <a:gdLst>
                <a:gd name="connsiteX0" fmla="*/ 632313 w 1640849"/>
                <a:gd name="connsiteY0" fmla="*/ 3445785 h 3398903"/>
                <a:gd name="connsiteX1" fmla="*/ 1050730 w 1640849"/>
                <a:gd name="connsiteY1" fmla="*/ 3445785 h 3398903"/>
                <a:gd name="connsiteX2" fmla="*/ 1683043 w 1640849"/>
                <a:gd name="connsiteY2" fmla="*/ 2816402 h 3398903"/>
                <a:gd name="connsiteX3" fmla="*/ 1683043 w 1640849"/>
                <a:gd name="connsiteY3" fmla="*/ 2185261 h 3398903"/>
                <a:gd name="connsiteX4" fmla="*/ 1011467 w 1640849"/>
                <a:gd name="connsiteY4" fmla="*/ 2185261 h 3398903"/>
                <a:gd name="connsiteX5" fmla="*/ 1011467 w 1640849"/>
                <a:gd name="connsiteY5" fmla="*/ 2744322 h 3398903"/>
                <a:gd name="connsiteX6" fmla="*/ 889575 w 1640849"/>
                <a:gd name="connsiteY6" fmla="*/ 2865041 h 3398903"/>
                <a:gd name="connsiteX7" fmla="*/ 802258 w 1640849"/>
                <a:gd name="connsiteY7" fmla="*/ 2865041 h 3398903"/>
                <a:gd name="connsiteX8" fmla="*/ 680953 w 1640849"/>
                <a:gd name="connsiteY8" fmla="*/ 2744322 h 3398903"/>
                <a:gd name="connsiteX9" fmla="*/ 680953 w 1640849"/>
                <a:gd name="connsiteY9" fmla="*/ 702049 h 3398903"/>
                <a:gd name="connsiteX10" fmla="*/ 802258 w 1640849"/>
                <a:gd name="connsiteY10" fmla="*/ 581330 h 3398903"/>
                <a:gd name="connsiteX11" fmla="*/ 880199 w 1640849"/>
                <a:gd name="connsiteY11" fmla="*/ 581330 h 3398903"/>
                <a:gd name="connsiteX12" fmla="*/ 1001504 w 1640849"/>
                <a:gd name="connsiteY12" fmla="*/ 702049 h 3398903"/>
                <a:gd name="connsiteX13" fmla="*/ 1001504 w 1640849"/>
                <a:gd name="connsiteY13" fmla="*/ 1176138 h 3398903"/>
                <a:gd name="connsiteX14" fmla="*/ 1672495 w 1640849"/>
                <a:gd name="connsiteY14" fmla="*/ 1176138 h 3398903"/>
                <a:gd name="connsiteX15" fmla="*/ 1672495 w 1640849"/>
                <a:gd name="connsiteY15" fmla="*/ 629383 h 3398903"/>
                <a:gd name="connsiteX16" fmla="*/ 1040768 w 1640849"/>
                <a:gd name="connsiteY16" fmla="*/ 0 h 3398903"/>
                <a:gd name="connsiteX17" fmla="*/ 632313 w 1640849"/>
                <a:gd name="connsiteY17" fmla="*/ 0 h 3398903"/>
                <a:gd name="connsiteX18" fmla="*/ 0 w 1640849"/>
                <a:gd name="connsiteY18" fmla="*/ 629383 h 3398903"/>
                <a:gd name="connsiteX19" fmla="*/ 0 w 1640849"/>
                <a:gd name="connsiteY19" fmla="*/ 2816988 h 3398903"/>
                <a:gd name="connsiteX20" fmla="*/ 632313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2313" y="3445785"/>
                  </a:moveTo>
                  <a:lnTo>
                    <a:pt x="1050730" y="3445785"/>
                  </a:lnTo>
                  <a:cubicBezTo>
                    <a:pt x="1473835" y="3445785"/>
                    <a:pt x="1683043" y="3237748"/>
                    <a:pt x="1683043" y="2816402"/>
                  </a:cubicBezTo>
                  <a:lnTo>
                    <a:pt x="1683043" y="2185261"/>
                  </a:lnTo>
                  <a:lnTo>
                    <a:pt x="1011467" y="2185261"/>
                  </a:lnTo>
                  <a:lnTo>
                    <a:pt x="1011467" y="2744322"/>
                  </a:lnTo>
                  <a:cubicBezTo>
                    <a:pt x="1011467" y="2826950"/>
                    <a:pt x="972790" y="2865041"/>
                    <a:pt x="889575" y="2865041"/>
                  </a:cubicBezTo>
                  <a:lnTo>
                    <a:pt x="802258" y="2865041"/>
                  </a:lnTo>
                  <a:cubicBezTo>
                    <a:pt x="719630" y="2865041"/>
                    <a:pt x="680953" y="2826364"/>
                    <a:pt x="680953" y="2744322"/>
                  </a:cubicBezTo>
                  <a:lnTo>
                    <a:pt x="680953" y="702049"/>
                  </a:lnTo>
                  <a:cubicBezTo>
                    <a:pt x="680953" y="620007"/>
                    <a:pt x="719630" y="581330"/>
                    <a:pt x="802258" y="581330"/>
                  </a:cubicBezTo>
                  <a:lnTo>
                    <a:pt x="880199" y="581330"/>
                  </a:lnTo>
                  <a:cubicBezTo>
                    <a:pt x="962827" y="581330"/>
                    <a:pt x="1001504" y="620007"/>
                    <a:pt x="1001504" y="702049"/>
                  </a:cubicBezTo>
                  <a:lnTo>
                    <a:pt x="1001504" y="1176138"/>
                  </a:lnTo>
                  <a:lnTo>
                    <a:pt x="1672495" y="1176138"/>
                  </a:lnTo>
                  <a:lnTo>
                    <a:pt x="1672495" y="629383"/>
                  </a:lnTo>
                  <a:cubicBezTo>
                    <a:pt x="1673081" y="208036"/>
                    <a:pt x="1463872" y="0"/>
                    <a:pt x="1040768" y="0"/>
                  </a:cubicBezTo>
                  <a:lnTo>
                    <a:pt x="632313" y="0"/>
                  </a:lnTo>
                  <a:cubicBezTo>
                    <a:pt x="209208" y="0"/>
                    <a:pt x="0" y="208036"/>
                    <a:pt x="0" y="629383"/>
                  </a:cubicBezTo>
                  <a:lnTo>
                    <a:pt x="0" y="2816988"/>
                  </a:lnTo>
                  <a:cubicBezTo>
                    <a:pt x="0" y="3237748"/>
                    <a:pt x="209208" y="3445785"/>
                    <a:pt x="632313" y="3445785"/>
                  </a:cubicBezTo>
                </a:path>
              </a:pathLst>
            </a:custGeom>
            <a:grpFill/>
            <a:ln w="58598" cap="flat">
              <a:noFill/>
              <a:prstDash val="solid"/>
              <a:miter/>
            </a:ln>
          </p:spPr>
          <p:txBody>
            <a:bodyPr rtlCol="0" anchor="ctr"/>
            <a:lstStyle/>
            <a:p>
              <a:endParaRPr lang="en-GB"/>
            </a:p>
          </p:txBody>
        </p:sp>
        <p:sp>
          <p:nvSpPr>
            <p:cNvPr id="56" name="Freeform: Shape 55">
              <a:extLst>
                <a:ext uri="{FF2B5EF4-FFF2-40B4-BE49-F238E27FC236}">
                  <a16:creationId xmlns:a16="http://schemas.microsoft.com/office/drawing/2014/main" id="{636CEB02-6770-4FF8-B024-EC07DE633C34}"/>
                </a:ext>
              </a:extLst>
            </p:cNvPr>
            <p:cNvSpPr/>
            <p:nvPr/>
          </p:nvSpPr>
          <p:spPr>
            <a:xfrm>
              <a:off x="9407000" y="350282"/>
              <a:ext cx="1699452" cy="3398903"/>
            </a:xfrm>
            <a:custGeom>
              <a:avLst/>
              <a:gdLst>
                <a:gd name="connsiteX0" fmla="*/ 1021429 w 1699451"/>
                <a:gd name="connsiteY0" fmla="*/ 2744322 h 3398903"/>
                <a:gd name="connsiteX1" fmla="*/ 900123 w 1699451"/>
                <a:gd name="connsiteY1" fmla="*/ 2865041 h 3398903"/>
                <a:gd name="connsiteX2" fmla="*/ 802844 w 1699451"/>
                <a:gd name="connsiteY2" fmla="*/ 2865041 h 3398903"/>
                <a:gd name="connsiteX3" fmla="*/ 681539 w 1699451"/>
                <a:gd name="connsiteY3" fmla="*/ 2744322 h 3398903"/>
                <a:gd name="connsiteX4" fmla="*/ 681539 w 1699451"/>
                <a:gd name="connsiteY4" fmla="*/ 702049 h 3398903"/>
                <a:gd name="connsiteX5" fmla="*/ 802844 w 1699451"/>
                <a:gd name="connsiteY5" fmla="*/ 581330 h 3398903"/>
                <a:gd name="connsiteX6" fmla="*/ 900123 w 1699451"/>
                <a:gd name="connsiteY6" fmla="*/ 581330 h 3398903"/>
                <a:gd name="connsiteX7" fmla="*/ 1021429 w 1699451"/>
                <a:gd name="connsiteY7" fmla="*/ 702049 h 3398903"/>
                <a:gd name="connsiteX8" fmla="*/ 1021429 w 1699451"/>
                <a:gd name="connsiteY8" fmla="*/ 2744322 h 3398903"/>
                <a:gd name="connsiteX9" fmla="*/ 1702382 w 1699451"/>
                <a:gd name="connsiteY9" fmla="*/ 2816988 h 3398903"/>
                <a:gd name="connsiteX10" fmla="*/ 1702382 w 1699451"/>
                <a:gd name="connsiteY10" fmla="*/ 629383 h 3398903"/>
                <a:gd name="connsiteX11" fmla="*/ 1070068 w 1699451"/>
                <a:gd name="connsiteY11" fmla="*/ 0 h 3398903"/>
                <a:gd name="connsiteX12" fmla="*/ 632313 w 1699451"/>
                <a:gd name="connsiteY12" fmla="*/ 0 h 3398903"/>
                <a:gd name="connsiteX13" fmla="*/ 0 w 1699451"/>
                <a:gd name="connsiteY13" fmla="*/ 629383 h 3398903"/>
                <a:gd name="connsiteX14" fmla="*/ 0 w 1699451"/>
                <a:gd name="connsiteY14" fmla="*/ 2816988 h 3398903"/>
                <a:gd name="connsiteX15" fmla="*/ 632313 w 1699451"/>
                <a:gd name="connsiteY15" fmla="*/ 3446371 h 3398903"/>
                <a:gd name="connsiteX16" fmla="*/ 1070068 w 1699451"/>
                <a:gd name="connsiteY16" fmla="*/ 3446371 h 3398903"/>
                <a:gd name="connsiteX17" fmla="*/ 1702382 w 1699451"/>
                <a:gd name="connsiteY17" fmla="*/ 2816988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99451" h="3398903">
                  <a:moveTo>
                    <a:pt x="1021429" y="2744322"/>
                  </a:moveTo>
                  <a:cubicBezTo>
                    <a:pt x="1021429" y="2826950"/>
                    <a:pt x="982752" y="2865041"/>
                    <a:pt x="900123" y="2865041"/>
                  </a:cubicBezTo>
                  <a:lnTo>
                    <a:pt x="802844" y="2865041"/>
                  </a:lnTo>
                  <a:cubicBezTo>
                    <a:pt x="720215" y="2865041"/>
                    <a:pt x="681539" y="2826364"/>
                    <a:pt x="681539" y="2744322"/>
                  </a:cubicBezTo>
                  <a:lnTo>
                    <a:pt x="681539" y="702049"/>
                  </a:lnTo>
                  <a:cubicBezTo>
                    <a:pt x="681539" y="620007"/>
                    <a:pt x="720215" y="581330"/>
                    <a:pt x="802844" y="581330"/>
                  </a:cubicBezTo>
                  <a:lnTo>
                    <a:pt x="900123" y="581330"/>
                  </a:lnTo>
                  <a:cubicBezTo>
                    <a:pt x="982752" y="581330"/>
                    <a:pt x="1021429" y="620007"/>
                    <a:pt x="1021429" y="702049"/>
                  </a:cubicBezTo>
                  <a:lnTo>
                    <a:pt x="1021429" y="2744322"/>
                  </a:lnTo>
                  <a:close/>
                  <a:moveTo>
                    <a:pt x="1702382" y="2816988"/>
                  </a:moveTo>
                  <a:lnTo>
                    <a:pt x="1702382" y="629383"/>
                  </a:lnTo>
                  <a:cubicBezTo>
                    <a:pt x="1702382" y="208622"/>
                    <a:pt x="1493173" y="0"/>
                    <a:pt x="1070068" y="0"/>
                  </a:cubicBezTo>
                  <a:lnTo>
                    <a:pt x="632313" y="0"/>
                  </a:lnTo>
                  <a:cubicBezTo>
                    <a:pt x="209209" y="0"/>
                    <a:pt x="0" y="208036"/>
                    <a:pt x="0" y="629383"/>
                  </a:cubicBezTo>
                  <a:lnTo>
                    <a:pt x="0" y="2816988"/>
                  </a:lnTo>
                  <a:cubicBezTo>
                    <a:pt x="0" y="3238334"/>
                    <a:pt x="209209" y="3446371"/>
                    <a:pt x="632313" y="3446371"/>
                  </a:cubicBezTo>
                  <a:lnTo>
                    <a:pt x="1070068" y="3446371"/>
                  </a:lnTo>
                  <a:cubicBezTo>
                    <a:pt x="1493173" y="3445785"/>
                    <a:pt x="1702382" y="3237748"/>
                    <a:pt x="1702382" y="2816988"/>
                  </a:cubicBezTo>
                </a:path>
              </a:pathLst>
            </a:custGeom>
            <a:grpFill/>
            <a:ln w="58598" cap="flat">
              <a:noFill/>
              <a:prstDash val="solid"/>
              <a:miter/>
            </a:ln>
          </p:spPr>
          <p:txBody>
            <a:bodyPr rtlCol="0" anchor="ctr"/>
            <a:lstStyle/>
            <a:p>
              <a:endParaRPr lang="en-GB"/>
            </a:p>
          </p:txBody>
        </p:sp>
        <p:sp>
          <p:nvSpPr>
            <p:cNvPr id="57" name="Freeform: Shape 56">
              <a:extLst>
                <a:ext uri="{FF2B5EF4-FFF2-40B4-BE49-F238E27FC236}">
                  <a16:creationId xmlns:a16="http://schemas.microsoft.com/office/drawing/2014/main" id="{E22632E1-0FD6-4633-AF60-E94632BA7C53}"/>
                </a:ext>
              </a:extLst>
            </p:cNvPr>
            <p:cNvSpPr/>
            <p:nvPr/>
          </p:nvSpPr>
          <p:spPr>
            <a:xfrm>
              <a:off x="3104379" y="379583"/>
              <a:ext cx="1816655" cy="3340301"/>
            </a:xfrm>
            <a:custGeom>
              <a:avLst/>
              <a:gdLst>
                <a:gd name="connsiteX0" fmla="*/ 1031391 w 1816655"/>
                <a:gd name="connsiteY0" fmla="*/ 2303636 h 3340301"/>
                <a:gd name="connsiteX1" fmla="*/ 729592 w 1816655"/>
                <a:gd name="connsiteY1" fmla="*/ 2303636 h 3340301"/>
                <a:gd name="connsiteX2" fmla="*/ 880199 w 1816655"/>
                <a:gd name="connsiteY2" fmla="*/ 827457 h 3340301"/>
                <a:gd name="connsiteX3" fmla="*/ 1031391 w 1816655"/>
                <a:gd name="connsiteY3" fmla="*/ 2303636 h 3340301"/>
                <a:gd name="connsiteX4" fmla="*/ 1823687 w 1816655"/>
                <a:gd name="connsiteY4" fmla="*/ 3387769 h 3340301"/>
                <a:gd name="connsiteX5" fmla="*/ 1376556 w 1816655"/>
                <a:gd name="connsiteY5" fmla="*/ 0 h 3340301"/>
                <a:gd name="connsiteX6" fmla="*/ 447132 w 1816655"/>
                <a:gd name="connsiteY6" fmla="*/ 0 h 3340301"/>
                <a:gd name="connsiteX7" fmla="*/ 0 w 1816655"/>
                <a:gd name="connsiteY7" fmla="*/ 3387769 h 3340301"/>
                <a:gd name="connsiteX8" fmla="*/ 617663 w 1816655"/>
                <a:gd name="connsiteY8" fmla="*/ 3387769 h 3340301"/>
                <a:gd name="connsiteX9" fmla="*/ 666302 w 1816655"/>
                <a:gd name="connsiteY9" fmla="*/ 2894342 h 3340301"/>
                <a:gd name="connsiteX10" fmla="*/ 1094095 w 1816655"/>
                <a:gd name="connsiteY10" fmla="*/ 2894342 h 3340301"/>
                <a:gd name="connsiteX11" fmla="*/ 1147423 w 1816655"/>
                <a:gd name="connsiteY11" fmla="*/ 3387769 h 3340301"/>
                <a:gd name="connsiteX12" fmla="*/ 1823687 w 1816655"/>
                <a:gd name="connsiteY12" fmla="*/ 3387769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6655" h="3340301">
                  <a:moveTo>
                    <a:pt x="1031391" y="2303636"/>
                  </a:moveTo>
                  <a:lnTo>
                    <a:pt x="729592" y="2303636"/>
                  </a:lnTo>
                  <a:lnTo>
                    <a:pt x="880199" y="827457"/>
                  </a:lnTo>
                  <a:lnTo>
                    <a:pt x="1031391" y="2303636"/>
                  </a:lnTo>
                  <a:close/>
                  <a:moveTo>
                    <a:pt x="1823687" y="3387769"/>
                  </a:moveTo>
                  <a:lnTo>
                    <a:pt x="1376556" y="0"/>
                  </a:lnTo>
                  <a:lnTo>
                    <a:pt x="447132" y="0"/>
                  </a:lnTo>
                  <a:lnTo>
                    <a:pt x="0" y="3387769"/>
                  </a:lnTo>
                  <a:lnTo>
                    <a:pt x="617663" y="3387769"/>
                  </a:lnTo>
                  <a:lnTo>
                    <a:pt x="666302" y="2894342"/>
                  </a:lnTo>
                  <a:lnTo>
                    <a:pt x="1094095" y="2894342"/>
                  </a:lnTo>
                  <a:lnTo>
                    <a:pt x="1147423" y="3387769"/>
                  </a:lnTo>
                  <a:lnTo>
                    <a:pt x="1823687" y="3387769"/>
                  </a:lnTo>
                  <a:close/>
                </a:path>
              </a:pathLst>
            </a:custGeom>
            <a:grpFill/>
            <a:ln w="58598" cap="flat">
              <a:noFill/>
              <a:prstDash val="solid"/>
              <a:miter/>
            </a:ln>
          </p:spPr>
          <p:txBody>
            <a:bodyPr rtlCol="0" anchor="ctr"/>
            <a:lstStyle/>
            <a:p>
              <a:endParaRPr lang="en-GB"/>
            </a:p>
          </p:txBody>
        </p:sp>
      </p:grpSp>
      <p:sp>
        <p:nvSpPr>
          <p:cNvPr id="3" name="TextBox 2">
            <a:extLst>
              <a:ext uri="{FF2B5EF4-FFF2-40B4-BE49-F238E27FC236}">
                <a16:creationId xmlns:a16="http://schemas.microsoft.com/office/drawing/2014/main" id="{B3FD7813-CF20-68D8-0A89-363F4FC6209C}"/>
              </a:ext>
              <a:ext uri="{C183D7F6-B498-43B3-948B-1728B52AA6E4}">
                <adec:decorative xmlns:adec="http://schemas.microsoft.com/office/drawing/2017/decorative" val="1"/>
              </a:ext>
            </a:extLst>
          </p:cNvPr>
          <p:cNvSpPr txBox="1"/>
          <p:nvPr userDrawn="1"/>
        </p:nvSpPr>
        <p:spPr>
          <a:xfrm>
            <a:off x="550864" y="6610784"/>
            <a:ext cx="461962"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err="1">
                <a:ln>
                  <a:noFill/>
                </a:ln>
                <a:solidFill>
                  <a:schemeClr val="bg1">
                    <a:lumMod val="75000"/>
                  </a:schemeClr>
                </a:solidFill>
                <a:effectLst/>
                <a:uLnTx/>
                <a:uFillTx/>
                <a:latin typeface="+mn-lt"/>
                <a:cs typeface="Calibri" panose="020F0502020204030204" pitchFamily="34" charset="0"/>
              </a:rPr>
              <a:t>JN_xxxx</a:t>
            </a:r>
            <a:endParaRPr kumimoji="0" lang="en-US" sz="700" b="0" i="0" u="none" strike="noStrike" kern="1200" cap="none" spc="0" normalizeH="0" baseline="0" noProof="0">
              <a:ln>
                <a:noFill/>
              </a:ln>
              <a:solidFill>
                <a:schemeClr val="bg1">
                  <a:lumMod val="75000"/>
                </a:schemeClr>
              </a:solidFill>
              <a:effectLst/>
              <a:uLnTx/>
              <a:uFillTx/>
              <a:latin typeface="+mn-lt"/>
              <a:cs typeface="Calibri" panose="020F0502020204030204" pitchFamily="34" charset="0"/>
            </a:endParaRPr>
          </a:p>
        </p:txBody>
      </p:sp>
      <p:sp>
        <p:nvSpPr>
          <p:cNvPr id="4" name="TextBox 3">
            <a:extLst>
              <a:ext uri="{FF2B5EF4-FFF2-40B4-BE49-F238E27FC236}">
                <a16:creationId xmlns:a16="http://schemas.microsoft.com/office/drawing/2014/main" id="{C44C18DF-AB7A-3E53-EC35-913D9E7633DF}"/>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grpSp>
        <p:nvGrpSpPr>
          <p:cNvPr id="10" name="Group 9">
            <a:extLst>
              <a:ext uri="{FF2B5EF4-FFF2-40B4-BE49-F238E27FC236}">
                <a16:creationId xmlns:a16="http://schemas.microsoft.com/office/drawing/2014/main" id="{FECD829B-610B-F161-170A-9E64997B4C56}"/>
              </a:ext>
              <a:ext uri="{C183D7F6-B498-43B3-948B-1728B52AA6E4}">
                <adec:decorative xmlns:adec="http://schemas.microsoft.com/office/drawing/2017/decorative" val="1"/>
              </a:ext>
            </a:extLst>
          </p:cNvPr>
          <p:cNvGrpSpPr/>
          <p:nvPr userDrawn="1"/>
        </p:nvGrpSpPr>
        <p:grpSpPr>
          <a:xfrm>
            <a:off x="1085548" y="5530216"/>
            <a:ext cx="1263400" cy="524118"/>
            <a:chOff x="1085548" y="5530216"/>
            <a:chExt cx="1263400" cy="524118"/>
          </a:xfrm>
        </p:grpSpPr>
        <p:grpSp>
          <p:nvGrpSpPr>
            <p:cNvPr id="11" name="Group 10">
              <a:extLst>
                <a:ext uri="{FF2B5EF4-FFF2-40B4-BE49-F238E27FC236}">
                  <a16:creationId xmlns:a16="http://schemas.microsoft.com/office/drawing/2014/main" id="{698D7F89-55AA-4CAB-263B-10E82DE26A06}"/>
                </a:ext>
              </a:extLst>
            </p:cNvPr>
            <p:cNvGrpSpPr/>
            <p:nvPr userDrawn="1"/>
          </p:nvGrpSpPr>
          <p:grpSpPr>
            <a:xfrm>
              <a:off x="1085548" y="5803324"/>
              <a:ext cx="1263400" cy="251010"/>
              <a:chOff x="1085548" y="5803324"/>
              <a:chExt cx="1263400" cy="251010"/>
            </a:xfrm>
          </p:grpSpPr>
          <p:pic>
            <p:nvPicPr>
              <p:cNvPr id="13" name="Graphic 12">
                <a:hlinkClick r:id="rId5"/>
                <a:extLst>
                  <a:ext uri="{FF2B5EF4-FFF2-40B4-BE49-F238E27FC236}">
                    <a16:creationId xmlns:a16="http://schemas.microsoft.com/office/drawing/2014/main" id="{A2602632-DC81-D86B-78BB-8F62DBF12B48}"/>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804609" y="5803324"/>
                <a:ext cx="133872" cy="251010"/>
              </a:xfrm>
              <a:prstGeom prst="rect">
                <a:avLst/>
              </a:prstGeom>
            </p:spPr>
          </p:pic>
          <p:pic>
            <p:nvPicPr>
              <p:cNvPr id="15" name="Graphic 14">
                <a:hlinkClick r:id="rId8"/>
                <a:extLst>
                  <a:ext uri="{FF2B5EF4-FFF2-40B4-BE49-F238E27FC236}">
                    <a16:creationId xmlns:a16="http://schemas.microsoft.com/office/drawing/2014/main" id="{1657D302-0BBA-F6A6-CCED-40F33329E7E4}"/>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2080057" y="5827994"/>
                <a:ext cx="268891" cy="201669"/>
              </a:xfrm>
              <a:prstGeom prst="rect">
                <a:avLst/>
              </a:prstGeom>
            </p:spPr>
          </p:pic>
          <p:pic>
            <p:nvPicPr>
              <p:cNvPr id="16" name="Graphic 15">
                <a:hlinkClick r:id="rId11"/>
                <a:extLst>
                  <a:ext uri="{FF2B5EF4-FFF2-40B4-BE49-F238E27FC236}">
                    <a16:creationId xmlns:a16="http://schemas.microsoft.com/office/drawing/2014/main" id="{B7C2B2B5-9505-54A6-A5D5-E83688C0BE2E}"/>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1443776" y="5811891"/>
                <a:ext cx="219258" cy="233875"/>
              </a:xfrm>
              <a:prstGeom prst="rect">
                <a:avLst/>
              </a:prstGeom>
            </p:spPr>
          </p:pic>
          <p:pic>
            <p:nvPicPr>
              <p:cNvPr id="17" name="Graphic 16">
                <a:hlinkClick r:id="rId14"/>
                <a:extLst>
                  <a:ext uri="{FF2B5EF4-FFF2-40B4-BE49-F238E27FC236}">
                    <a16:creationId xmlns:a16="http://schemas.microsoft.com/office/drawing/2014/main" id="{E6F5DF0D-0A92-78BB-40E2-69A9C918AA47}"/>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085548" y="5820502"/>
                <a:ext cx="216653" cy="216653"/>
              </a:xfrm>
              <a:prstGeom prst="rect">
                <a:avLst/>
              </a:prstGeom>
            </p:spPr>
          </p:pic>
        </p:grpSp>
        <p:pic>
          <p:nvPicPr>
            <p:cNvPr id="12" name="Graphic 11">
              <a:hlinkClick r:id="rId17"/>
              <a:extLst>
                <a:ext uri="{FF2B5EF4-FFF2-40B4-BE49-F238E27FC236}">
                  <a16:creationId xmlns:a16="http://schemas.microsoft.com/office/drawing/2014/main" id="{D18595E8-10C1-3B6D-904E-37C9397CA009}"/>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1085548" y="5530216"/>
              <a:ext cx="1263400" cy="178362"/>
            </a:xfrm>
            <a:prstGeom prst="rect">
              <a:avLst/>
            </a:prstGeom>
          </p:spPr>
        </p:pic>
      </p:grpSp>
    </p:spTree>
    <p:extLst>
      <p:ext uri="{BB962C8B-B14F-4D97-AF65-F5344CB8AC3E}">
        <p14:creationId xmlns:p14="http://schemas.microsoft.com/office/powerpoint/2010/main" val="3865641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Back Page 5">
    <p:bg>
      <p:bgPr>
        <a:solidFill>
          <a:schemeClr val="tx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81BAFFA5-58E6-4186-9D53-1BD1940D8CB1}"/>
              </a:ext>
              <a:ext uri="{C183D7F6-B498-43B3-948B-1728B52AA6E4}">
                <adec:decorative xmlns:adec="http://schemas.microsoft.com/office/drawing/2017/decorative" val="1"/>
              </a:ext>
            </a:extLst>
          </p:cNvPr>
          <p:cNvPicPr>
            <a:picLocks noChangeAspect="1"/>
          </p:cNvPicPr>
          <p:nvPr userDrawn="1"/>
        </p:nvPicPr>
        <p:blipFill>
          <a:blip r:embed="rId2">
            <a:alphaModFix amt="20000"/>
            <a:extLst>
              <a:ext uri="{28A0092B-C50C-407E-A947-70E740481C1C}">
                <a14:useLocalDpi xmlns:a14="http://schemas.microsoft.com/office/drawing/2010/main" val="0"/>
              </a:ext>
            </a:extLst>
          </a:blip>
          <a:srcRect/>
          <a:stretch/>
        </p:blipFill>
        <p:spPr>
          <a:xfrm>
            <a:off x="5013" y="-5"/>
            <a:ext cx="12181973" cy="6858000"/>
          </a:xfrm>
          <a:prstGeom prst="rect">
            <a:avLst/>
          </a:prstGeom>
        </p:spPr>
      </p:pic>
      <p:pic>
        <p:nvPicPr>
          <p:cNvPr id="28" name="Graphic 27">
            <a:extLst>
              <a:ext uri="{FF2B5EF4-FFF2-40B4-BE49-F238E27FC236}">
                <a16:creationId xmlns:a16="http://schemas.microsoft.com/office/drawing/2014/main" id="{AEF4F2C1-8ECD-4602-9C54-7AB71505DF6D}"/>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591446" y="5451047"/>
            <a:ext cx="1515005" cy="768653"/>
          </a:xfrm>
          <a:prstGeom prst="rect">
            <a:avLst/>
          </a:prstGeom>
        </p:spPr>
      </p:pic>
      <p:grpSp>
        <p:nvGrpSpPr>
          <p:cNvPr id="40" name="Group 39">
            <a:extLst>
              <a:ext uri="{FF2B5EF4-FFF2-40B4-BE49-F238E27FC236}">
                <a16:creationId xmlns:a16="http://schemas.microsoft.com/office/drawing/2014/main" id="{BAC5D530-3EDD-4D5C-AE49-2CF3476A8063}"/>
              </a:ext>
              <a:ext uri="{C183D7F6-B498-43B3-948B-1728B52AA6E4}">
                <adec:decorative xmlns:adec="http://schemas.microsoft.com/office/drawing/2017/decorative" val="1"/>
              </a:ext>
            </a:extLst>
          </p:cNvPr>
          <p:cNvGrpSpPr/>
          <p:nvPr userDrawn="1"/>
        </p:nvGrpSpPr>
        <p:grpSpPr>
          <a:xfrm>
            <a:off x="1085548" y="350282"/>
            <a:ext cx="10020904" cy="3398903"/>
            <a:chOff x="1085548" y="350282"/>
            <a:chExt cx="10020904" cy="3398903"/>
          </a:xfrm>
          <a:solidFill>
            <a:schemeClr val="bg1">
              <a:alpha val="15000"/>
            </a:schemeClr>
          </a:solidFill>
        </p:grpSpPr>
        <p:sp>
          <p:nvSpPr>
            <p:cNvPr id="41" name="Freeform: Shape 40">
              <a:extLst>
                <a:ext uri="{FF2B5EF4-FFF2-40B4-BE49-F238E27FC236}">
                  <a16:creationId xmlns:a16="http://schemas.microsoft.com/office/drawing/2014/main" id="{1A6AEBF4-0C48-415C-B6F3-F7B1AF182C07}"/>
                </a:ext>
              </a:extLst>
            </p:cNvPr>
            <p:cNvSpPr/>
            <p:nvPr/>
          </p:nvSpPr>
          <p:spPr>
            <a:xfrm>
              <a:off x="5301360" y="379583"/>
              <a:ext cx="1582248" cy="3340301"/>
            </a:xfrm>
            <a:custGeom>
              <a:avLst/>
              <a:gdLst>
                <a:gd name="connsiteX0" fmla="*/ 948177 w 1582248"/>
                <a:gd name="connsiteY0" fmla="*/ 1509582 h 3340301"/>
                <a:gd name="connsiteX1" fmla="*/ 826871 w 1582248"/>
                <a:gd name="connsiteY1" fmla="*/ 1630888 h 3340301"/>
                <a:gd name="connsiteX2" fmla="*/ 680952 w 1582248"/>
                <a:gd name="connsiteY2" fmla="*/ 1630888 h 3340301"/>
                <a:gd name="connsiteX3" fmla="*/ 680952 w 1582248"/>
                <a:gd name="connsiteY3" fmla="*/ 580744 h 3340301"/>
                <a:gd name="connsiteX4" fmla="*/ 826871 w 1582248"/>
                <a:gd name="connsiteY4" fmla="*/ 580744 h 3340301"/>
                <a:gd name="connsiteX5" fmla="*/ 948177 w 1582248"/>
                <a:gd name="connsiteY5" fmla="*/ 701463 h 3340301"/>
                <a:gd name="connsiteX6" fmla="*/ 948177 w 1582248"/>
                <a:gd name="connsiteY6" fmla="*/ 1509582 h 3340301"/>
                <a:gd name="connsiteX7" fmla="*/ 1629129 w 1582248"/>
                <a:gd name="connsiteY7" fmla="*/ 1582248 h 3340301"/>
                <a:gd name="connsiteX8" fmla="*/ 1629129 w 1582248"/>
                <a:gd name="connsiteY8" fmla="*/ 628797 h 3340301"/>
                <a:gd name="connsiteX9" fmla="*/ 996816 w 1582248"/>
                <a:gd name="connsiteY9" fmla="*/ 0 h 3340301"/>
                <a:gd name="connsiteX10" fmla="*/ 0 w 1582248"/>
                <a:gd name="connsiteY10" fmla="*/ 0 h 3340301"/>
                <a:gd name="connsiteX11" fmla="*/ 0 w 1582248"/>
                <a:gd name="connsiteY11" fmla="*/ 3387769 h 3340301"/>
                <a:gd name="connsiteX12" fmla="*/ 680952 w 1582248"/>
                <a:gd name="connsiteY12" fmla="*/ 3387769 h 3340301"/>
                <a:gd name="connsiteX13" fmla="*/ 680952 w 1582248"/>
                <a:gd name="connsiteY13" fmla="*/ 2211631 h 3340301"/>
                <a:gd name="connsiteX14" fmla="*/ 996816 w 1582248"/>
                <a:gd name="connsiteY14" fmla="*/ 2211631 h 3340301"/>
                <a:gd name="connsiteX15" fmla="*/ 1629129 w 1582248"/>
                <a:gd name="connsiteY15" fmla="*/ 1582248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82248" h="3340301">
                  <a:moveTo>
                    <a:pt x="948177" y="1509582"/>
                  </a:moveTo>
                  <a:cubicBezTo>
                    <a:pt x="948177" y="1591624"/>
                    <a:pt x="908913" y="1630888"/>
                    <a:pt x="826871" y="1630888"/>
                  </a:cubicBezTo>
                  <a:lnTo>
                    <a:pt x="680952" y="1630888"/>
                  </a:lnTo>
                  <a:lnTo>
                    <a:pt x="680952" y="580744"/>
                  </a:lnTo>
                  <a:lnTo>
                    <a:pt x="826871" y="580744"/>
                  </a:lnTo>
                  <a:cubicBezTo>
                    <a:pt x="909499" y="580744"/>
                    <a:pt x="948177" y="619421"/>
                    <a:pt x="948177" y="701463"/>
                  </a:cubicBezTo>
                  <a:lnTo>
                    <a:pt x="948177" y="1509582"/>
                  </a:lnTo>
                  <a:close/>
                  <a:moveTo>
                    <a:pt x="1629129" y="1582248"/>
                  </a:moveTo>
                  <a:lnTo>
                    <a:pt x="1629129" y="628797"/>
                  </a:lnTo>
                  <a:cubicBezTo>
                    <a:pt x="1629129" y="207450"/>
                    <a:pt x="1419921" y="0"/>
                    <a:pt x="996816" y="0"/>
                  </a:cubicBezTo>
                  <a:lnTo>
                    <a:pt x="0" y="0"/>
                  </a:lnTo>
                  <a:lnTo>
                    <a:pt x="0" y="3387769"/>
                  </a:lnTo>
                  <a:lnTo>
                    <a:pt x="680952" y="3387769"/>
                  </a:lnTo>
                  <a:lnTo>
                    <a:pt x="680952" y="2211631"/>
                  </a:lnTo>
                  <a:lnTo>
                    <a:pt x="996816" y="2211631"/>
                  </a:lnTo>
                  <a:cubicBezTo>
                    <a:pt x="1419921" y="2211631"/>
                    <a:pt x="1629129" y="2003595"/>
                    <a:pt x="1629129" y="1582248"/>
                  </a:cubicBezTo>
                </a:path>
              </a:pathLst>
            </a:custGeom>
            <a:grpFill/>
            <a:ln w="58598" cap="flat">
              <a:noFill/>
              <a:prstDash val="solid"/>
              <a:miter/>
            </a:ln>
          </p:spPr>
          <p:txBody>
            <a:bodyPr rtlCol="0" anchor="ctr"/>
            <a:lstStyle/>
            <a:p>
              <a:endParaRPr lang="en-GB"/>
            </a:p>
          </p:txBody>
        </p:sp>
        <p:sp>
          <p:nvSpPr>
            <p:cNvPr id="42" name="Freeform: Shape 41">
              <a:extLst>
                <a:ext uri="{FF2B5EF4-FFF2-40B4-BE49-F238E27FC236}">
                  <a16:creationId xmlns:a16="http://schemas.microsoft.com/office/drawing/2014/main" id="{2B8DA244-7392-468E-A6A6-4A9A03E5F4A8}"/>
                </a:ext>
              </a:extLst>
            </p:cNvPr>
            <p:cNvSpPr/>
            <p:nvPr/>
          </p:nvSpPr>
          <p:spPr>
            <a:xfrm>
              <a:off x="7319018" y="350282"/>
              <a:ext cx="1640850" cy="3398903"/>
            </a:xfrm>
            <a:custGeom>
              <a:avLst/>
              <a:gdLst>
                <a:gd name="connsiteX0" fmla="*/ 631728 w 1640849"/>
                <a:gd name="connsiteY0" fmla="*/ 3445785 h 3398903"/>
                <a:gd name="connsiteX1" fmla="*/ 1050145 w 1640849"/>
                <a:gd name="connsiteY1" fmla="*/ 3445785 h 3398903"/>
                <a:gd name="connsiteX2" fmla="*/ 1682458 w 1640849"/>
                <a:gd name="connsiteY2" fmla="*/ 2816402 h 3398903"/>
                <a:gd name="connsiteX3" fmla="*/ 1682458 w 1640849"/>
                <a:gd name="connsiteY3" fmla="*/ 2185261 h 3398903"/>
                <a:gd name="connsiteX4" fmla="*/ 1011468 w 1640849"/>
                <a:gd name="connsiteY4" fmla="*/ 2185261 h 3398903"/>
                <a:gd name="connsiteX5" fmla="*/ 1011468 w 1640849"/>
                <a:gd name="connsiteY5" fmla="*/ 2744322 h 3398903"/>
                <a:gd name="connsiteX6" fmla="*/ 889576 w 1640849"/>
                <a:gd name="connsiteY6" fmla="*/ 2865041 h 3398903"/>
                <a:gd name="connsiteX7" fmla="*/ 802259 w 1640849"/>
                <a:gd name="connsiteY7" fmla="*/ 2865041 h 3398903"/>
                <a:gd name="connsiteX8" fmla="*/ 680954 w 1640849"/>
                <a:gd name="connsiteY8" fmla="*/ 2744322 h 3398903"/>
                <a:gd name="connsiteX9" fmla="*/ 680954 w 1640849"/>
                <a:gd name="connsiteY9" fmla="*/ 702049 h 3398903"/>
                <a:gd name="connsiteX10" fmla="*/ 802259 w 1640849"/>
                <a:gd name="connsiteY10" fmla="*/ 581330 h 3398903"/>
                <a:gd name="connsiteX11" fmla="*/ 880200 w 1640849"/>
                <a:gd name="connsiteY11" fmla="*/ 581330 h 3398903"/>
                <a:gd name="connsiteX12" fmla="*/ 1002092 w 1640849"/>
                <a:gd name="connsiteY12" fmla="*/ 702049 h 3398903"/>
                <a:gd name="connsiteX13" fmla="*/ 1002092 w 1640849"/>
                <a:gd name="connsiteY13" fmla="*/ 1176138 h 3398903"/>
                <a:gd name="connsiteX14" fmla="*/ 1673082 w 1640849"/>
                <a:gd name="connsiteY14" fmla="*/ 1176138 h 3398903"/>
                <a:gd name="connsiteX15" fmla="*/ 1673082 w 1640849"/>
                <a:gd name="connsiteY15" fmla="*/ 629383 h 3398903"/>
                <a:gd name="connsiteX16" fmla="*/ 1040769 w 1640849"/>
                <a:gd name="connsiteY16" fmla="*/ 0 h 3398903"/>
                <a:gd name="connsiteX17" fmla="*/ 632314 w 1640849"/>
                <a:gd name="connsiteY17" fmla="*/ 0 h 3398903"/>
                <a:gd name="connsiteX18" fmla="*/ 1 w 1640849"/>
                <a:gd name="connsiteY18" fmla="*/ 629383 h 3398903"/>
                <a:gd name="connsiteX19" fmla="*/ 1 w 1640849"/>
                <a:gd name="connsiteY19" fmla="*/ 2816988 h 3398903"/>
                <a:gd name="connsiteX20" fmla="*/ 631728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1728" y="3445785"/>
                  </a:moveTo>
                  <a:lnTo>
                    <a:pt x="1050145" y="3445785"/>
                  </a:lnTo>
                  <a:cubicBezTo>
                    <a:pt x="1473250" y="3445785"/>
                    <a:pt x="1682458" y="3237748"/>
                    <a:pt x="1682458" y="2816402"/>
                  </a:cubicBezTo>
                  <a:lnTo>
                    <a:pt x="1682458" y="2185261"/>
                  </a:lnTo>
                  <a:lnTo>
                    <a:pt x="1011468" y="2185261"/>
                  </a:lnTo>
                  <a:lnTo>
                    <a:pt x="1011468" y="2744322"/>
                  </a:lnTo>
                  <a:cubicBezTo>
                    <a:pt x="1011468" y="2826950"/>
                    <a:pt x="972205" y="2865041"/>
                    <a:pt x="889576" y="2865041"/>
                  </a:cubicBezTo>
                  <a:lnTo>
                    <a:pt x="802259" y="2865041"/>
                  </a:lnTo>
                  <a:cubicBezTo>
                    <a:pt x="719631" y="2865041"/>
                    <a:pt x="680954" y="2826364"/>
                    <a:pt x="680954" y="2744322"/>
                  </a:cubicBezTo>
                  <a:lnTo>
                    <a:pt x="680954" y="702049"/>
                  </a:lnTo>
                  <a:cubicBezTo>
                    <a:pt x="680954" y="620007"/>
                    <a:pt x="719631" y="581330"/>
                    <a:pt x="802259" y="581330"/>
                  </a:cubicBezTo>
                  <a:lnTo>
                    <a:pt x="880200" y="581330"/>
                  </a:lnTo>
                  <a:cubicBezTo>
                    <a:pt x="962828" y="581330"/>
                    <a:pt x="1002092" y="620007"/>
                    <a:pt x="1002092" y="702049"/>
                  </a:cubicBezTo>
                  <a:lnTo>
                    <a:pt x="1002092" y="1176138"/>
                  </a:lnTo>
                  <a:lnTo>
                    <a:pt x="1673082" y="1176138"/>
                  </a:lnTo>
                  <a:lnTo>
                    <a:pt x="1673082" y="629383"/>
                  </a:lnTo>
                  <a:cubicBezTo>
                    <a:pt x="1673082" y="208622"/>
                    <a:pt x="1463874" y="0"/>
                    <a:pt x="1040769" y="0"/>
                  </a:cubicBezTo>
                  <a:lnTo>
                    <a:pt x="632314" y="0"/>
                  </a:lnTo>
                  <a:cubicBezTo>
                    <a:pt x="209210" y="0"/>
                    <a:pt x="1" y="208036"/>
                    <a:pt x="1" y="629383"/>
                  </a:cubicBezTo>
                  <a:lnTo>
                    <a:pt x="1" y="2816988"/>
                  </a:lnTo>
                  <a:cubicBezTo>
                    <a:pt x="-585" y="3237748"/>
                    <a:pt x="208623" y="3445785"/>
                    <a:pt x="631728" y="3445785"/>
                  </a:cubicBezTo>
                </a:path>
              </a:pathLst>
            </a:custGeom>
            <a:grpFill/>
            <a:ln w="58598" cap="flat">
              <a:noFill/>
              <a:prstDash val="solid"/>
              <a:miter/>
            </a:ln>
          </p:spPr>
          <p:txBody>
            <a:bodyPr rtlCol="0" anchor="ctr"/>
            <a:lstStyle/>
            <a:p>
              <a:endParaRPr lang="en-GB"/>
            </a:p>
          </p:txBody>
        </p:sp>
        <p:sp>
          <p:nvSpPr>
            <p:cNvPr id="43" name="Freeform: Shape 42">
              <a:extLst>
                <a:ext uri="{FF2B5EF4-FFF2-40B4-BE49-F238E27FC236}">
                  <a16:creationId xmlns:a16="http://schemas.microsoft.com/office/drawing/2014/main" id="{EE36CD6C-1286-4467-A26F-E2A979B48522}"/>
                </a:ext>
              </a:extLst>
            </p:cNvPr>
            <p:cNvSpPr/>
            <p:nvPr/>
          </p:nvSpPr>
          <p:spPr>
            <a:xfrm>
              <a:off x="1085548" y="350282"/>
              <a:ext cx="1640850" cy="3398903"/>
            </a:xfrm>
            <a:custGeom>
              <a:avLst/>
              <a:gdLst>
                <a:gd name="connsiteX0" fmla="*/ 632313 w 1640849"/>
                <a:gd name="connsiteY0" fmla="*/ 3445785 h 3398903"/>
                <a:gd name="connsiteX1" fmla="*/ 1050730 w 1640849"/>
                <a:gd name="connsiteY1" fmla="*/ 3445785 h 3398903"/>
                <a:gd name="connsiteX2" fmla="*/ 1683043 w 1640849"/>
                <a:gd name="connsiteY2" fmla="*/ 2816402 h 3398903"/>
                <a:gd name="connsiteX3" fmla="*/ 1683043 w 1640849"/>
                <a:gd name="connsiteY3" fmla="*/ 2185261 h 3398903"/>
                <a:gd name="connsiteX4" fmla="*/ 1011467 w 1640849"/>
                <a:gd name="connsiteY4" fmla="*/ 2185261 h 3398903"/>
                <a:gd name="connsiteX5" fmla="*/ 1011467 w 1640849"/>
                <a:gd name="connsiteY5" fmla="*/ 2744322 h 3398903"/>
                <a:gd name="connsiteX6" fmla="*/ 889575 w 1640849"/>
                <a:gd name="connsiteY6" fmla="*/ 2865041 h 3398903"/>
                <a:gd name="connsiteX7" fmla="*/ 802258 w 1640849"/>
                <a:gd name="connsiteY7" fmla="*/ 2865041 h 3398903"/>
                <a:gd name="connsiteX8" fmla="*/ 680953 w 1640849"/>
                <a:gd name="connsiteY8" fmla="*/ 2744322 h 3398903"/>
                <a:gd name="connsiteX9" fmla="*/ 680953 w 1640849"/>
                <a:gd name="connsiteY9" fmla="*/ 702049 h 3398903"/>
                <a:gd name="connsiteX10" fmla="*/ 802258 w 1640849"/>
                <a:gd name="connsiteY10" fmla="*/ 581330 h 3398903"/>
                <a:gd name="connsiteX11" fmla="*/ 880199 w 1640849"/>
                <a:gd name="connsiteY11" fmla="*/ 581330 h 3398903"/>
                <a:gd name="connsiteX12" fmla="*/ 1001504 w 1640849"/>
                <a:gd name="connsiteY12" fmla="*/ 702049 h 3398903"/>
                <a:gd name="connsiteX13" fmla="*/ 1001504 w 1640849"/>
                <a:gd name="connsiteY13" fmla="*/ 1176138 h 3398903"/>
                <a:gd name="connsiteX14" fmla="*/ 1672495 w 1640849"/>
                <a:gd name="connsiteY14" fmla="*/ 1176138 h 3398903"/>
                <a:gd name="connsiteX15" fmla="*/ 1672495 w 1640849"/>
                <a:gd name="connsiteY15" fmla="*/ 629383 h 3398903"/>
                <a:gd name="connsiteX16" fmla="*/ 1040768 w 1640849"/>
                <a:gd name="connsiteY16" fmla="*/ 0 h 3398903"/>
                <a:gd name="connsiteX17" fmla="*/ 632313 w 1640849"/>
                <a:gd name="connsiteY17" fmla="*/ 0 h 3398903"/>
                <a:gd name="connsiteX18" fmla="*/ 0 w 1640849"/>
                <a:gd name="connsiteY18" fmla="*/ 629383 h 3398903"/>
                <a:gd name="connsiteX19" fmla="*/ 0 w 1640849"/>
                <a:gd name="connsiteY19" fmla="*/ 2816988 h 3398903"/>
                <a:gd name="connsiteX20" fmla="*/ 632313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2313" y="3445785"/>
                  </a:moveTo>
                  <a:lnTo>
                    <a:pt x="1050730" y="3445785"/>
                  </a:lnTo>
                  <a:cubicBezTo>
                    <a:pt x="1473835" y="3445785"/>
                    <a:pt x="1683043" y="3237748"/>
                    <a:pt x="1683043" y="2816402"/>
                  </a:cubicBezTo>
                  <a:lnTo>
                    <a:pt x="1683043" y="2185261"/>
                  </a:lnTo>
                  <a:lnTo>
                    <a:pt x="1011467" y="2185261"/>
                  </a:lnTo>
                  <a:lnTo>
                    <a:pt x="1011467" y="2744322"/>
                  </a:lnTo>
                  <a:cubicBezTo>
                    <a:pt x="1011467" y="2826950"/>
                    <a:pt x="972790" y="2865041"/>
                    <a:pt x="889575" y="2865041"/>
                  </a:cubicBezTo>
                  <a:lnTo>
                    <a:pt x="802258" y="2865041"/>
                  </a:lnTo>
                  <a:cubicBezTo>
                    <a:pt x="719630" y="2865041"/>
                    <a:pt x="680953" y="2826364"/>
                    <a:pt x="680953" y="2744322"/>
                  </a:cubicBezTo>
                  <a:lnTo>
                    <a:pt x="680953" y="702049"/>
                  </a:lnTo>
                  <a:cubicBezTo>
                    <a:pt x="680953" y="620007"/>
                    <a:pt x="719630" y="581330"/>
                    <a:pt x="802258" y="581330"/>
                  </a:cubicBezTo>
                  <a:lnTo>
                    <a:pt x="880199" y="581330"/>
                  </a:lnTo>
                  <a:cubicBezTo>
                    <a:pt x="962827" y="581330"/>
                    <a:pt x="1001504" y="620007"/>
                    <a:pt x="1001504" y="702049"/>
                  </a:cubicBezTo>
                  <a:lnTo>
                    <a:pt x="1001504" y="1176138"/>
                  </a:lnTo>
                  <a:lnTo>
                    <a:pt x="1672495" y="1176138"/>
                  </a:lnTo>
                  <a:lnTo>
                    <a:pt x="1672495" y="629383"/>
                  </a:lnTo>
                  <a:cubicBezTo>
                    <a:pt x="1673081" y="208036"/>
                    <a:pt x="1463872" y="0"/>
                    <a:pt x="1040768" y="0"/>
                  </a:cubicBezTo>
                  <a:lnTo>
                    <a:pt x="632313" y="0"/>
                  </a:lnTo>
                  <a:cubicBezTo>
                    <a:pt x="209208" y="0"/>
                    <a:pt x="0" y="208036"/>
                    <a:pt x="0" y="629383"/>
                  </a:cubicBezTo>
                  <a:lnTo>
                    <a:pt x="0" y="2816988"/>
                  </a:lnTo>
                  <a:cubicBezTo>
                    <a:pt x="0" y="3237748"/>
                    <a:pt x="209208" y="3445785"/>
                    <a:pt x="632313" y="3445785"/>
                  </a:cubicBezTo>
                </a:path>
              </a:pathLst>
            </a:custGeom>
            <a:grpFill/>
            <a:ln w="58598" cap="flat">
              <a:noFill/>
              <a:prstDash val="solid"/>
              <a:miter/>
            </a:ln>
          </p:spPr>
          <p:txBody>
            <a:bodyPr rtlCol="0" anchor="ctr"/>
            <a:lstStyle/>
            <a:p>
              <a:endParaRPr lang="en-GB"/>
            </a:p>
          </p:txBody>
        </p:sp>
        <p:sp>
          <p:nvSpPr>
            <p:cNvPr id="44" name="Freeform: Shape 43">
              <a:extLst>
                <a:ext uri="{FF2B5EF4-FFF2-40B4-BE49-F238E27FC236}">
                  <a16:creationId xmlns:a16="http://schemas.microsoft.com/office/drawing/2014/main" id="{0D2381C0-B874-4045-B4AF-1F30F47B25AC}"/>
                </a:ext>
              </a:extLst>
            </p:cNvPr>
            <p:cNvSpPr/>
            <p:nvPr/>
          </p:nvSpPr>
          <p:spPr>
            <a:xfrm>
              <a:off x="9407000" y="350282"/>
              <a:ext cx="1699452" cy="3398903"/>
            </a:xfrm>
            <a:custGeom>
              <a:avLst/>
              <a:gdLst>
                <a:gd name="connsiteX0" fmla="*/ 1021429 w 1699451"/>
                <a:gd name="connsiteY0" fmla="*/ 2744322 h 3398903"/>
                <a:gd name="connsiteX1" fmla="*/ 900123 w 1699451"/>
                <a:gd name="connsiteY1" fmla="*/ 2865041 h 3398903"/>
                <a:gd name="connsiteX2" fmla="*/ 802844 w 1699451"/>
                <a:gd name="connsiteY2" fmla="*/ 2865041 h 3398903"/>
                <a:gd name="connsiteX3" fmla="*/ 681539 w 1699451"/>
                <a:gd name="connsiteY3" fmla="*/ 2744322 h 3398903"/>
                <a:gd name="connsiteX4" fmla="*/ 681539 w 1699451"/>
                <a:gd name="connsiteY4" fmla="*/ 702049 h 3398903"/>
                <a:gd name="connsiteX5" fmla="*/ 802844 w 1699451"/>
                <a:gd name="connsiteY5" fmla="*/ 581330 h 3398903"/>
                <a:gd name="connsiteX6" fmla="*/ 900123 w 1699451"/>
                <a:gd name="connsiteY6" fmla="*/ 581330 h 3398903"/>
                <a:gd name="connsiteX7" fmla="*/ 1021429 w 1699451"/>
                <a:gd name="connsiteY7" fmla="*/ 702049 h 3398903"/>
                <a:gd name="connsiteX8" fmla="*/ 1021429 w 1699451"/>
                <a:gd name="connsiteY8" fmla="*/ 2744322 h 3398903"/>
                <a:gd name="connsiteX9" fmla="*/ 1702382 w 1699451"/>
                <a:gd name="connsiteY9" fmla="*/ 2816988 h 3398903"/>
                <a:gd name="connsiteX10" fmla="*/ 1702382 w 1699451"/>
                <a:gd name="connsiteY10" fmla="*/ 629383 h 3398903"/>
                <a:gd name="connsiteX11" fmla="*/ 1070068 w 1699451"/>
                <a:gd name="connsiteY11" fmla="*/ 0 h 3398903"/>
                <a:gd name="connsiteX12" fmla="*/ 632313 w 1699451"/>
                <a:gd name="connsiteY12" fmla="*/ 0 h 3398903"/>
                <a:gd name="connsiteX13" fmla="*/ 0 w 1699451"/>
                <a:gd name="connsiteY13" fmla="*/ 629383 h 3398903"/>
                <a:gd name="connsiteX14" fmla="*/ 0 w 1699451"/>
                <a:gd name="connsiteY14" fmla="*/ 2816988 h 3398903"/>
                <a:gd name="connsiteX15" fmla="*/ 632313 w 1699451"/>
                <a:gd name="connsiteY15" fmla="*/ 3446371 h 3398903"/>
                <a:gd name="connsiteX16" fmla="*/ 1070068 w 1699451"/>
                <a:gd name="connsiteY16" fmla="*/ 3446371 h 3398903"/>
                <a:gd name="connsiteX17" fmla="*/ 1702382 w 1699451"/>
                <a:gd name="connsiteY17" fmla="*/ 2816988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99451" h="3398903">
                  <a:moveTo>
                    <a:pt x="1021429" y="2744322"/>
                  </a:moveTo>
                  <a:cubicBezTo>
                    <a:pt x="1021429" y="2826950"/>
                    <a:pt x="982752" y="2865041"/>
                    <a:pt x="900123" y="2865041"/>
                  </a:cubicBezTo>
                  <a:lnTo>
                    <a:pt x="802844" y="2865041"/>
                  </a:lnTo>
                  <a:cubicBezTo>
                    <a:pt x="720215" y="2865041"/>
                    <a:pt x="681539" y="2826364"/>
                    <a:pt x="681539" y="2744322"/>
                  </a:cubicBezTo>
                  <a:lnTo>
                    <a:pt x="681539" y="702049"/>
                  </a:lnTo>
                  <a:cubicBezTo>
                    <a:pt x="681539" y="620007"/>
                    <a:pt x="720215" y="581330"/>
                    <a:pt x="802844" y="581330"/>
                  </a:cubicBezTo>
                  <a:lnTo>
                    <a:pt x="900123" y="581330"/>
                  </a:lnTo>
                  <a:cubicBezTo>
                    <a:pt x="982752" y="581330"/>
                    <a:pt x="1021429" y="620007"/>
                    <a:pt x="1021429" y="702049"/>
                  </a:cubicBezTo>
                  <a:lnTo>
                    <a:pt x="1021429" y="2744322"/>
                  </a:lnTo>
                  <a:close/>
                  <a:moveTo>
                    <a:pt x="1702382" y="2816988"/>
                  </a:moveTo>
                  <a:lnTo>
                    <a:pt x="1702382" y="629383"/>
                  </a:lnTo>
                  <a:cubicBezTo>
                    <a:pt x="1702382" y="208622"/>
                    <a:pt x="1493173" y="0"/>
                    <a:pt x="1070068" y="0"/>
                  </a:cubicBezTo>
                  <a:lnTo>
                    <a:pt x="632313" y="0"/>
                  </a:lnTo>
                  <a:cubicBezTo>
                    <a:pt x="209209" y="0"/>
                    <a:pt x="0" y="208036"/>
                    <a:pt x="0" y="629383"/>
                  </a:cubicBezTo>
                  <a:lnTo>
                    <a:pt x="0" y="2816988"/>
                  </a:lnTo>
                  <a:cubicBezTo>
                    <a:pt x="0" y="3238334"/>
                    <a:pt x="209209" y="3446371"/>
                    <a:pt x="632313" y="3446371"/>
                  </a:cubicBezTo>
                  <a:lnTo>
                    <a:pt x="1070068" y="3446371"/>
                  </a:lnTo>
                  <a:cubicBezTo>
                    <a:pt x="1493173" y="3445785"/>
                    <a:pt x="1702382" y="3237748"/>
                    <a:pt x="1702382" y="2816988"/>
                  </a:cubicBezTo>
                </a:path>
              </a:pathLst>
            </a:custGeom>
            <a:grpFill/>
            <a:ln w="58598" cap="flat">
              <a:noFill/>
              <a:prstDash val="solid"/>
              <a:miter/>
            </a:ln>
          </p:spPr>
          <p:txBody>
            <a:bodyPr rtlCol="0" anchor="ctr"/>
            <a:lstStyle/>
            <a:p>
              <a:endParaRPr lang="en-GB"/>
            </a:p>
          </p:txBody>
        </p:sp>
        <p:sp>
          <p:nvSpPr>
            <p:cNvPr id="45" name="Freeform: Shape 44">
              <a:extLst>
                <a:ext uri="{FF2B5EF4-FFF2-40B4-BE49-F238E27FC236}">
                  <a16:creationId xmlns:a16="http://schemas.microsoft.com/office/drawing/2014/main" id="{C0EACB49-2656-4F50-8EC6-2F934035A23E}"/>
                </a:ext>
              </a:extLst>
            </p:cNvPr>
            <p:cNvSpPr/>
            <p:nvPr/>
          </p:nvSpPr>
          <p:spPr>
            <a:xfrm>
              <a:off x="3104379" y="379583"/>
              <a:ext cx="1816655" cy="3340301"/>
            </a:xfrm>
            <a:custGeom>
              <a:avLst/>
              <a:gdLst>
                <a:gd name="connsiteX0" fmla="*/ 1031391 w 1816655"/>
                <a:gd name="connsiteY0" fmla="*/ 2303636 h 3340301"/>
                <a:gd name="connsiteX1" fmla="*/ 729592 w 1816655"/>
                <a:gd name="connsiteY1" fmla="*/ 2303636 h 3340301"/>
                <a:gd name="connsiteX2" fmla="*/ 880199 w 1816655"/>
                <a:gd name="connsiteY2" fmla="*/ 827457 h 3340301"/>
                <a:gd name="connsiteX3" fmla="*/ 1031391 w 1816655"/>
                <a:gd name="connsiteY3" fmla="*/ 2303636 h 3340301"/>
                <a:gd name="connsiteX4" fmla="*/ 1823687 w 1816655"/>
                <a:gd name="connsiteY4" fmla="*/ 3387769 h 3340301"/>
                <a:gd name="connsiteX5" fmla="*/ 1376556 w 1816655"/>
                <a:gd name="connsiteY5" fmla="*/ 0 h 3340301"/>
                <a:gd name="connsiteX6" fmla="*/ 447132 w 1816655"/>
                <a:gd name="connsiteY6" fmla="*/ 0 h 3340301"/>
                <a:gd name="connsiteX7" fmla="*/ 0 w 1816655"/>
                <a:gd name="connsiteY7" fmla="*/ 3387769 h 3340301"/>
                <a:gd name="connsiteX8" fmla="*/ 617663 w 1816655"/>
                <a:gd name="connsiteY8" fmla="*/ 3387769 h 3340301"/>
                <a:gd name="connsiteX9" fmla="*/ 666302 w 1816655"/>
                <a:gd name="connsiteY9" fmla="*/ 2894342 h 3340301"/>
                <a:gd name="connsiteX10" fmla="*/ 1094095 w 1816655"/>
                <a:gd name="connsiteY10" fmla="*/ 2894342 h 3340301"/>
                <a:gd name="connsiteX11" fmla="*/ 1147423 w 1816655"/>
                <a:gd name="connsiteY11" fmla="*/ 3387769 h 3340301"/>
                <a:gd name="connsiteX12" fmla="*/ 1823687 w 1816655"/>
                <a:gd name="connsiteY12" fmla="*/ 3387769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6655" h="3340301">
                  <a:moveTo>
                    <a:pt x="1031391" y="2303636"/>
                  </a:moveTo>
                  <a:lnTo>
                    <a:pt x="729592" y="2303636"/>
                  </a:lnTo>
                  <a:lnTo>
                    <a:pt x="880199" y="827457"/>
                  </a:lnTo>
                  <a:lnTo>
                    <a:pt x="1031391" y="2303636"/>
                  </a:lnTo>
                  <a:close/>
                  <a:moveTo>
                    <a:pt x="1823687" y="3387769"/>
                  </a:moveTo>
                  <a:lnTo>
                    <a:pt x="1376556" y="0"/>
                  </a:lnTo>
                  <a:lnTo>
                    <a:pt x="447132" y="0"/>
                  </a:lnTo>
                  <a:lnTo>
                    <a:pt x="0" y="3387769"/>
                  </a:lnTo>
                  <a:lnTo>
                    <a:pt x="617663" y="3387769"/>
                  </a:lnTo>
                  <a:lnTo>
                    <a:pt x="666302" y="2894342"/>
                  </a:lnTo>
                  <a:lnTo>
                    <a:pt x="1094095" y="2894342"/>
                  </a:lnTo>
                  <a:lnTo>
                    <a:pt x="1147423" y="3387769"/>
                  </a:lnTo>
                  <a:lnTo>
                    <a:pt x="1823687" y="3387769"/>
                  </a:lnTo>
                  <a:close/>
                </a:path>
              </a:pathLst>
            </a:custGeom>
            <a:grpFill/>
            <a:ln w="58598" cap="flat">
              <a:noFill/>
              <a:prstDash val="solid"/>
              <a:miter/>
            </a:ln>
          </p:spPr>
          <p:txBody>
            <a:bodyPr rtlCol="0" anchor="ctr"/>
            <a:lstStyle/>
            <a:p>
              <a:endParaRPr lang="en-GB"/>
            </a:p>
          </p:txBody>
        </p:sp>
      </p:grpSp>
      <p:sp>
        <p:nvSpPr>
          <p:cNvPr id="3" name="TextBox 2">
            <a:extLst>
              <a:ext uri="{FF2B5EF4-FFF2-40B4-BE49-F238E27FC236}">
                <a16:creationId xmlns:a16="http://schemas.microsoft.com/office/drawing/2014/main" id="{138222D2-659B-71EF-F370-C7389D064D5F}"/>
              </a:ext>
              <a:ext uri="{C183D7F6-B498-43B3-948B-1728B52AA6E4}">
                <adec:decorative xmlns:adec="http://schemas.microsoft.com/office/drawing/2017/decorative" val="1"/>
              </a:ext>
            </a:extLst>
          </p:cNvPr>
          <p:cNvSpPr txBox="1"/>
          <p:nvPr userDrawn="1"/>
        </p:nvSpPr>
        <p:spPr>
          <a:xfrm>
            <a:off x="550864" y="6610784"/>
            <a:ext cx="461962"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err="1">
                <a:ln>
                  <a:noFill/>
                </a:ln>
                <a:solidFill>
                  <a:schemeClr val="bg1">
                    <a:lumMod val="75000"/>
                  </a:schemeClr>
                </a:solidFill>
                <a:effectLst/>
                <a:uLnTx/>
                <a:uFillTx/>
                <a:latin typeface="+mn-lt"/>
                <a:cs typeface="Calibri" panose="020F0502020204030204" pitchFamily="34" charset="0"/>
              </a:rPr>
              <a:t>JN_xxxx</a:t>
            </a:r>
            <a:endParaRPr kumimoji="0" lang="en-US" sz="700" b="0" i="0" u="none" strike="noStrike" kern="1200" cap="none" spc="0" normalizeH="0" baseline="0" noProof="0">
              <a:ln>
                <a:noFill/>
              </a:ln>
              <a:solidFill>
                <a:schemeClr val="bg1">
                  <a:lumMod val="75000"/>
                </a:schemeClr>
              </a:solidFill>
              <a:effectLst/>
              <a:uLnTx/>
              <a:uFillTx/>
              <a:latin typeface="+mn-lt"/>
              <a:cs typeface="Calibri" panose="020F0502020204030204" pitchFamily="34" charset="0"/>
            </a:endParaRPr>
          </a:p>
        </p:txBody>
      </p:sp>
      <p:sp>
        <p:nvSpPr>
          <p:cNvPr id="4" name="TextBox 3">
            <a:extLst>
              <a:ext uri="{FF2B5EF4-FFF2-40B4-BE49-F238E27FC236}">
                <a16:creationId xmlns:a16="http://schemas.microsoft.com/office/drawing/2014/main" id="{D079F347-9332-AAD4-6754-5CDB70CE80B7}"/>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grpSp>
        <p:nvGrpSpPr>
          <p:cNvPr id="10" name="Group 9">
            <a:extLst>
              <a:ext uri="{FF2B5EF4-FFF2-40B4-BE49-F238E27FC236}">
                <a16:creationId xmlns:a16="http://schemas.microsoft.com/office/drawing/2014/main" id="{C04187EB-0864-FA03-D00F-5BB494F2D546}"/>
              </a:ext>
              <a:ext uri="{C183D7F6-B498-43B3-948B-1728B52AA6E4}">
                <adec:decorative xmlns:adec="http://schemas.microsoft.com/office/drawing/2017/decorative" val="1"/>
              </a:ext>
            </a:extLst>
          </p:cNvPr>
          <p:cNvGrpSpPr/>
          <p:nvPr userDrawn="1"/>
        </p:nvGrpSpPr>
        <p:grpSpPr>
          <a:xfrm>
            <a:off x="1085548" y="5530216"/>
            <a:ext cx="1263400" cy="524118"/>
            <a:chOff x="1085548" y="5530216"/>
            <a:chExt cx="1263400" cy="524118"/>
          </a:xfrm>
        </p:grpSpPr>
        <p:grpSp>
          <p:nvGrpSpPr>
            <p:cNvPr id="11" name="Group 10">
              <a:extLst>
                <a:ext uri="{FF2B5EF4-FFF2-40B4-BE49-F238E27FC236}">
                  <a16:creationId xmlns:a16="http://schemas.microsoft.com/office/drawing/2014/main" id="{2B7BCE96-3855-CA3D-CCA5-B4D55F94AEF8}"/>
                </a:ext>
              </a:extLst>
            </p:cNvPr>
            <p:cNvGrpSpPr/>
            <p:nvPr userDrawn="1"/>
          </p:nvGrpSpPr>
          <p:grpSpPr>
            <a:xfrm>
              <a:off x="1085548" y="5803324"/>
              <a:ext cx="1263400" cy="251010"/>
              <a:chOff x="1085548" y="5803324"/>
              <a:chExt cx="1263400" cy="251010"/>
            </a:xfrm>
          </p:grpSpPr>
          <p:pic>
            <p:nvPicPr>
              <p:cNvPr id="14" name="Graphic 13">
                <a:hlinkClick r:id="rId5"/>
                <a:extLst>
                  <a:ext uri="{FF2B5EF4-FFF2-40B4-BE49-F238E27FC236}">
                    <a16:creationId xmlns:a16="http://schemas.microsoft.com/office/drawing/2014/main" id="{1C61F833-E8C3-A653-64BC-7090F0A473E9}"/>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804609" y="5803324"/>
                <a:ext cx="133872" cy="251010"/>
              </a:xfrm>
              <a:prstGeom prst="rect">
                <a:avLst/>
              </a:prstGeom>
            </p:spPr>
          </p:pic>
          <p:pic>
            <p:nvPicPr>
              <p:cNvPr id="15" name="Graphic 14">
                <a:hlinkClick r:id="rId8"/>
                <a:extLst>
                  <a:ext uri="{FF2B5EF4-FFF2-40B4-BE49-F238E27FC236}">
                    <a16:creationId xmlns:a16="http://schemas.microsoft.com/office/drawing/2014/main" id="{CF8BB226-E985-488B-041F-9BBCB0D68D8B}"/>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2080057" y="5827994"/>
                <a:ext cx="268891" cy="201669"/>
              </a:xfrm>
              <a:prstGeom prst="rect">
                <a:avLst/>
              </a:prstGeom>
            </p:spPr>
          </p:pic>
          <p:pic>
            <p:nvPicPr>
              <p:cNvPr id="16" name="Graphic 15">
                <a:hlinkClick r:id="rId11"/>
                <a:extLst>
                  <a:ext uri="{FF2B5EF4-FFF2-40B4-BE49-F238E27FC236}">
                    <a16:creationId xmlns:a16="http://schemas.microsoft.com/office/drawing/2014/main" id="{3AB40E25-198C-419C-B07B-3B1F98803E62}"/>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1443776" y="5811891"/>
                <a:ext cx="219258" cy="233875"/>
              </a:xfrm>
              <a:prstGeom prst="rect">
                <a:avLst/>
              </a:prstGeom>
            </p:spPr>
          </p:pic>
          <p:pic>
            <p:nvPicPr>
              <p:cNvPr id="17" name="Graphic 16">
                <a:hlinkClick r:id="rId14"/>
                <a:extLst>
                  <a:ext uri="{FF2B5EF4-FFF2-40B4-BE49-F238E27FC236}">
                    <a16:creationId xmlns:a16="http://schemas.microsoft.com/office/drawing/2014/main" id="{E4F05849-06CD-D474-9087-53020308BD35}"/>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085548" y="5820502"/>
                <a:ext cx="216653" cy="216653"/>
              </a:xfrm>
              <a:prstGeom prst="rect">
                <a:avLst/>
              </a:prstGeom>
            </p:spPr>
          </p:pic>
        </p:grpSp>
        <p:pic>
          <p:nvPicPr>
            <p:cNvPr id="12" name="Graphic 11">
              <a:hlinkClick r:id="rId17"/>
              <a:extLst>
                <a:ext uri="{FF2B5EF4-FFF2-40B4-BE49-F238E27FC236}">
                  <a16:creationId xmlns:a16="http://schemas.microsoft.com/office/drawing/2014/main" id="{877E8AF9-E594-3A5B-5C7D-CB88DBBA69AC}"/>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1085548" y="5530216"/>
              <a:ext cx="1263400" cy="178362"/>
            </a:xfrm>
            <a:prstGeom prst="rect">
              <a:avLst/>
            </a:prstGeom>
          </p:spPr>
        </p:pic>
      </p:grpSp>
    </p:spTree>
    <p:extLst>
      <p:ext uri="{BB962C8B-B14F-4D97-AF65-F5344CB8AC3E}">
        <p14:creationId xmlns:p14="http://schemas.microsoft.com/office/powerpoint/2010/main" val="23190089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Back Page 6">
    <p:bg>
      <p:bgPr>
        <a:solidFill>
          <a:schemeClr val="tx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763160D4-9D24-4229-8EB7-8D4F906D0AD3}"/>
              </a:ext>
              <a:ext uri="{C183D7F6-B498-43B3-948B-1728B52AA6E4}">
                <adec:decorative xmlns:adec="http://schemas.microsoft.com/office/drawing/2017/decorative" val="1"/>
              </a:ext>
            </a:extLst>
          </p:cNvPr>
          <p:cNvPicPr>
            <a:picLocks noChangeAspect="1"/>
          </p:cNvPicPr>
          <p:nvPr userDrawn="1"/>
        </p:nvPicPr>
        <p:blipFill rotWithShape="1">
          <a:blip r:embed="rId2">
            <a:alphaModFix amt="23000"/>
            <a:extLst>
              <a:ext uri="{28A0092B-C50C-407E-A947-70E740481C1C}">
                <a14:useLocalDpi xmlns:a14="http://schemas.microsoft.com/office/drawing/2010/main" val="0"/>
              </a:ext>
            </a:extLst>
          </a:blip>
          <a:srcRect t="7813" b="7813"/>
          <a:stretch/>
        </p:blipFill>
        <p:spPr>
          <a:xfrm>
            <a:off x="-1" y="-5"/>
            <a:ext cx="12191999" cy="6858000"/>
          </a:xfrm>
          <a:prstGeom prst="rect">
            <a:avLst/>
          </a:prstGeom>
        </p:spPr>
      </p:pic>
      <p:pic>
        <p:nvPicPr>
          <p:cNvPr id="41" name="Graphic 40">
            <a:extLst>
              <a:ext uri="{FF2B5EF4-FFF2-40B4-BE49-F238E27FC236}">
                <a16:creationId xmlns:a16="http://schemas.microsoft.com/office/drawing/2014/main" id="{4F1981E7-DA04-488B-850B-49F38A395241}"/>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591446" y="5451047"/>
            <a:ext cx="1515005" cy="768653"/>
          </a:xfrm>
          <a:prstGeom prst="rect">
            <a:avLst/>
          </a:prstGeom>
        </p:spPr>
      </p:pic>
      <p:grpSp>
        <p:nvGrpSpPr>
          <p:cNvPr id="50" name="Group 49">
            <a:extLst>
              <a:ext uri="{FF2B5EF4-FFF2-40B4-BE49-F238E27FC236}">
                <a16:creationId xmlns:a16="http://schemas.microsoft.com/office/drawing/2014/main" id="{0C9EF089-A884-48AD-B0B3-155D2E17741C}"/>
              </a:ext>
              <a:ext uri="{C183D7F6-B498-43B3-948B-1728B52AA6E4}">
                <adec:decorative xmlns:adec="http://schemas.microsoft.com/office/drawing/2017/decorative" val="1"/>
              </a:ext>
            </a:extLst>
          </p:cNvPr>
          <p:cNvGrpSpPr/>
          <p:nvPr userDrawn="1"/>
        </p:nvGrpSpPr>
        <p:grpSpPr>
          <a:xfrm>
            <a:off x="1085548" y="350282"/>
            <a:ext cx="10020904" cy="3398903"/>
            <a:chOff x="1085548" y="350282"/>
            <a:chExt cx="10020904" cy="3398903"/>
          </a:xfrm>
          <a:solidFill>
            <a:schemeClr val="bg1">
              <a:alpha val="15000"/>
            </a:schemeClr>
          </a:solidFill>
        </p:grpSpPr>
        <p:sp>
          <p:nvSpPr>
            <p:cNvPr id="51" name="Freeform: Shape 50">
              <a:extLst>
                <a:ext uri="{FF2B5EF4-FFF2-40B4-BE49-F238E27FC236}">
                  <a16:creationId xmlns:a16="http://schemas.microsoft.com/office/drawing/2014/main" id="{B068429E-F404-4F1F-8CC2-E396689CA44F}"/>
                </a:ext>
              </a:extLst>
            </p:cNvPr>
            <p:cNvSpPr/>
            <p:nvPr/>
          </p:nvSpPr>
          <p:spPr>
            <a:xfrm>
              <a:off x="5301360" y="379583"/>
              <a:ext cx="1582248" cy="3340301"/>
            </a:xfrm>
            <a:custGeom>
              <a:avLst/>
              <a:gdLst>
                <a:gd name="connsiteX0" fmla="*/ 948177 w 1582248"/>
                <a:gd name="connsiteY0" fmla="*/ 1509582 h 3340301"/>
                <a:gd name="connsiteX1" fmla="*/ 826871 w 1582248"/>
                <a:gd name="connsiteY1" fmla="*/ 1630888 h 3340301"/>
                <a:gd name="connsiteX2" fmla="*/ 680952 w 1582248"/>
                <a:gd name="connsiteY2" fmla="*/ 1630888 h 3340301"/>
                <a:gd name="connsiteX3" fmla="*/ 680952 w 1582248"/>
                <a:gd name="connsiteY3" fmla="*/ 580744 h 3340301"/>
                <a:gd name="connsiteX4" fmla="*/ 826871 w 1582248"/>
                <a:gd name="connsiteY4" fmla="*/ 580744 h 3340301"/>
                <a:gd name="connsiteX5" fmla="*/ 948177 w 1582248"/>
                <a:gd name="connsiteY5" fmla="*/ 701463 h 3340301"/>
                <a:gd name="connsiteX6" fmla="*/ 948177 w 1582248"/>
                <a:gd name="connsiteY6" fmla="*/ 1509582 h 3340301"/>
                <a:gd name="connsiteX7" fmla="*/ 1629129 w 1582248"/>
                <a:gd name="connsiteY7" fmla="*/ 1582248 h 3340301"/>
                <a:gd name="connsiteX8" fmla="*/ 1629129 w 1582248"/>
                <a:gd name="connsiteY8" fmla="*/ 628797 h 3340301"/>
                <a:gd name="connsiteX9" fmla="*/ 996816 w 1582248"/>
                <a:gd name="connsiteY9" fmla="*/ 0 h 3340301"/>
                <a:gd name="connsiteX10" fmla="*/ 0 w 1582248"/>
                <a:gd name="connsiteY10" fmla="*/ 0 h 3340301"/>
                <a:gd name="connsiteX11" fmla="*/ 0 w 1582248"/>
                <a:gd name="connsiteY11" fmla="*/ 3387769 h 3340301"/>
                <a:gd name="connsiteX12" fmla="*/ 680952 w 1582248"/>
                <a:gd name="connsiteY12" fmla="*/ 3387769 h 3340301"/>
                <a:gd name="connsiteX13" fmla="*/ 680952 w 1582248"/>
                <a:gd name="connsiteY13" fmla="*/ 2211631 h 3340301"/>
                <a:gd name="connsiteX14" fmla="*/ 996816 w 1582248"/>
                <a:gd name="connsiteY14" fmla="*/ 2211631 h 3340301"/>
                <a:gd name="connsiteX15" fmla="*/ 1629129 w 1582248"/>
                <a:gd name="connsiteY15" fmla="*/ 1582248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82248" h="3340301">
                  <a:moveTo>
                    <a:pt x="948177" y="1509582"/>
                  </a:moveTo>
                  <a:cubicBezTo>
                    <a:pt x="948177" y="1591624"/>
                    <a:pt x="908913" y="1630888"/>
                    <a:pt x="826871" y="1630888"/>
                  </a:cubicBezTo>
                  <a:lnTo>
                    <a:pt x="680952" y="1630888"/>
                  </a:lnTo>
                  <a:lnTo>
                    <a:pt x="680952" y="580744"/>
                  </a:lnTo>
                  <a:lnTo>
                    <a:pt x="826871" y="580744"/>
                  </a:lnTo>
                  <a:cubicBezTo>
                    <a:pt x="909499" y="580744"/>
                    <a:pt x="948177" y="619421"/>
                    <a:pt x="948177" y="701463"/>
                  </a:cubicBezTo>
                  <a:lnTo>
                    <a:pt x="948177" y="1509582"/>
                  </a:lnTo>
                  <a:close/>
                  <a:moveTo>
                    <a:pt x="1629129" y="1582248"/>
                  </a:moveTo>
                  <a:lnTo>
                    <a:pt x="1629129" y="628797"/>
                  </a:lnTo>
                  <a:cubicBezTo>
                    <a:pt x="1629129" y="207450"/>
                    <a:pt x="1419921" y="0"/>
                    <a:pt x="996816" y="0"/>
                  </a:cubicBezTo>
                  <a:lnTo>
                    <a:pt x="0" y="0"/>
                  </a:lnTo>
                  <a:lnTo>
                    <a:pt x="0" y="3387769"/>
                  </a:lnTo>
                  <a:lnTo>
                    <a:pt x="680952" y="3387769"/>
                  </a:lnTo>
                  <a:lnTo>
                    <a:pt x="680952" y="2211631"/>
                  </a:lnTo>
                  <a:lnTo>
                    <a:pt x="996816" y="2211631"/>
                  </a:lnTo>
                  <a:cubicBezTo>
                    <a:pt x="1419921" y="2211631"/>
                    <a:pt x="1629129" y="2003595"/>
                    <a:pt x="1629129" y="1582248"/>
                  </a:cubicBezTo>
                </a:path>
              </a:pathLst>
            </a:custGeom>
            <a:grpFill/>
            <a:ln w="58598" cap="flat">
              <a:noFill/>
              <a:prstDash val="solid"/>
              <a:miter/>
            </a:ln>
          </p:spPr>
          <p:txBody>
            <a:bodyPr rtlCol="0" anchor="ctr"/>
            <a:lstStyle/>
            <a:p>
              <a:endParaRPr lang="en-GB"/>
            </a:p>
          </p:txBody>
        </p:sp>
        <p:sp>
          <p:nvSpPr>
            <p:cNvPr id="52" name="Freeform: Shape 51">
              <a:extLst>
                <a:ext uri="{FF2B5EF4-FFF2-40B4-BE49-F238E27FC236}">
                  <a16:creationId xmlns:a16="http://schemas.microsoft.com/office/drawing/2014/main" id="{93763696-2C3B-468A-A448-BBFDCCC9B34B}"/>
                </a:ext>
              </a:extLst>
            </p:cNvPr>
            <p:cNvSpPr/>
            <p:nvPr/>
          </p:nvSpPr>
          <p:spPr>
            <a:xfrm>
              <a:off x="7319018" y="350282"/>
              <a:ext cx="1640850" cy="3398903"/>
            </a:xfrm>
            <a:custGeom>
              <a:avLst/>
              <a:gdLst>
                <a:gd name="connsiteX0" fmla="*/ 631728 w 1640849"/>
                <a:gd name="connsiteY0" fmla="*/ 3445785 h 3398903"/>
                <a:gd name="connsiteX1" fmla="*/ 1050145 w 1640849"/>
                <a:gd name="connsiteY1" fmla="*/ 3445785 h 3398903"/>
                <a:gd name="connsiteX2" fmla="*/ 1682458 w 1640849"/>
                <a:gd name="connsiteY2" fmla="*/ 2816402 h 3398903"/>
                <a:gd name="connsiteX3" fmla="*/ 1682458 w 1640849"/>
                <a:gd name="connsiteY3" fmla="*/ 2185261 h 3398903"/>
                <a:gd name="connsiteX4" fmla="*/ 1011468 w 1640849"/>
                <a:gd name="connsiteY4" fmla="*/ 2185261 h 3398903"/>
                <a:gd name="connsiteX5" fmla="*/ 1011468 w 1640849"/>
                <a:gd name="connsiteY5" fmla="*/ 2744322 h 3398903"/>
                <a:gd name="connsiteX6" fmla="*/ 889576 w 1640849"/>
                <a:gd name="connsiteY6" fmla="*/ 2865041 h 3398903"/>
                <a:gd name="connsiteX7" fmla="*/ 802259 w 1640849"/>
                <a:gd name="connsiteY7" fmla="*/ 2865041 h 3398903"/>
                <a:gd name="connsiteX8" fmla="*/ 680954 w 1640849"/>
                <a:gd name="connsiteY8" fmla="*/ 2744322 h 3398903"/>
                <a:gd name="connsiteX9" fmla="*/ 680954 w 1640849"/>
                <a:gd name="connsiteY9" fmla="*/ 702049 h 3398903"/>
                <a:gd name="connsiteX10" fmla="*/ 802259 w 1640849"/>
                <a:gd name="connsiteY10" fmla="*/ 581330 h 3398903"/>
                <a:gd name="connsiteX11" fmla="*/ 880200 w 1640849"/>
                <a:gd name="connsiteY11" fmla="*/ 581330 h 3398903"/>
                <a:gd name="connsiteX12" fmla="*/ 1002092 w 1640849"/>
                <a:gd name="connsiteY12" fmla="*/ 702049 h 3398903"/>
                <a:gd name="connsiteX13" fmla="*/ 1002092 w 1640849"/>
                <a:gd name="connsiteY13" fmla="*/ 1176138 h 3398903"/>
                <a:gd name="connsiteX14" fmla="*/ 1673082 w 1640849"/>
                <a:gd name="connsiteY14" fmla="*/ 1176138 h 3398903"/>
                <a:gd name="connsiteX15" fmla="*/ 1673082 w 1640849"/>
                <a:gd name="connsiteY15" fmla="*/ 629383 h 3398903"/>
                <a:gd name="connsiteX16" fmla="*/ 1040769 w 1640849"/>
                <a:gd name="connsiteY16" fmla="*/ 0 h 3398903"/>
                <a:gd name="connsiteX17" fmla="*/ 632314 w 1640849"/>
                <a:gd name="connsiteY17" fmla="*/ 0 h 3398903"/>
                <a:gd name="connsiteX18" fmla="*/ 1 w 1640849"/>
                <a:gd name="connsiteY18" fmla="*/ 629383 h 3398903"/>
                <a:gd name="connsiteX19" fmla="*/ 1 w 1640849"/>
                <a:gd name="connsiteY19" fmla="*/ 2816988 h 3398903"/>
                <a:gd name="connsiteX20" fmla="*/ 631728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1728" y="3445785"/>
                  </a:moveTo>
                  <a:lnTo>
                    <a:pt x="1050145" y="3445785"/>
                  </a:lnTo>
                  <a:cubicBezTo>
                    <a:pt x="1473250" y="3445785"/>
                    <a:pt x="1682458" y="3237748"/>
                    <a:pt x="1682458" y="2816402"/>
                  </a:cubicBezTo>
                  <a:lnTo>
                    <a:pt x="1682458" y="2185261"/>
                  </a:lnTo>
                  <a:lnTo>
                    <a:pt x="1011468" y="2185261"/>
                  </a:lnTo>
                  <a:lnTo>
                    <a:pt x="1011468" y="2744322"/>
                  </a:lnTo>
                  <a:cubicBezTo>
                    <a:pt x="1011468" y="2826950"/>
                    <a:pt x="972205" y="2865041"/>
                    <a:pt x="889576" y="2865041"/>
                  </a:cubicBezTo>
                  <a:lnTo>
                    <a:pt x="802259" y="2865041"/>
                  </a:lnTo>
                  <a:cubicBezTo>
                    <a:pt x="719631" y="2865041"/>
                    <a:pt x="680954" y="2826364"/>
                    <a:pt x="680954" y="2744322"/>
                  </a:cubicBezTo>
                  <a:lnTo>
                    <a:pt x="680954" y="702049"/>
                  </a:lnTo>
                  <a:cubicBezTo>
                    <a:pt x="680954" y="620007"/>
                    <a:pt x="719631" y="581330"/>
                    <a:pt x="802259" y="581330"/>
                  </a:cubicBezTo>
                  <a:lnTo>
                    <a:pt x="880200" y="581330"/>
                  </a:lnTo>
                  <a:cubicBezTo>
                    <a:pt x="962828" y="581330"/>
                    <a:pt x="1002092" y="620007"/>
                    <a:pt x="1002092" y="702049"/>
                  </a:cubicBezTo>
                  <a:lnTo>
                    <a:pt x="1002092" y="1176138"/>
                  </a:lnTo>
                  <a:lnTo>
                    <a:pt x="1673082" y="1176138"/>
                  </a:lnTo>
                  <a:lnTo>
                    <a:pt x="1673082" y="629383"/>
                  </a:lnTo>
                  <a:cubicBezTo>
                    <a:pt x="1673082" y="208622"/>
                    <a:pt x="1463874" y="0"/>
                    <a:pt x="1040769" y="0"/>
                  </a:cubicBezTo>
                  <a:lnTo>
                    <a:pt x="632314" y="0"/>
                  </a:lnTo>
                  <a:cubicBezTo>
                    <a:pt x="209210" y="0"/>
                    <a:pt x="1" y="208036"/>
                    <a:pt x="1" y="629383"/>
                  </a:cubicBezTo>
                  <a:lnTo>
                    <a:pt x="1" y="2816988"/>
                  </a:lnTo>
                  <a:cubicBezTo>
                    <a:pt x="-585" y="3237748"/>
                    <a:pt x="208623" y="3445785"/>
                    <a:pt x="631728" y="3445785"/>
                  </a:cubicBezTo>
                </a:path>
              </a:pathLst>
            </a:custGeom>
            <a:grpFill/>
            <a:ln w="58598" cap="flat">
              <a:noFill/>
              <a:prstDash val="solid"/>
              <a:miter/>
            </a:ln>
          </p:spPr>
          <p:txBody>
            <a:bodyPr rtlCol="0" anchor="ctr"/>
            <a:lstStyle/>
            <a:p>
              <a:endParaRPr lang="en-GB"/>
            </a:p>
          </p:txBody>
        </p:sp>
        <p:sp>
          <p:nvSpPr>
            <p:cNvPr id="53" name="Freeform: Shape 52">
              <a:extLst>
                <a:ext uri="{FF2B5EF4-FFF2-40B4-BE49-F238E27FC236}">
                  <a16:creationId xmlns:a16="http://schemas.microsoft.com/office/drawing/2014/main" id="{83DB8D1C-4AA0-4677-AABF-4B6EC16BC1CF}"/>
                </a:ext>
              </a:extLst>
            </p:cNvPr>
            <p:cNvSpPr/>
            <p:nvPr/>
          </p:nvSpPr>
          <p:spPr>
            <a:xfrm>
              <a:off x="1085548" y="350282"/>
              <a:ext cx="1640850" cy="3398903"/>
            </a:xfrm>
            <a:custGeom>
              <a:avLst/>
              <a:gdLst>
                <a:gd name="connsiteX0" fmla="*/ 632313 w 1640849"/>
                <a:gd name="connsiteY0" fmla="*/ 3445785 h 3398903"/>
                <a:gd name="connsiteX1" fmla="*/ 1050730 w 1640849"/>
                <a:gd name="connsiteY1" fmla="*/ 3445785 h 3398903"/>
                <a:gd name="connsiteX2" fmla="*/ 1683043 w 1640849"/>
                <a:gd name="connsiteY2" fmla="*/ 2816402 h 3398903"/>
                <a:gd name="connsiteX3" fmla="*/ 1683043 w 1640849"/>
                <a:gd name="connsiteY3" fmla="*/ 2185261 h 3398903"/>
                <a:gd name="connsiteX4" fmla="*/ 1011467 w 1640849"/>
                <a:gd name="connsiteY4" fmla="*/ 2185261 h 3398903"/>
                <a:gd name="connsiteX5" fmla="*/ 1011467 w 1640849"/>
                <a:gd name="connsiteY5" fmla="*/ 2744322 h 3398903"/>
                <a:gd name="connsiteX6" fmla="*/ 889575 w 1640849"/>
                <a:gd name="connsiteY6" fmla="*/ 2865041 h 3398903"/>
                <a:gd name="connsiteX7" fmla="*/ 802258 w 1640849"/>
                <a:gd name="connsiteY7" fmla="*/ 2865041 h 3398903"/>
                <a:gd name="connsiteX8" fmla="*/ 680953 w 1640849"/>
                <a:gd name="connsiteY8" fmla="*/ 2744322 h 3398903"/>
                <a:gd name="connsiteX9" fmla="*/ 680953 w 1640849"/>
                <a:gd name="connsiteY9" fmla="*/ 702049 h 3398903"/>
                <a:gd name="connsiteX10" fmla="*/ 802258 w 1640849"/>
                <a:gd name="connsiteY10" fmla="*/ 581330 h 3398903"/>
                <a:gd name="connsiteX11" fmla="*/ 880199 w 1640849"/>
                <a:gd name="connsiteY11" fmla="*/ 581330 h 3398903"/>
                <a:gd name="connsiteX12" fmla="*/ 1001504 w 1640849"/>
                <a:gd name="connsiteY12" fmla="*/ 702049 h 3398903"/>
                <a:gd name="connsiteX13" fmla="*/ 1001504 w 1640849"/>
                <a:gd name="connsiteY13" fmla="*/ 1176138 h 3398903"/>
                <a:gd name="connsiteX14" fmla="*/ 1672495 w 1640849"/>
                <a:gd name="connsiteY14" fmla="*/ 1176138 h 3398903"/>
                <a:gd name="connsiteX15" fmla="*/ 1672495 w 1640849"/>
                <a:gd name="connsiteY15" fmla="*/ 629383 h 3398903"/>
                <a:gd name="connsiteX16" fmla="*/ 1040768 w 1640849"/>
                <a:gd name="connsiteY16" fmla="*/ 0 h 3398903"/>
                <a:gd name="connsiteX17" fmla="*/ 632313 w 1640849"/>
                <a:gd name="connsiteY17" fmla="*/ 0 h 3398903"/>
                <a:gd name="connsiteX18" fmla="*/ 0 w 1640849"/>
                <a:gd name="connsiteY18" fmla="*/ 629383 h 3398903"/>
                <a:gd name="connsiteX19" fmla="*/ 0 w 1640849"/>
                <a:gd name="connsiteY19" fmla="*/ 2816988 h 3398903"/>
                <a:gd name="connsiteX20" fmla="*/ 632313 w 1640849"/>
                <a:gd name="connsiteY20" fmla="*/ 3445785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0849" h="3398903">
                  <a:moveTo>
                    <a:pt x="632313" y="3445785"/>
                  </a:moveTo>
                  <a:lnTo>
                    <a:pt x="1050730" y="3445785"/>
                  </a:lnTo>
                  <a:cubicBezTo>
                    <a:pt x="1473835" y="3445785"/>
                    <a:pt x="1683043" y="3237748"/>
                    <a:pt x="1683043" y="2816402"/>
                  </a:cubicBezTo>
                  <a:lnTo>
                    <a:pt x="1683043" y="2185261"/>
                  </a:lnTo>
                  <a:lnTo>
                    <a:pt x="1011467" y="2185261"/>
                  </a:lnTo>
                  <a:lnTo>
                    <a:pt x="1011467" y="2744322"/>
                  </a:lnTo>
                  <a:cubicBezTo>
                    <a:pt x="1011467" y="2826950"/>
                    <a:pt x="972790" y="2865041"/>
                    <a:pt x="889575" y="2865041"/>
                  </a:cubicBezTo>
                  <a:lnTo>
                    <a:pt x="802258" y="2865041"/>
                  </a:lnTo>
                  <a:cubicBezTo>
                    <a:pt x="719630" y="2865041"/>
                    <a:pt x="680953" y="2826364"/>
                    <a:pt x="680953" y="2744322"/>
                  </a:cubicBezTo>
                  <a:lnTo>
                    <a:pt x="680953" y="702049"/>
                  </a:lnTo>
                  <a:cubicBezTo>
                    <a:pt x="680953" y="620007"/>
                    <a:pt x="719630" y="581330"/>
                    <a:pt x="802258" y="581330"/>
                  </a:cubicBezTo>
                  <a:lnTo>
                    <a:pt x="880199" y="581330"/>
                  </a:lnTo>
                  <a:cubicBezTo>
                    <a:pt x="962827" y="581330"/>
                    <a:pt x="1001504" y="620007"/>
                    <a:pt x="1001504" y="702049"/>
                  </a:cubicBezTo>
                  <a:lnTo>
                    <a:pt x="1001504" y="1176138"/>
                  </a:lnTo>
                  <a:lnTo>
                    <a:pt x="1672495" y="1176138"/>
                  </a:lnTo>
                  <a:lnTo>
                    <a:pt x="1672495" y="629383"/>
                  </a:lnTo>
                  <a:cubicBezTo>
                    <a:pt x="1673081" y="208036"/>
                    <a:pt x="1463872" y="0"/>
                    <a:pt x="1040768" y="0"/>
                  </a:cubicBezTo>
                  <a:lnTo>
                    <a:pt x="632313" y="0"/>
                  </a:lnTo>
                  <a:cubicBezTo>
                    <a:pt x="209208" y="0"/>
                    <a:pt x="0" y="208036"/>
                    <a:pt x="0" y="629383"/>
                  </a:cubicBezTo>
                  <a:lnTo>
                    <a:pt x="0" y="2816988"/>
                  </a:lnTo>
                  <a:cubicBezTo>
                    <a:pt x="0" y="3237748"/>
                    <a:pt x="209208" y="3445785"/>
                    <a:pt x="632313" y="3445785"/>
                  </a:cubicBezTo>
                </a:path>
              </a:pathLst>
            </a:custGeom>
            <a:grpFill/>
            <a:ln w="58598" cap="flat">
              <a:noFill/>
              <a:prstDash val="solid"/>
              <a:miter/>
            </a:ln>
          </p:spPr>
          <p:txBody>
            <a:bodyPr rtlCol="0" anchor="ctr"/>
            <a:lstStyle/>
            <a:p>
              <a:endParaRPr lang="en-GB"/>
            </a:p>
          </p:txBody>
        </p:sp>
        <p:sp>
          <p:nvSpPr>
            <p:cNvPr id="54" name="Freeform: Shape 53">
              <a:extLst>
                <a:ext uri="{FF2B5EF4-FFF2-40B4-BE49-F238E27FC236}">
                  <a16:creationId xmlns:a16="http://schemas.microsoft.com/office/drawing/2014/main" id="{26B7069F-15B9-4C9B-A311-8307142ECBCE}"/>
                </a:ext>
              </a:extLst>
            </p:cNvPr>
            <p:cNvSpPr/>
            <p:nvPr/>
          </p:nvSpPr>
          <p:spPr>
            <a:xfrm>
              <a:off x="9407000" y="350282"/>
              <a:ext cx="1699452" cy="3398903"/>
            </a:xfrm>
            <a:custGeom>
              <a:avLst/>
              <a:gdLst>
                <a:gd name="connsiteX0" fmla="*/ 1021429 w 1699451"/>
                <a:gd name="connsiteY0" fmla="*/ 2744322 h 3398903"/>
                <a:gd name="connsiteX1" fmla="*/ 900123 w 1699451"/>
                <a:gd name="connsiteY1" fmla="*/ 2865041 h 3398903"/>
                <a:gd name="connsiteX2" fmla="*/ 802844 w 1699451"/>
                <a:gd name="connsiteY2" fmla="*/ 2865041 h 3398903"/>
                <a:gd name="connsiteX3" fmla="*/ 681539 w 1699451"/>
                <a:gd name="connsiteY3" fmla="*/ 2744322 h 3398903"/>
                <a:gd name="connsiteX4" fmla="*/ 681539 w 1699451"/>
                <a:gd name="connsiteY4" fmla="*/ 702049 h 3398903"/>
                <a:gd name="connsiteX5" fmla="*/ 802844 w 1699451"/>
                <a:gd name="connsiteY5" fmla="*/ 581330 h 3398903"/>
                <a:gd name="connsiteX6" fmla="*/ 900123 w 1699451"/>
                <a:gd name="connsiteY6" fmla="*/ 581330 h 3398903"/>
                <a:gd name="connsiteX7" fmla="*/ 1021429 w 1699451"/>
                <a:gd name="connsiteY7" fmla="*/ 702049 h 3398903"/>
                <a:gd name="connsiteX8" fmla="*/ 1021429 w 1699451"/>
                <a:gd name="connsiteY8" fmla="*/ 2744322 h 3398903"/>
                <a:gd name="connsiteX9" fmla="*/ 1702382 w 1699451"/>
                <a:gd name="connsiteY9" fmla="*/ 2816988 h 3398903"/>
                <a:gd name="connsiteX10" fmla="*/ 1702382 w 1699451"/>
                <a:gd name="connsiteY10" fmla="*/ 629383 h 3398903"/>
                <a:gd name="connsiteX11" fmla="*/ 1070068 w 1699451"/>
                <a:gd name="connsiteY11" fmla="*/ 0 h 3398903"/>
                <a:gd name="connsiteX12" fmla="*/ 632313 w 1699451"/>
                <a:gd name="connsiteY12" fmla="*/ 0 h 3398903"/>
                <a:gd name="connsiteX13" fmla="*/ 0 w 1699451"/>
                <a:gd name="connsiteY13" fmla="*/ 629383 h 3398903"/>
                <a:gd name="connsiteX14" fmla="*/ 0 w 1699451"/>
                <a:gd name="connsiteY14" fmla="*/ 2816988 h 3398903"/>
                <a:gd name="connsiteX15" fmla="*/ 632313 w 1699451"/>
                <a:gd name="connsiteY15" fmla="*/ 3446371 h 3398903"/>
                <a:gd name="connsiteX16" fmla="*/ 1070068 w 1699451"/>
                <a:gd name="connsiteY16" fmla="*/ 3446371 h 3398903"/>
                <a:gd name="connsiteX17" fmla="*/ 1702382 w 1699451"/>
                <a:gd name="connsiteY17" fmla="*/ 2816988 h 33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99451" h="3398903">
                  <a:moveTo>
                    <a:pt x="1021429" y="2744322"/>
                  </a:moveTo>
                  <a:cubicBezTo>
                    <a:pt x="1021429" y="2826950"/>
                    <a:pt x="982752" y="2865041"/>
                    <a:pt x="900123" y="2865041"/>
                  </a:cubicBezTo>
                  <a:lnTo>
                    <a:pt x="802844" y="2865041"/>
                  </a:lnTo>
                  <a:cubicBezTo>
                    <a:pt x="720215" y="2865041"/>
                    <a:pt x="681539" y="2826364"/>
                    <a:pt x="681539" y="2744322"/>
                  </a:cubicBezTo>
                  <a:lnTo>
                    <a:pt x="681539" y="702049"/>
                  </a:lnTo>
                  <a:cubicBezTo>
                    <a:pt x="681539" y="620007"/>
                    <a:pt x="720215" y="581330"/>
                    <a:pt x="802844" y="581330"/>
                  </a:cubicBezTo>
                  <a:lnTo>
                    <a:pt x="900123" y="581330"/>
                  </a:lnTo>
                  <a:cubicBezTo>
                    <a:pt x="982752" y="581330"/>
                    <a:pt x="1021429" y="620007"/>
                    <a:pt x="1021429" y="702049"/>
                  </a:cubicBezTo>
                  <a:lnTo>
                    <a:pt x="1021429" y="2744322"/>
                  </a:lnTo>
                  <a:close/>
                  <a:moveTo>
                    <a:pt x="1702382" y="2816988"/>
                  </a:moveTo>
                  <a:lnTo>
                    <a:pt x="1702382" y="629383"/>
                  </a:lnTo>
                  <a:cubicBezTo>
                    <a:pt x="1702382" y="208622"/>
                    <a:pt x="1493173" y="0"/>
                    <a:pt x="1070068" y="0"/>
                  </a:cubicBezTo>
                  <a:lnTo>
                    <a:pt x="632313" y="0"/>
                  </a:lnTo>
                  <a:cubicBezTo>
                    <a:pt x="209209" y="0"/>
                    <a:pt x="0" y="208036"/>
                    <a:pt x="0" y="629383"/>
                  </a:cubicBezTo>
                  <a:lnTo>
                    <a:pt x="0" y="2816988"/>
                  </a:lnTo>
                  <a:cubicBezTo>
                    <a:pt x="0" y="3238334"/>
                    <a:pt x="209209" y="3446371"/>
                    <a:pt x="632313" y="3446371"/>
                  </a:cubicBezTo>
                  <a:lnTo>
                    <a:pt x="1070068" y="3446371"/>
                  </a:lnTo>
                  <a:cubicBezTo>
                    <a:pt x="1493173" y="3445785"/>
                    <a:pt x="1702382" y="3237748"/>
                    <a:pt x="1702382" y="2816988"/>
                  </a:cubicBezTo>
                </a:path>
              </a:pathLst>
            </a:custGeom>
            <a:grpFill/>
            <a:ln w="58598" cap="flat">
              <a:noFill/>
              <a:prstDash val="solid"/>
              <a:miter/>
            </a:ln>
          </p:spPr>
          <p:txBody>
            <a:bodyPr rtlCol="0" anchor="ctr"/>
            <a:lstStyle/>
            <a:p>
              <a:endParaRPr lang="en-GB"/>
            </a:p>
          </p:txBody>
        </p:sp>
        <p:sp>
          <p:nvSpPr>
            <p:cNvPr id="55" name="Freeform: Shape 54">
              <a:extLst>
                <a:ext uri="{FF2B5EF4-FFF2-40B4-BE49-F238E27FC236}">
                  <a16:creationId xmlns:a16="http://schemas.microsoft.com/office/drawing/2014/main" id="{423679CF-832A-4B29-9E32-E41C376A992A}"/>
                </a:ext>
              </a:extLst>
            </p:cNvPr>
            <p:cNvSpPr/>
            <p:nvPr/>
          </p:nvSpPr>
          <p:spPr>
            <a:xfrm>
              <a:off x="3104379" y="379583"/>
              <a:ext cx="1816655" cy="3340301"/>
            </a:xfrm>
            <a:custGeom>
              <a:avLst/>
              <a:gdLst>
                <a:gd name="connsiteX0" fmla="*/ 1031391 w 1816655"/>
                <a:gd name="connsiteY0" fmla="*/ 2303636 h 3340301"/>
                <a:gd name="connsiteX1" fmla="*/ 729592 w 1816655"/>
                <a:gd name="connsiteY1" fmla="*/ 2303636 h 3340301"/>
                <a:gd name="connsiteX2" fmla="*/ 880199 w 1816655"/>
                <a:gd name="connsiteY2" fmla="*/ 827457 h 3340301"/>
                <a:gd name="connsiteX3" fmla="*/ 1031391 w 1816655"/>
                <a:gd name="connsiteY3" fmla="*/ 2303636 h 3340301"/>
                <a:gd name="connsiteX4" fmla="*/ 1823687 w 1816655"/>
                <a:gd name="connsiteY4" fmla="*/ 3387769 h 3340301"/>
                <a:gd name="connsiteX5" fmla="*/ 1376556 w 1816655"/>
                <a:gd name="connsiteY5" fmla="*/ 0 h 3340301"/>
                <a:gd name="connsiteX6" fmla="*/ 447132 w 1816655"/>
                <a:gd name="connsiteY6" fmla="*/ 0 h 3340301"/>
                <a:gd name="connsiteX7" fmla="*/ 0 w 1816655"/>
                <a:gd name="connsiteY7" fmla="*/ 3387769 h 3340301"/>
                <a:gd name="connsiteX8" fmla="*/ 617663 w 1816655"/>
                <a:gd name="connsiteY8" fmla="*/ 3387769 h 3340301"/>
                <a:gd name="connsiteX9" fmla="*/ 666302 w 1816655"/>
                <a:gd name="connsiteY9" fmla="*/ 2894342 h 3340301"/>
                <a:gd name="connsiteX10" fmla="*/ 1094095 w 1816655"/>
                <a:gd name="connsiteY10" fmla="*/ 2894342 h 3340301"/>
                <a:gd name="connsiteX11" fmla="*/ 1147423 w 1816655"/>
                <a:gd name="connsiteY11" fmla="*/ 3387769 h 3340301"/>
                <a:gd name="connsiteX12" fmla="*/ 1823687 w 1816655"/>
                <a:gd name="connsiteY12" fmla="*/ 3387769 h 3340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16655" h="3340301">
                  <a:moveTo>
                    <a:pt x="1031391" y="2303636"/>
                  </a:moveTo>
                  <a:lnTo>
                    <a:pt x="729592" y="2303636"/>
                  </a:lnTo>
                  <a:lnTo>
                    <a:pt x="880199" y="827457"/>
                  </a:lnTo>
                  <a:lnTo>
                    <a:pt x="1031391" y="2303636"/>
                  </a:lnTo>
                  <a:close/>
                  <a:moveTo>
                    <a:pt x="1823687" y="3387769"/>
                  </a:moveTo>
                  <a:lnTo>
                    <a:pt x="1376556" y="0"/>
                  </a:lnTo>
                  <a:lnTo>
                    <a:pt x="447132" y="0"/>
                  </a:lnTo>
                  <a:lnTo>
                    <a:pt x="0" y="3387769"/>
                  </a:lnTo>
                  <a:lnTo>
                    <a:pt x="617663" y="3387769"/>
                  </a:lnTo>
                  <a:lnTo>
                    <a:pt x="666302" y="2894342"/>
                  </a:lnTo>
                  <a:lnTo>
                    <a:pt x="1094095" y="2894342"/>
                  </a:lnTo>
                  <a:lnTo>
                    <a:pt x="1147423" y="3387769"/>
                  </a:lnTo>
                  <a:lnTo>
                    <a:pt x="1823687" y="3387769"/>
                  </a:lnTo>
                  <a:close/>
                </a:path>
              </a:pathLst>
            </a:custGeom>
            <a:grpFill/>
            <a:ln w="58598" cap="flat">
              <a:noFill/>
              <a:prstDash val="solid"/>
              <a:miter/>
            </a:ln>
          </p:spPr>
          <p:txBody>
            <a:bodyPr rtlCol="0" anchor="ctr"/>
            <a:lstStyle/>
            <a:p>
              <a:endParaRPr lang="en-GB"/>
            </a:p>
          </p:txBody>
        </p:sp>
      </p:grpSp>
      <p:sp>
        <p:nvSpPr>
          <p:cNvPr id="3" name="TextBox 2">
            <a:extLst>
              <a:ext uri="{FF2B5EF4-FFF2-40B4-BE49-F238E27FC236}">
                <a16:creationId xmlns:a16="http://schemas.microsoft.com/office/drawing/2014/main" id="{064E8022-B367-FFFD-FC02-7BCB815AFBC4}"/>
              </a:ext>
              <a:ext uri="{C183D7F6-B498-43B3-948B-1728B52AA6E4}">
                <adec:decorative xmlns:adec="http://schemas.microsoft.com/office/drawing/2017/decorative" val="1"/>
              </a:ext>
            </a:extLst>
          </p:cNvPr>
          <p:cNvSpPr txBox="1"/>
          <p:nvPr userDrawn="1"/>
        </p:nvSpPr>
        <p:spPr>
          <a:xfrm>
            <a:off x="550864" y="6610784"/>
            <a:ext cx="461962"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err="1">
                <a:ln>
                  <a:noFill/>
                </a:ln>
                <a:solidFill>
                  <a:schemeClr val="bg1">
                    <a:lumMod val="75000"/>
                  </a:schemeClr>
                </a:solidFill>
                <a:effectLst/>
                <a:uLnTx/>
                <a:uFillTx/>
                <a:latin typeface="+mn-lt"/>
                <a:cs typeface="Calibri" panose="020F0502020204030204" pitchFamily="34" charset="0"/>
              </a:rPr>
              <a:t>JN_xxxx</a:t>
            </a:r>
            <a:endParaRPr kumimoji="0" lang="en-US" sz="700" b="0" i="0" u="none" strike="noStrike" kern="1200" cap="none" spc="0" normalizeH="0" baseline="0" noProof="0">
              <a:ln>
                <a:noFill/>
              </a:ln>
              <a:solidFill>
                <a:schemeClr val="bg1">
                  <a:lumMod val="75000"/>
                </a:schemeClr>
              </a:solidFill>
              <a:effectLst/>
              <a:uLnTx/>
              <a:uFillTx/>
              <a:latin typeface="+mn-lt"/>
              <a:cs typeface="Calibri" panose="020F0502020204030204" pitchFamily="34" charset="0"/>
            </a:endParaRPr>
          </a:p>
        </p:txBody>
      </p:sp>
      <p:sp>
        <p:nvSpPr>
          <p:cNvPr id="4" name="TextBox 3">
            <a:extLst>
              <a:ext uri="{FF2B5EF4-FFF2-40B4-BE49-F238E27FC236}">
                <a16:creationId xmlns:a16="http://schemas.microsoft.com/office/drawing/2014/main" id="{5584D88D-C2CB-BD62-1399-D575244564CC}"/>
              </a:ext>
              <a:ext uri="{C183D7F6-B498-43B3-948B-1728B52AA6E4}">
                <adec:decorative xmlns:adec="http://schemas.microsoft.com/office/drawing/2017/decorative" val="1"/>
              </a:ext>
            </a:extLst>
          </p:cNvPr>
          <p:cNvSpPr txBox="1"/>
          <p:nvPr userDrawn="1"/>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grpSp>
        <p:nvGrpSpPr>
          <p:cNvPr id="10" name="Group 9">
            <a:extLst>
              <a:ext uri="{FF2B5EF4-FFF2-40B4-BE49-F238E27FC236}">
                <a16:creationId xmlns:a16="http://schemas.microsoft.com/office/drawing/2014/main" id="{939CF6D0-CFDE-EA81-697E-9883062E2757}"/>
              </a:ext>
              <a:ext uri="{C183D7F6-B498-43B3-948B-1728B52AA6E4}">
                <adec:decorative xmlns:adec="http://schemas.microsoft.com/office/drawing/2017/decorative" val="1"/>
              </a:ext>
            </a:extLst>
          </p:cNvPr>
          <p:cNvGrpSpPr/>
          <p:nvPr userDrawn="1"/>
        </p:nvGrpSpPr>
        <p:grpSpPr>
          <a:xfrm>
            <a:off x="1085548" y="5530216"/>
            <a:ext cx="1263400" cy="524118"/>
            <a:chOff x="1085548" y="5530216"/>
            <a:chExt cx="1263400" cy="524118"/>
          </a:xfrm>
        </p:grpSpPr>
        <p:grpSp>
          <p:nvGrpSpPr>
            <p:cNvPr id="11" name="Group 10">
              <a:extLst>
                <a:ext uri="{FF2B5EF4-FFF2-40B4-BE49-F238E27FC236}">
                  <a16:creationId xmlns:a16="http://schemas.microsoft.com/office/drawing/2014/main" id="{21574719-A573-BF43-2D54-11BA82CAF161}"/>
                </a:ext>
              </a:extLst>
            </p:cNvPr>
            <p:cNvGrpSpPr/>
            <p:nvPr userDrawn="1"/>
          </p:nvGrpSpPr>
          <p:grpSpPr>
            <a:xfrm>
              <a:off x="1085548" y="5803324"/>
              <a:ext cx="1263400" cy="251010"/>
              <a:chOff x="1085548" y="5803324"/>
              <a:chExt cx="1263400" cy="251010"/>
            </a:xfrm>
          </p:grpSpPr>
          <p:pic>
            <p:nvPicPr>
              <p:cNvPr id="14" name="Graphic 13">
                <a:hlinkClick r:id="rId5"/>
                <a:extLst>
                  <a:ext uri="{FF2B5EF4-FFF2-40B4-BE49-F238E27FC236}">
                    <a16:creationId xmlns:a16="http://schemas.microsoft.com/office/drawing/2014/main" id="{D3E379D4-0B77-2D09-D0E8-6193CDBCFE0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804609" y="5803324"/>
                <a:ext cx="133872" cy="251010"/>
              </a:xfrm>
              <a:prstGeom prst="rect">
                <a:avLst/>
              </a:prstGeom>
            </p:spPr>
          </p:pic>
          <p:pic>
            <p:nvPicPr>
              <p:cNvPr id="15" name="Graphic 14">
                <a:hlinkClick r:id="rId8"/>
                <a:extLst>
                  <a:ext uri="{FF2B5EF4-FFF2-40B4-BE49-F238E27FC236}">
                    <a16:creationId xmlns:a16="http://schemas.microsoft.com/office/drawing/2014/main" id="{932C5562-2B06-1037-08EC-5055754BE66D}"/>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2080057" y="5827994"/>
                <a:ext cx="268891" cy="201669"/>
              </a:xfrm>
              <a:prstGeom prst="rect">
                <a:avLst/>
              </a:prstGeom>
            </p:spPr>
          </p:pic>
          <p:pic>
            <p:nvPicPr>
              <p:cNvPr id="16" name="Graphic 15">
                <a:hlinkClick r:id="rId11"/>
                <a:extLst>
                  <a:ext uri="{FF2B5EF4-FFF2-40B4-BE49-F238E27FC236}">
                    <a16:creationId xmlns:a16="http://schemas.microsoft.com/office/drawing/2014/main" id="{8342D60B-94D3-E2D1-6024-7840394594FF}"/>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1443776" y="5811891"/>
                <a:ext cx="219258" cy="233875"/>
              </a:xfrm>
              <a:prstGeom prst="rect">
                <a:avLst/>
              </a:prstGeom>
            </p:spPr>
          </p:pic>
          <p:pic>
            <p:nvPicPr>
              <p:cNvPr id="17" name="Graphic 16">
                <a:hlinkClick r:id="rId14"/>
                <a:extLst>
                  <a:ext uri="{FF2B5EF4-FFF2-40B4-BE49-F238E27FC236}">
                    <a16:creationId xmlns:a16="http://schemas.microsoft.com/office/drawing/2014/main" id="{F521CD0B-761A-7013-C36C-8AF6DFDB54F6}"/>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085548" y="5820502"/>
                <a:ext cx="216653" cy="216653"/>
              </a:xfrm>
              <a:prstGeom prst="rect">
                <a:avLst/>
              </a:prstGeom>
            </p:spPr>
          </p:pic>
        </p:grpSp>
        <p:pic>
          <p:nvPicPr>
            <p:cNvPr id="12" name="Graphic 11">
              <a:hlinkClick r:id="rId17"/>
              <a:extLst>
                <a:ext uri="{FF2B5EF4-FFF2-40B4-BE49-F238E27FC236}">
                  <a16:creationId xmlns:a16="http://schemas.microsoft.com/office/drawing/2014/main" id="{BE990A16-7994-BA86-EEE9-23722B1FB141}"/>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1085548" y="5530216"/>
              <a:ext cx="1263400" cy="178362"/>
            </a:xfrm>
            <a:prstGeom prst="rect">
              <a:avLst/>
            </a:prstGeom>
          </p:spPr>
        </p:pic>
      </p:grpSp>
    </p:spTree>
    <p:extLst>
      <p:ext uri="{BB962C8B-B14F-4D97-AF65-F5344CB8AC3E}">
        <p14:creationId xmlns:p14="http://schemas.microsoft.com/office/powerpoint/2010/main" val="347635898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57C5DFAE-2FB8-5F41-A895-811D04AA62D1}"/>
              </a:ext>
            </a:extLst>
          </p:cNvPr>
          <p:cNvSpPr>
            <a:spLocks noGrp="1"/>
          </p:cNvSpPr>
          <p:nvPr>
            <p:ph type="title" hasCustomPrompt="1"/>
          </p:nvPr>
        </p:nvSpPr>
        <p:spPr>
          <a:xfrm>
            <a:off x="542649" y="365127"/>
            <a:ext cx="11098999" cy="369332"/>
          </a:xfrm>
          <a:prstGeom prst="rect">
            <a:avLst/>
          </a:prstGeom>
        </p:spPr>
        <p:txBody>
          <a:bodyPr vert="horz" lIns="0" tIns="0" rIns="0" bIns="0" rtlCol="0" anchor="t" anchorCtr="0">
            <a:spAutoFit/>
          </a:bodyPr>
          <a:lstStyle>
            <a:lvl1pPr>
              <a:lnSpc>
                <a:spcPct val="90000"/>
              </a:lnSpc>
              <a:defRPr sz="2667" b="1" cap="all" baseline="0">
                <a:solidFill>
                  <a:schemeClr val="tx1"/>
                </a:solidFill>
              </a:defRPr>
            </a:lvl1pPr>
          </a:lstStyle>
          <a:p>
            <a:r>
              <a:rPr lang="en-US"/>
              <a:t>CLICK TO EDIT MASTER TITLE STYLE</a:t>
            </a:r>
            <a:endParaRPr lang="en-GB"/>
          </a:p>
        </p:txBody>
      </p:sp>
      <p:sp>
        <p:nvSpPr>
          <p:cNvPr id="7" name="Text Placeholder 7">
            <a:extLst>
              <a:ext uri="{FF2B5EF4-FFF2-40B4-BE49-F238E27FC236}">
                <a16:creationId xmlns:a16="http://schemas.microsoft.com/office/drawing/2014/main" id="{9F5736BE-045F-B340-AACF-3674D3375AEB}"/>
              </a:ext>
            </a:extLst>
          </p:cNvPr>
          <p:cNvSpPr>
            <a:spLocks noGrp="1"/>
          </p:cNvSpPr>
          <p:nvPr>
            <p:ph type="body" sz="quarter" idx="11" hasCustomPrompt="1"/>
          </p:nvPr>
        </p:nvSpPr>
        <p:spPr>
          <a:xfrm>
            <a:off x="542649" y="814368"/>
            <a:ext cx="11098999" cy="276999"/>
          </a:xfrm>
        </p:spPr>
        <p:txBody>
          <a:bodyPr wrap="square">
            <a:spAutoFit/>
          </a:bodyPr>
          <a:lstStyle>
            <a:lvl1pPr>
              <a:lnSpc>
                <a:spcPct val="90000"/>
              </a:lnSpc>
              <a:spcBef>
                <a:spcPts val="0"/>
              </a:spcBef>
              <a:defRPr sz="2000" b="0" i="0">
                <a:solidFill>
                  <a:schemeClr val="bg2">
                    <a:lumMod val="50000"/>
                  </a:schemeClr>
                </a:solidFill>
                <a:latin typeface="Century Gothic" panose="020B0502020202020204" pitchFamily="34" charset="0"/>
              </a:defRPr>
            </a:lvl1pPr>
          </a:lstStyle>
          <a:p>
            <a:pPr lvl="0"/>
            <a:r>
              <a:rPr lang="en-US"/>
              <a:t>Subtitle goes here</a:t>
            </a:r>
          </a:p>
        </p:txBody>
      </p:sp>
      <p:sp>
        <p:nvSpPr>
          <p:cNvPr id="8" name="Footer Placeholder 3">
            <a:extLst>
              <a:ext uri="{FF2B5EF4-FFF2-40B4-BE49-F238E27FC236}">
                <a16:creationId xmlns:a16="http://schemas.microsoft.com/office/drawing/2014/main" id="{C2E5FC19-38D0-8C42-B575-563F5E00CAD0}"/>
              </a:ext>
            </a:extLst>
          </p:cNvPr>
          <p:cNvSpPr>
            <a:spLocks noGrp="1"/>
          </p:cNvSpPr>
          <p:nvPr>
            <p:ph type="ftr" sz="quarter" idx="3"/>
          </p:nvPr>
        </p:nvSpPr>
        <p:spPr>
          <a:xfrm>
            <a:off x="3895724" y="6396337"/>
            <a:ext cx="7477125" cy="461665"/>
          </a:xfrm>
          <a:prstGeom prst="rect">
            <a:avLst/>
          </a:prstGeom>
          <a:blipFill dpi="0" rotWithShape="1">
            <a:blip r:embed="rId2" cstate="screen">
              <a:extLst>
                <a:ext uri="{28A0092B-C50C-407E-A947-70E740481C1C}">
                  <a14:useLocalDpi xmlns:a14="http://schemas.microsoft.com/office/drawing/2010/main"/>
                </a:ext>
              </a:extLst>
            </a:blip>
            <a:srcRect/>
            <a:stretch>
              <a:fillRect t="15000" b="83000"/>
            </a:stretch>
          </a:blipFill>
        </p:spPr>
        <p:txBody>
          <a:bodyPr vert="horz" lIns="45720" tIns="91440" rIns="91440" bIns="45720" rtlCol="0" anchor="t" anchorCtr="0">
            <a:noAutofit/>
          </a:bodyPr>
          <a:lstStyle>
            <a:lvl1pPr algn="l">
              <a:defRPr sz="700">
                <a:solidFill>
                  <a:schemeClr val="bg2">
                    <a:lumMod val="75000"/>
                  </a:schemeClr>
                </a:solidFill>
              </a:defRPr>
            </a:lvl1pPr>
          </a:lstStyle>
          <a:p>
            <a:r>
              <a:rPr lang="en-US"/>
              <a:t>To edit the footer text go to Insert &gt; Header &amp; Footer</a:t>
            </a:r>
          </a:p>
          <a:p>
            <a:r>
              <a:rPr lang="en-GB"/>
              <a:t>Footer can span to two lines </a:t>
            </a:r>
          </a:p>
          <a:p>
            <a:r>
              <a:rPr lang="en-GB"/>
              <a:t>Or even three</a:t>
            </a:r>
          </a:p>
        </p:txBody>
      </p:sp>
    </p:spTree>
    <p:extLst>
      <p:ext uri="{BB962C8B-B14F-4D97-AF65-F5344CB8AC3E}">
        <p14:creationId xmlns:p14="http://schemas.microsoft.com/office/powerpoint/2010/main" val="357589237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C7EF1C10-87A8-A049-9B03-76E6A0392929}"/>
              </a:ext>
              <a:ext uri="{C183D7F6-B498-43B3-948B-1728B52AA6E4}">
                <adec:decorative xmlns:adec="http://schemas.microsoft.com/office/drawing/2017/decorative" val="1"/>
              </a:ext>
            </a:extLst>
          </p:cNvPr>
          <p:cNvSpPr txBox="1"/>
          <p:nvPr/>
        </p:nvSpPr>
        <p:spPr>
          <a:xfrm>
            <a:off x="550863" y="6486685"/>
            <a:ext cx="3424237" cy="107722"/>
          </a:xfrm>
          <a:prstGeom prst="rect">
            <a:avLst/>
          </a:prstGeom>
          <a:noFill/>
        </p:spPr>
        <p:txBody>
          <a:bodyPr wrap="square" lIns="0" tIns="0" rIns="0" bIns="0" rtlCol="0">
            <a:spAutoFit/>
          </a:bodyPr>
          <a:lstStyle/>
          <a:p>
            <a:pPr marL="0" marR="0" lvl="0" indent="0" algn="l" defTabSz="10883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rPr>
              <a:t>© 2025 The Capital Markets Company. Capco Confidential. All rights reserved.</a:t>
            </a:r>
          </a:p>
        </p:txBody>
      </p:sp>
      <p:sp>
        <p:nvSpPr>
          <p:cNvPr id="7" name="TextBox 6">
            <a:extLst>
              <a:ext uri="{FF2B5EF4-FFF2-40B4-BE49-F238E27FC236}">
                <a16:creationId xmlns:a16="http://schemas.microsoft.com/office/drawing/2014/main" id="{EC729921-C016-0E4B-8F7D-F8645122E811}"/>
              </a:ext>
              <a:ext uri="{C183D7F6-B498-43B3-948B-1728B52AA6E4}">
                <adec:decorative xmlns:adec="http://schemas.microsoft.com/office/drawing/2017/decorative" val="1"/>
              </a:ext>
            </a:extLst>
          </p:cNvPr>
          <p:cNvSpPr txBox="1"/>
          <p:nvPr userDrawn="1"/>
        </p:nvSpPr>
        <p:spPr>
          <a:xfrm>
            <a:off x="11372849" y="6423669"/>
            <a:ext cx="298722" cy="269383"/>
          </a:xfrm>
          <a:prstGeom prst="rect">
            <a:avLst/>
          </a:prstGeom>
          <a:noFill/>
        </p:spPr>
        <p:txBody>
          <a:bodyPr wrap="square" lIns="0" tIns="0" rIns="0" bIns="0" rtlCol="0" anchor="ctr" anchorCtr="0">
            <a:noAutofit/>
          </a:bodyPr>
          <a:lstStyle/>
          <a:p>
            <a:pPr marL="0" marR="0" lvl="0" indent="0" algn="r" defTabSz="1088340" rtl="0" eaLnBrk="1" fontAlgn="auto" latinLnBrk="0" hangingPunct="1">
              <a:lnSpc>
                <a:spcPct val="100000"/>
              </a:lnSpc>
              <a:spcBef>
                <a:spcPts val="0"/>
              </a:spcBef>
              <a:spcAft>
                <a:spcPts val="0"/>
              </a:spcAft>
              <a:buClrTx/>
              <a:buSzTx/>
              <a:buFontTx/>
              <a:buNone/>
              <a:tabLst/>
              <a:defRPr/>
            </a:pPr>
            <a:fld id="{3BB745A9-307D-7A4A-B43D-4F1813E0F239}" type="slidenum">
              <a:rPr kumimoji="0" lang="en-US" sz="800" b="0" i="0" u="none" strike="noStrike" kern="1200" cap="none" spc="0" normalizeH="0" baseline="0" noProof="0" smtClean="0">
                <a:ln>
                  <a:noFill/>
                </a:ln>
                <a:solidFill>
                  <a:schemeClr val="bg2">
                    <a:lumMod val="75000"/>
                  </a:schemeClr>
                </a:solidFill>
                <a:effectLst/>
                <a:uLnTx/>
                <a:uFillTx/>
                <a:latin typeface="+mn-lt"/>
                <a:cs typeface="Calibri" panose="020F0502020204030204" pitchFamily="34" charset="0"/>
              </a:rPr>
              <a:pPr marL="0" marR="0" lvl="0" indent="0" algn="r" defTabSz="108834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chemeClr val="bg2">
                  <a:lumMod val="75000"/>
                </a:schemeClr>
              </a:solidFill>
              <a:effectLst/>
              <a:uLnTx/>
              <a:uFillTx/>
              <a:latin typeface="+mn-lt"/>
              <a:cs typeface="Calibri" panose="020F0502020204030204" pitchFamily="34" charset="0"/>
            </a:endParaRPr>
          </a:p>
        </p:txBody>
      </p:sp>
      <p:sp>
        <p:nvSpPr>
          <p:cNvPr id="2" name="Title Placeholder 1">
            <a:extLst>
              <a:ext uri="{FF2B5EF4-FFF2-40B4-BE49-F238E27FC236}">
                <a16:creationId xmlns:a16="http://schemas.microsoft.com/office/drawing/2014/main" id="{6C6754CF-352F-437B-8C6A-248122E5637B}"/>
              </a:ext>
            </a:extLst>
          </p:cNvPr>
          <p:cNvSpPr>
            <a:spLocks noGrp="1"/>
          </p:cNvSpPr>
          <p:nvPr>
            <p:ph type="title"/>
          </p:nvPr>
        </p:nvSpPr>
        <p:spPr>
          <a:xfrm>
            <a:off x="542647" y="525546"/>
            <a:ext cx="11098490" cy="332399"/>
          </a:xfrm>
          <a:prstGeom prst="rect">
            <a:avLst/>
          </a:prstGeom>
        </p:spPr>
        <p:txBody>
          <a:bodyPr vert="horz" lIns="0" tIns="0" rIns="0" bIns="0" rtlCol="0" anchor="t">
            <a:sp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4FBE46-2630-463B-AED4-3E505F871AA4}"/>
              </a:ext>
            </a:extLst>
          </p:cNvPr>
          <p:cNvSpPr>
            <a:spLocks noGrp="1"/>
          </p:cNvSpPr>
          <p:nvPr>
            <p:ph type="body" idx="1"/>
          </p:nvPr>
        </p:nvSpPr>
        <p:spPr>
          <a:xfrm>
            <a:off x="550863" y="1634949"/>
            <a:ext cx="11090275" cy="460851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Footer Placeholder 3">
            <a:extLst>
              <a:ext uri="{FF2B5EF4-FFF2-40B4-BE49-F238E27FC236}">
                <a16:creationId xmlns:a16="http://schemas.microsoft.com/office/drawing/2014/main" id="{2DCC4281-E878-004D-8A3D-6E53DB411584}"/>
              </a:ext>
            </a:extLst>
          </p:cNvPr>
          <p:cNvSpPr>
            <a:spLocks noGrp="1"/>
          </p:cNvSpPr>
          <p:nvPr>
            <p:ph type="ftr" sz="quarter" idx="3"/>
          </p:nvPr>
        </p:nvSpPr>
        <p:spPr>
          <a:xfrm>
            <a:off x="4870580" y="6463172"/>
            <a:ext cx="6502269" cy="297962"/>
          </a:xfrm>
          <a:prstGeom prst="rect">
            <a:avLst/>
          </a:prstGeom>
          <a:noFill/>
        </p:spPr>
        <p:txBody>
          <a:bodyPr vert="horz" wrap="square" lIns="45720" tIns="36000" rIns="91440" bIns="45720" rtlCol="0" anchor="t" anchorCtr="0">
            <a:spAutoFit/>
          </a:bodyPr>
          <a:lstStyle>
            <a:lvl1pPr>
              <a:defRPr lang="en-US" sz="700" smtClean="0">
                <a:solidFill>
                  <a:schemeClr val="bg2">
                    <a:lumMod val="75000"/>
                  </a:schemeClr>
                </a:solidFill>
                <a:latin typeface="+mn-lt"/>
              </a:defRPr>
            </a:lvl1pPr>
          </a:lstStyle>
          <a:p>
            <a:r>
              <a:rPr lang="en-US"/>
              <a:t>To edit the footer text go to Insert &gt; Header &amp; Footer</a:t>
            </a:r>
          </a:p>
          <a:p>
            <a:r>
              <a:rPr lang="en-US"/>
              <a:t>Footer can span to two lines </a:t>
            </a:r>
          </a:p>
        </p:txBody>
      </p:sp>
    </p:spTree>
    <p:extLst>
      <p:ext uri="{BB962C8B-B14F-4D97-AF65-F5344CB8AC3E}">
        <p14:creationId xmlns:p14="http://schemas.microsoft.com/office/powerpoint/2010/main" val="845379781"/>
      </p:ext>
    </p:extLst>
  </p:cSld>
  <p:clrMap bg1="lt1" tx1="dk1" bg2="lt2" tx2="dk2" accent1="accent1" accent2="accent2" accent3="accent3" accent4="accent4" accent5="accent5" accent6="accent6" hlink="hlink" folHlink="folHlink"/>
  <p:sldLayoutIdLst>
    <p:sldLayoutId id="2147483924" r:id="rId1"/>
    <p:sldLayoutId id="2147483926" r:id="rId2"/>
    <p:sldLayoutId id="2147483928" r:id="rId3"/>
    <p:sldLayoutId id="2147484001" r:id="rId4"/>
    <p:sldLayoutId id="2147483930" r:id="rId5"/>
    <p:sldLayoutId id="2147484002" r:id="rId6"/>
    <p:sldLayoutId id="2147483932" r:id="rId7"/>
    <p:sldLayoutId id="2147484005" r:id="rId8"/>
    <p:sldLayoutId id="2147483933" r:id="rId9"/>
    <p:sldLayoutId id="2147483934" r:id="rId10"/>
    <p:sldLayoutId id="2147483935" r:id="rId11"/>
    <p:sldLayoutId id="2147483936" r:id="rId12"/>
    <p:sldLayoutId id="2147483937" r:id="rId13"/>
    <p:sldLayoutId id="2147483938" r:id="rId14"/>
    <p:sldLayoutId id="2147483940" r:id="rId15"/>
    <p:sldLayoutId id="2147483941" r:id="rId16"/>
    <p:sldLayoutId id="2147483942" r:id="rId17"/>
    <p:sldLayoutId id="2147483943" r:id="rId18"/>
    <p:sldLayoutId id="2147483944" r:id="rId19"/>
    <p:sldLayoutId id="2147483945" r:id="rId20"/>
    <p:sldLayoutId id="2147483946" r:id="rId21"/>
    <p:sldLayoutId id="2147483947" r:id="rId22"/>
    <p:sldLayoutId id="2147483948" r:id="rId23"/>
    <p:sldLayoutId id="2147483949" r:id="rId24"/>
    <p:sldLayoutId id="2147483950" r:id="rId25"/>
    <p:sldLayoutId id="2147483951" r:id="rId26"/>
    <p:sldLayoutId id="2147483952" r:id="rId27"/>
    <p:sldLayoutId id="2147483959" r:id="rId28"/>
    <p:sldLayoutId id="2147483960" r:id="rId29"/>
    <p:sldLayoutId id="2147483977" r:id="rId30"/>
    <p:sldLayoutId id="2147483978" r:id="rId31"/>
    <p:sldLayoutId id="2147483979" r:id="rId32"/>
    <p:sldLayoutId id="2147483980" r:id="rId33"/>
    <p:sldLayoutId id="2147483981" r:id="rId34"/>
    <p:sldLayoutId id="2147483982" r:id="rId35"/>
    <p:sldLayoutId id="2147483983" r:id="rId36"/>
    <p:sldLayoutId id="2147483984" r:id="rId37"/>
    <p:sldLayoutId id="2147483985" r:id="rId38"/>
    <p:sldLayoutId id="2147483986" r:id="rId39"/>
    <p:sldLayoutId id="2147483987" r:id="rId40"/>
    <p:sldLayoutId id="2147483988" r:id="rId41"/>
    <p:sldLayoutId id="2147484003" r:id="rId42"/>
    <p:sldLayoutId id="2147483995" r:id="rId43"/>
    <p:sldLayoutId id="2147483993" r:id="rId44"/>
    <p:sldLayoutId id="2147483994" r:id="rId45"/>
    <p:sldLayoutId id="2147484004" r:id="rId46"/>
    <p:sldLayoutId id="2147483996" r:id="rId47"/>
    <p:sldLayoutId id="2147484006" r:id="rId48"/>
  </p:sldLayoutIdLst>
  <p:hf hdr="0" dt="0"/>
  <p:txStyles>
    <p:titleStyle>
      <a:lvl1pPr algn="l" defTabSz="914400" rtl="0" eaLnBrk="1" latinLnBrk="0" hangingPunct="1">
        <a:lnSpc>
          <a:spcPct val="90000"/>
        </a:lnSpc>
        <a:spcBef>
          <a:spcPct val="0"/>
        </a:spcBef>
        <a:buNone/>
        <a:defRPr sz="2400" b="0" i="0" kern="1200" cap="none" baseline="0">
          <a:solidFill>
            <a:schemeClr val="tx1"/>
          </a:solidFill>
          <a:latin typeface="Century Gothic" panose="020B0502020202020204" pitchFamily="34" charset="0"/>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sz="1200" b="0" i="0" kern="1200">
          <a:solidFill>
            <a:schemeClr val="accent3"/>
          </a:solidFill>
          <a:latin typeface="+mn-lt"/>
          <a:ea typeface="Verdana" panose="020B0604030504040204" pitchFamily="34" charset="0"/>
          <a:cs typeface="Calibri" panose="020F0502020204030204" pitchFamily="34" charset="0"/>
        </a:defRPr>
      </a:lvl1pPr>
      <a:lvl2pPr marL="0" indent="0" algn="l" defTabSz="914400" rtl="0" eaLnBrk="1" latinLnBrk="0" hangingPunct="1">
        <a:lnSpc>
          <a:spcPct val="100000"/>
        </a:lnSpc>
        <a:spcBef>
          <a:spcPts val="300"/>
        </a:spcBef>
        <a:buFont typeface="Arial Narrow" panose="020B0606020202030204" pitchFamily="34" charset="0"/>
        <a:buNone/>
        <a:defRPr sz="1100" b="0" i="0" kern="1200">
          <a:solidFill>
            <a:schemeClr val="accent3"/>
          </a:solidFill>
          <a:latin typeface="+mn-lt"/>
          <a:ea typeface="Verdana" panose="020B0604030504040204" pitchFamily="34" charset="0"/>
          <a:cs typeface="Calibri" panose="020F0502020204030204" pitchFamily="34" charset="0"/>
        </a:defRPr>
      </a:lvl2pPr>
      <a:lvl3pPr marL="180975" indent="-180975" algn="l" defTabSz="914400" rtl="0" eaLnBrk="1" latinLnBrk="0" hangingPunct="1">
        <a:lnSpc>
          <a:spcPct val="100000"/>
        </a:lnSpc>
        <a:spcBef>
          <a:spcPts val="300"/>
        </a:spcBef>
        <a:buClr>
          <a:schemeClr val="accent5"/>
        </a:buClr>
        <a:buFont typeface="Arial" panose="020B0604020202020204" pitchFamily="34" charset="0"/>
        <a:buChar char="•"/>
        <a:defRPr sz="1100" b="0" i="0" kern="1200">
          <a:solidFill>
            <a:schemeClr val="accent3"/>
          </a:solidFill>
          <a:latin typeface="+mn-lt"/>
          <a:ea typeface="Verdana" panose="020B0604030504040204" pitchFamily="34" charset="0"/>
          <a:cs typeface="Calibri" panose="020F0502020204030204" pitchFamily="34" charset="0"/>
        </a:defRPr>
      </a:lvl3pPr>
      <a:lvl4pPr marL="361950" indent="-180975" algn="l" defTabSz="914400" rtl="0" eaLnBrk="1" latinLnBrk="0" hangingPunct="1">
        <a:lnSpc>
          <a:spcPct val="100000"/>
        </a:lnSpc>
        <a:spcBef>
          <a:spcPts val="300"/>
        </a:spcBef>
        <a:buClr>
          <a:schemeClr val="accent5"/>
        </a:buClr>
        <a:buFont typeface="Arial" panose="020B0604020202020204" pitchFamily="34" charset="0"/>
        <a:buChar char="•"/>
        <a:defRPr sz="1000" b="0" i="0" kern="1200">
          <a:solidFill>
            <a:schemeClr val="accent3"/>
          </a:solidFill>
          <a:latin typeface="+mn-lt"/>
          <a:ea typeface="Verdana" panose="020B0604030504040204" pitchFamily="34" charset="0"/>
          <a:cs typeface="Calibri" panose="020F0502020204030204" pitchFamily="34" charset="0"/>
        </a:defRPr>
      </a:lvl4pPr>
      <a:lvl5pPr marL="542925" indent="-180975" algn="l" defTabSz="914400" rtl="0" eaLnBrk="1" latinLnBrk="0" hangingPunct="1">
        <a:lnSpc>
          <a:spcPct val="100000"/>
        </a:lnSpc>
        <a:spcBef>
          <a:spcPts val="300"/>
        </a:spcBef>
        <a:buClr>
          <a:schemeClr val="accent5"/>
        </a:buClr>
        <a:buFont typeface="Arial" panose="020B0604020202020204" pitchFamily="34" charset="0"/>
        <a:buChar char="•"/>
        <a:defRPr sz="1000" b="0" i="0" kern="1200">
          <a:solidFill>
            <a:schemeClr val="accent3"/>
          </a:solidFill>
          <a:latin typeface="+mn-lt"/>
          <a:ea typeface="Verdana" panose="020B060403050404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29" userDrawn="1">
          <p15:clr>
            <a:srgbClr val="F26B43"/>
          </p15:clr>
        </p15:guide>
        <p15:guide id="2" pos="347" userDrawn="1">
          <p15:clr>
            <a:srgbClr val="F26B43"/>
          </p15:clr>
        </p15:guide>
        <p15:guide id="3" pos="7333" userDrawn="1">
          <p15:clr>
            <a:srgbClr val="F26B43"/>
          </p15:clr>
        </p15:guide>
        <p15:guide id="4" orient="horz" pos="102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1.svg"/><Relationship Id="rId2" Type="http://schemas.openxmlformats.org/officeDocument/2006/relationships/notesSlide" Target="../notesSlides/notesSlide1.xml"/><Relationship Id="rId1" Type="http://schemas.openxmlformats.org/officeDocument/2006/relationships/slideLayout" Target="../slideLayouts/slideLayout21.xml"/><Relationship Id="rId6" Type="http://schemas.openxmlformats.org/officeDocument/2006/relationships/image" Target="../media/image40.png"/><Relationship Id="rId5" Type="http://schemas.microsoft.com/office/2007/relationships/hdphoto" Target="../media/hdphoto1.wdp"/><Relationship Id="rId4" Type="http://schemas.openxmlformats.org/officeDocument/2006/relationships/image" Target="../media/image3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3" Type="http://schemas.openxmlformats.org/officeDocument/2006/relationships/image" Target="../media/image42.png"/><Relationship Id="rId2" Type="http://schemas.microsoft.com/office/2018/10/relationships/comments" Target="../comments/modernComment_7FFFFFCB_7B773544.xml"/><Relationship Id="rId1" Type="http://schemas.openxmlformats.org/officeDocument/2006/relationships/slideLayout" Target="../slideLayouts/slideLayout21.xml"/><Relationship Id="rId4" Type="http://schemas.openxmlformats.org/officeDocument/2006/relationships/image" Target="../media/image43.svg"/></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microsoft.com/office/2018/10/relationships/comments" Target="../comments/modernComment_7FFFFFCC_74A54F25.xml"/><Relationship Id="rId1" Type="http://schemas.openxmlformats.org/officeDocument/2006/relationships/slideLayout" Target="../slideLayouts/slideLayout2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capcoinc.sharepoint.com/:x:/r/sites/USGenAI/Shared%20Documents/General/AI%20Enablement%20Program/AI%20Use-Case%20Intake.xlsx?d=w28b0c42db1524ec08c123dc9a5d5a43b&amp;csf=1&amp;web=1&amp;e=3nT8Zy" TargetMode="External"/><Relationship Id="rId2" Type="http://schemas.microsoft.com/office/2018/10/relationships/comments" Target="../comments/modernComment_7FFFFFD2_BC700DEC.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microsoft.com/office/2018/10/relationships/comments" Target="../comments/modernComment_7FFFFFD3_1AD2C939.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hyperlink" Target="https://capcoinc-my.sharepoint.com/:x:/r/personal/mahdi_chowdhury_capco_com/Documents/AI%20Champions%20Workbook%20B%20-%20AI%20Infusion%20Intake.xlsx?d=w0db609b71f9f404f896fee78f475be3a&amp;csf=1&amp;web=1&amp;e=aclaZj" TargetMode="External"/><Relationship Id="rId2" Type="http://schemas.openxmlformats.org/officeDocument/2006/relationships/notesSlide" Target="../notesSlides/notesSlide2.xml"/><Relationship Id="rId1" Type="http://schemas.openxmlformats.org/officeDocument/2006/relationships/slideLayout" Target="../slideLayouts/slideLayout48.xml"/><Relationship Id="rId4" Type="http://schemas.openxmlformats.org/officeDocument/2006/relationships/hyperlink" Target="https://capcoinc-my.sharepoint.com/:x:/r/personal/mahdi_chowdhury_capco_com/Documents/AI%20Champions%20Workbook%20B%20-%20AI%20Infusion%20Intake.xlsx?d=w0db609b71f9f404f896fee78f475be3a&amp;csf=1&amp;web=1&amp;e=fbZ3Qh"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8.xml"/></Relationships>
</file>

<file path=ppt/slides/_rels/slide1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1.xml"/><Relationship Id="rId5" Type="http://schemas.openxmlformats.org/officeDocument/2006/relationships/image" Target="../media/image47.png"/><Relationship Id="rId4" Type="http://schemas.openxmlformats.org/officeDocument/2006/relationships/image" Target="../media/image46.png"/></Relationships>
</file>

<file path=ppt/slides/_rels/slide11.xml.rels><?xml version="1.0" encoding="UTF-8" standalone="yes"?>
<Relationships xmlns="http://schemas.openxmlformats.org/package/2006/relationships"><Relationship Id="rId3" Type="http://schemas.openxmlformats.org/officeDocument/2006/relationships/image" Target="../media/image49.svg"/><Relationship Id="rId7" Type="http://schemas.openxmlformats.org/officeDocument/2006/relationships/image" Target="../media/image53.svg"/><Relationship Id="rId2" Type="http://schemas.openxmlformats.org/officeDocument/2006/relationships/image" Target="../media/image48.png"/><Relationship Id="rId1" Type="http://schemas.openxmlformats.org/officeDocument/2006/relationships/slideLayout" Target="../slideLayouts/slideLayout21.xml"/><Relationship Id="rId6" Type="http://schemas.openxmlformats.org/officeDocument/2006/relationships/image" Target="../media/image52.png"/><Relationship Id="rId5" Type="http://schemas.openxmlformats.org/officeDocument/2006/relationships/image" Target="../media/image51.svg"/><Relationship Id="rId4"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925FB4B-42EB-50F5-0A5B-33C1680BB3AF}"/>
              </a:ext>
            </a:extLst>
          </p:cNvPr>
          <p:cNvSpPr>
            <a:spLocks noGrp="1"/>
          </p:cNvSpPr>
          <p:nvPr>
            <p:ph type="title"/>
          </p:nvPr>
        </p:nvSpPr>
        <p:spPr>
          <a:xfrm>
            <a:off x="542647" y="435281"/>
            <a:ext cx="11098999" cy="332399"/>
          </a:xfrm>
        </p:spPr>
        <p:txBody>
          <a:bodyPr/>
          <a:lstStyle/>
          <a:p>
            <a:r>
              <a:rPr lang="en-US" dirty="0"/>
              <a:t>AI Power Teams Kick Off</a:t>
            </a:r>
          </a:p>
        </p:txBody>
      </p:sp>
      <p:sp>
        <p:nvSpPr>
          <p:cNvPr id="9" name="Text Placeholder 8">
            <a:extLst>
              <a:ext uri="{FF2B5EF4-FFF2-40B4-BE49-F238E27FC236}">
                <a16:creationId xmlns:a16="http://schemas.microsoft.com/office/drawing/2014/main" id="{30E5EB53-FE4F-5A87-1672-5107BFFDDB24}"/>
              </a:ext>
            </a:extLst>
          </p:cNvPr>
          <p:cNvSpPr>
            <a:spLocks noGrp="1"/>
          </p:cNvSpPr>
          <p:nvPr>
            <p:ph type="body" sz="quarter" idx="10"/>
          </p:nvPr>
        </p:nvSpPr>
        <p:spPr>
          <a:xfrm>
            <a:off x="542647" y="851333"/>
            <a:ext cx="11098999" cy="276999"/>
          </a:xfrm>
        </p:spPr>
        <p:txBody>
          <a:bodyPr/>
          <a:lstStyle/>
          <a:p>
            <a:r>
              <a:rPr lang="en-US" dirty="0"/>
              <a:t>Leading the next wave of AI solutions and infusion across our practices</a:t>
            </a:r>
          </a:p>
        </p:txBody>
      </p:sp>
      <p:grpSp>
        <p:nvGrpSpPr>
          <p:cNvPr id="10" name="Group 9">
            <a:extLst>
              <a:ext uri="{FF2B5EF4-FFF2-40B4-BE49-F238E27FC236}">
                <a16:creationId xmlns:a16="http://schemas.microsoft.com/office/drawing/2014/main" id="{7330A2A9-DD2F-AEDB-9576-BAA6E2F34B63}"/>
              </a:ext>
            </a:extLst>
          </p:cNvPr>
          <p:cNvGrpSpPr/>
          <p:nvPr/>
        </p:nvGrpSpPr>
        <p:grpSpPr>
          <a:xfrm>
            <a:off x="542646" y="1389284"/>
            <a:ext cx="7534553" cy="430283"/>
            <a:chOff x="542646" y="1886195"/>
            <a:chExt cx="7262748" cy="430283"/>
          </a:xfrm>
        </p:grpSpPr>
        <p:cxnSp>
          <p:nvCxnSpPr>
            <p:cNvPr id="11" name="Straight Connector 10">
              <a:extLst>
                <a:ext uri="{FF2B5EF4-FFF2-40B4-BE49-F238E27FC236}">
                  <a16:creationId xmlns:a16="http://schemas.microsoft.com/office/drawing/2014/main" id="{85732AD1-B9DA-7A2E-639C-19B9B63FCD80}"/>
                </a:ext>
              </a:extLst>
            </p:cNvPr>
            <p:cNvCxnSpPr>
              <a:cxnSpLocks/>
            </p:cNvCxnSpPr>
            <p:nvPr/>
          </p:nvCxnSpPr>
          <p:spPr>
            <a:xfrm flipV="1">
              <a:off x="4264089" y="2101337"/>
              <a:ext cx="3541305" cy="8796"/>
            </a:xfrm>
            <a:prstGeom prst="line">
              <a:avLst/>
            </a:prstGeom>
            <a:ln w="28575">
              <a:solidFill>
                <a:srgbClr val="005F65"/>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3B8D330B-DCC3-647C-3E53-2A0D059D3CD0}"/>
                </a:ext>
              </a:extLst>
            </p:cNvPr>
            <p:cNvSpPr/>
            <p:nvPr/>
          </p:nvSpPr>
          <p:spPr>
            <a:xfrm>
              <a:off x="542646" y="1886195"/>
              <a:ext cx="3805467" cy="4302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l" defTabSz="584200" rtl="0" eaLnBrk="1" fontAlgn="auto" latinLnBrk="0" hangingPunct="0">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effectLst/>
                  <a:uLnTx/>
                  <a:uFillTx/>
                  <a:latin typeface="Century Gothic" panose="020B0502020202020204" pitchFamily="34" charset="0"/>
                  <a:ea typeface="Helvetica Neue Medium"/>
                  <a:cs typeface="Helvetica Neue Medium"/>
                  <a:sym typeface="Helvetica Neue Medium"/>
                </a:rPr>
                <a:t>WHY THIS MATTERS (PRACTICE VALUE)</a:t>
              </a:r>
              <a:endParaRPr kumimoji="0" lang="en-US" sz="1600" b="1" i="0" u="none" strike="noStrike" kern="1200" cap="none" spc="0" normalizeH="0" baseline="0" noProof="0" dirty="0">
                <a:ln>
                  <a:noFill/>
                </a:ln>
                <a:effectLst/>
                <a:uLnTx/>
                <a:uFillTx/>
                <a:latin typeface="Tungsten Semibold"/>
                <a:ea typeface="Helvetica Neue Medium"/>
                <a:cs typeface="Helvetica Neue Medium"/>
                <a:sym typeface="Helvetica Neue Medium"/>
              </a:endParaRPr>
            </a:p>
          </p:txBody>
        </p:sp>
      </p:grpSp>
      <p:graphicFrame>
        <p:nvGraphicFramePr>
          <p:cNvPr id="13" name="Table 12">
            <a:extLst>
              <a:ext uri="{FF2B5EF4-FFF2-40B4-BE49-F238E27FC236}">
                <a16:creationId xmlns:a16="http://schemas.microsoft.com/office/drawing/2014/main" id="{B87DE21F-9084-6802-F28D-9A47BC45CBAC}"/>
              </a:ext>
            </a:extLst>
          </p:cNvPr>
          <p:cNvGraphicFramePr>
            <a:graphicFrameLocks noGrp="1"/>
          </p:cNvGraphicFramePr>
          <p:nvPr>
            <p:extLst>
              <p:ext uri="{D42A27DB-BD31-4B8C-83A1-F6EECF244321}">
                <p14:modId xmlns:p14="http://schemas.microsoft.com/office/powerpoint/2010/main" val="465443689"/>
              </p:ext>
            </p:extLst>
          </p:nvPr>
        </p:nvGraphicFramePr>
        <p:xfrm>
          <a:off x="542648" y="1828363"/>
          <a:ext cx="7534552" cy="4248459"/>
        </p:xfrm>
        <a:graphic>
          <a:graphicData uri="http://schemas.openxmlformats.org/drawingml/2006/table">
            <a:tbl>
              <a:tblPr/>
              <a:tblGrid>
                <a:gridCol w="751702">
                  <a:extLst>
                    <a:ext uri="{9D8B030D-6E8A-4147-A177-3AD203B41FA5}">
                      <a16:colId xmlns:a16="http://schemas.microsoft.com/office/drawing/2014/main" val="2307090623"/>
                    </a:ext>
                  </a:extLst>
                </a:gridCol>
                <a:gridCol w="1553759">
                  <a:extLst>
                    <a:ext uri="{9D8B030D-6E8A-4147-A177-3AD203B41FA5}">
                      <a16:colId xmlns:a16="http://schemas.microsoft.com/office/drawing/2014/main" val="20000"/>
                    </a:ext>
                  </a:extLst>
                </a:gridCol>
                <a:gridCol w="5229091">
                  <a:extLst>
                    <a:ext uri="{9D8B030D-6E8A-4147-A177-3AD203B41FA5}">
                      <a16:colId xmlns:a16="http://schemas.microsoft.com/office/drawing/2014/main" val="1588909181"/>
                    </a:ext>
                  </a:extLst>
                </a:gridCol>
              </a:tblGrid>
              <a:tr h="1416153">
                <a:tc>
                  <a:txBody>
                    <a:bodyPr/>
                    <a:lstStyle>
                      <a:lvl1pPr marL="0" algn="l" defTabSz="914400" rtl="0" eaLnBrk="1" latinLnBrk="0" hangingPunct="1">
                        <a:defRPr sz="1800" kern="1200">
                          <a:solidFill>
                            <a:schemeClr val="tx1"/>
                          </a:solidFill>
                          <a:latin typeface="Arial Narrow"/>
                          <a:ea typeface="Tungsten Medium"/>
                          <a:cs typeface="Tungsten Medium"/>
                        </a:defRPr>
                      </a:lvl1pPr>
                      <a:lvl2pPr marL="457200" algn="l" defTabSz="914400" rtl="0" eaLnBrk="1" latinLnBrk="0" hangingPunct="1">
                        <a:defRPr sz="1800" kern="1200">
                          <a:solidFill>
                            <a:schemeClr val="tx1"/>
                          </a:solidFill>
                          <a:latin typeface="Arial Narrow"/>
                          <a:ea typeface="Tungsten Medium"/>
                          <a:cs typeface="Tungsten Medium"/>
                        </a:defRPr>
                      </a:lvl2pPr>
                      <a:lvl3pPr marL="914400" algn="l" defTabSz="914400" rtl="0" eaLnBrk="1" latinLnBrk="0" hangingPunct="1">
                        <a:defRPr sz="1800" kern="1200">
                          <a:solidFill>
                            <a:schemeClr val="tx1"/>
                          </a:solidFill>
                          <a:latin typeface="Arial Narrow"/>
                          <a:ea typeface="Tungsten Medium"/>
                          <a:cs typeface="Tungsten Medium"/>
                        </a:defRPr>
                      </a:lvl3pPr>
                      <a:lvl4pPr marL="1371600" algn="l" defTabSz="914400" rtl="0" eaLnBrk="1" latinLnBrk="0" hangingPunct="1">
                        <a:defRPr sz="1800" kern="1200">
                          <a:solidFill>
                            <a:schemeClr val="tx1"/>
                          </a:solidFill>
                          <a:latin typeface="Arial Narrow"/>
                          <a:ea typeface="Tungsten Medium"/>
                          <a:cs typeface="Tungsten Medium"/>
                        </a:defRPr>
                      </a:lvl4pPr>
                      <a:lvl5pPr marL="1828800" algn="l" defTabSz="914400" rtl="0" eaLnBrk="1" latinLnBrk="0" hangingPunct="1">
                        <a:defRPr sz="1800" kern="1200">
                          <a:solidFill>
                            <a:schemeClr val="tx1"/>
                          </a:solidFill>
                          <a:latin typeface="Arial Narrow"/>
                          <a:ea typeface="Tungsten Medium"/>
                          <a:cs typeface="Tungsten Medium"/>
                        </a:defRPr>
                      </a:lvl5pPr>
                      <a:lvl6pPr marL="2286000" algn="l" defTabSz="914400" rtl="0" eaLnBrk="1" latinLnBrk="0" hangingPunct="1">
                        <a:defRPr sz="1800" kern="1200">
                          <a:solidFill>
                            <a:schemeClr val="tx1"/>
                          </a:solidFill>
                          <a:latin typeface="Arial Narrow"/>
                          <a:ea typeface="Tungsten Medium"/>
                          <a:cs typeface="Tungsten Medium"/>
                        </a:defRPr>
                      </a:lvl6pPr>
                      <a:lvl7pPr marL="2743200" algn="l" defTabSz="914400" rtl="0" eaLnBrk="1" latinLnBrk="0" hangingPunct="1">
                        <a:defRPr sz="1800" kern="1200">
                          <a:solidFill>
                            <a:schemeClr val="tx1"/>
                          </a:solidFill>
                          <a:latin typeface="Arial Narrow"/>
                          <a:ea typeface="Tungsten Medium"/>
                          <a:cs typeface="Tungsten Medium"/>
                        </a:defRPr>
                      </a:lvl7pPr>
                      <a:lvl8pPr marL="3200400" algn="l" defTabSz="914400" rtl="0" eaLnBrk="1" latinLnBrk="0" hangingPunct="1">
                        <a:defRPr sz="1800" kern="1200">
                          <a:solidFill>
                            <a:schemeClr val="tx1"/>
                          </a:solidFill>
                          <a:latin typeface="Arial Narrow"/>
                          <a:ea typeface="Tungsten Medium"/>
                          <a:cs typeface="Tungsten Medium"/>
                        </a:defRPr>
                      </a:lvl8pPr>
                      <a:lvl9pPr marL="3657600" algn="l" defTabSz="914400" rtl="0" eaLnBrk="1" latinLnBrk="0" hangingPunct="1">
                        <a:defRPr sz="1800" kern="1200">
                          <a:solidFill>
                            <a:schemeClr val="tx1"/>
                          </a:solidFill>
                          <a:latin typeface="Arial Narrow"/>
                          <a:ea typeface="Tungsten Medium"/>
                          <a:cs typeface="Tungsten Medium"/>
                        </a:defRPr>
                      </a:lvl9pPr>
                    </a:lstStyle>
                    <a:p>
                      <a:pPr algn="ctr">
                        <a:spcAft>
                          <a:spcPts val="0"/>
                        </a:spcAft>
                      </a:pPr>
                      <a:r>
                        <a:rPr lang="en-US" sz="1200" b="0" i="0" dirty="0">
                          <a:solidFill>
                            <a:schemeClr val="tx1"/>
                          </a:solidFill>
                          <a:latin typeface="+mj-lt"/>
                        </a:rPr>
                        <a:t> </a:t>
                      </a:r>
                    </a:p>
                  </a:txBody>
                  <a:tcPr marL="137160" marR="137160" marT="137160" marB="137160" anchor="ctr">
                    <a:lnL w="12700" cap="flat" cmpd="sng" algn="ctr">
                      <a:noFill/>
                      <a:prstDash val="sysDash"/>
                      <a:round/>
                      <a:headEnd type="none" w="med" len="med"/>
                      <a:tailEnd type="none" w="med" len="med"/>
                    </a:lnL>
                    <a:lnR w="6350" cap="flat" cmpd="sng" algn="ctr">
                      <a:noFill/>
                      <a:prstDash val="solid"/>
                      <a:round/>
                      <a:headEnd type="none" w="med" len="med"/>
                      <a:tailEnd type="none" w="med" len="med"/>
                    </a:lnR>
                    <a:lnT w="12700" cap="flat" cmpd="sng" algn="ctr">
                      <a:noFill/>
                      <a:prstDash val="sysDash"/>
                      <a:round/>
                      <a:headEnd type="none" w="med" len="med"/>
                      <a:tailEnd type="none" w="med" len="med"/>
                    </a:lnT>
                    <a:lnB w="76200" cap="flat" cmpd="sng" algn="ctr">
                      <a:solidFill>
                        <a:srgbClr val="1F2121"/>
                      </a:solidFill>
                      <a:prstDash val="solid"/>
                      <a:round/>
                      <a:headEnd type="none" w="med" len="med"/>
                      <a:tailEnd type="none" w="med" len="med"/>
                    </a:lnB>
                    <a:lnTlToBr w="12700" cmpd="sng">
                      <a:noFill/>
                      <a:prstDash val="solid"/>
                    </a:lnTlToBr>
                    <a:lnBlToTr w="12700" cmpd="sng">
                      <a:noFill/>
                      <a:prstDash val="solid"/>
                    </a:lnBlToTr>
                    <a:solidFill>
                      <a:srgbClr val="005F65"/>
                    </a:solidFill>
                  </a:tcPr>
                </a:tc>
                <a:tc>
                  <a:txBody>
                    <a:bodyPr/>
                    <a:lstStyle>
                      <a:lvl1pPr marL="0" algn="l" defTabSz="914400" rtl="0" eaLnBrk="1" latinLnBrk="0" hangingPunct="1">
                        <a:defRPr sz="1800" kern="1200">
                          <a:solidFill>
                            <a:schemeClr val="tx1"/>
                          </a:solidFill>
                          <a:latin typeface="Arial Narrow"/>
                          <a:ea typeface="Tungsten Medium"/>
                          <a:cs typeface="Tungsten Medium"/>
                        </a:defRPr>
                      </a:lvl1pPr>
                      <a:lvl2pPr marL="457200" algn="l" defTabSz="914400" rtl="0" eaLnBrk="1" latinLnBrk="0" hangingPunct="1">
                        <a:defRPr sz="1800" kern="1200">
                          <a:solidFill>
                            <a:schemeClr val="tx1"/>
                          </a:solidFill>
                          <a:latin typeface="Arial Narrow"/>
                          <a:ea typeface="Tungsten Medium"/>
                          <a:cs typeface="Tungsten Medium"/>
                        </a:defRPr>
                      </a:lvl2pPr>
                      <a:lvl3pPr marL="914400" algn="l" defTabSz="914400" rtl="0" eaLnBrk="1" latinLnBrk="0" hangingPunct="1">
                        <a:defRPr sz="1800" kern="1200">
                          <a:solidFill>
                            <a:schemeClr val="tx1"/>
                          </a:solidFill>
                          <a:latin typeface="Arial Narrow"/>
                          <a:ea typeface="Tungsten Medium"/>
                          <a:cs typeface="Tungsten Medium"/>
                        </a:defRPr>
                      </a:lvl3pPr>
                      <a:lvl4pPr marL="1371600" algn="l" defTabSz="914400" rtl="0" eaLnBrk="1" latinLnBrk="0" hangingPunct="1">
                        <a:defRPr sz="1800" kern="1200">
                          <a:solidFill>
                            <a:schemeClr val="tx1"/>
                          </a:solidFill>
                          <a:latin typeface="Arial Narrow"/>
                          <a:ea typeface="Tungsten Medium"/>
                          <a:cs typeface="Tungsten Medium"/>
                        </a:defRPr>
                      </a:lvl4pPr>
                      <a:lvl5pPr marL="1828800" algn="l" defTabSz="914400" rtl="0" eaLnBrk="1" latinLnBrk="0" hangingPunct="1">
                        <a:defRPr sz="1800" kern="1200">
                          <a:solidFill>
                            <a:schemeClr val="tx1"/>
                          </a:solidFill>
                          <a:latin typeface="Arial Narrow"/>
                          <a:ea typeface="Tungsten Medium"/>
                          <a:cs typeface="Tungsten Medium"/>
                        </a:defRPr>
                      </a:lvl5pPr>
                      <a:lvl6pPr marL="2286000" algn="l" defTabSz="914400" rtl="0" eaLnBrk="1" latinLnBrk="0" hangingPunct="1">
                        <a:defRPr sz="1800" kern="1200">
                          <a:solidFill>
                            <a:schemeClr val="tx1"/>
                          </a:solidFill>
                          <a:latin typeface="Arial Narrow"/>
                          <a:ea typeface="Tungsten Medium"/>
                          <a:cs typeface="Tungsten Medium"/>
                        </a:defRPr>
                      </a:lvl6pPr>
                      <a:lvl7pPr marL="2743200" algn="l" defTabSz="914400" rtl="0" eaLnBrk="1" latinLnBrk="0" hangingPunct="1">
                        <a:defRPr sz="1800" kern="1200">
                          <a:solidFill>
                            <a:schemeClr val="tx1"/>
                          </a:solidFill>
                          <a:latin typeface="Arial Narrow"/>
                          <a:ea typeface="Tungsten Medium"/>
                          <a:cs typeface="Tungsten Medium"/>
                        </a:defRPr>
                      </a:lvl7pPr>
                      <a:lvl8pPr marL="3200400" algn="l" defTabSz="914400" rtl="0" eaLnBrk="1" latinLnBrk="0" hangingPunct="1">
                        <a:defRPr sz="1800" kern="1200">
                          <a:solidFill>
                            <a:schemeClr val="tx1"/>
                          </a:solidFill>
                          <a:latin typeface="Arial Narrow"/>
                          <a:ea typeface="Tungsten Medium"/>
                          <a:cs typeface="Tungsten Medium"/>
                        </a:defRPr>
                      </a:lvl8pPr>
                      <a:lvl9pPr marL="3657600" algn="l" defTabSz="914400" rtl="0" eaLnBrk="1" latinLnBrk="0" hangingPunct="1">
                        <a:defRPr sz="1800" kern="1200">
                          <a:solidFill>
                            <a:schemeClr val="tx1"/>
                          </a:solidFill>
                          <a:latin typeface="Arial Narrow"/>
                          <a:ea typeface="Tungsten Medium"/>
                          <a:cs typeface="Tungsten Medium"/>
                        </a:defRPr>
                      </a:lvl9pPr>
                    </a:lstStyle>
                    <a:p>
                      <a:pPr lvl="0" algn="l" defTabSz="740368"/>
                      <a:r>
                        <a:rPr lang="en-US" sz="1200" b="1" i="0" dirty="0">
                          <a:solidFill>
                            <a:schemeClr val="tx1"/>
                          </a:solidFill>
                          <a:latin typeface="+mj-lt"/>
                          <a:ea typeface="Arial Narrow" charset="0"/>
                          <a:cs typeface="Arial Narrow" charset="0"/>
                        </a:rPr>
                        <a:t>Why you were nominated</a:t>
                      </a:r>
                    </a:p>
                  </a:txBody>
                  <a:tcPr marL="45720" marR="45720" anchor="ctr">
                    <a:lnL w="12700" cmpd="sng">
                      <a:noFill/>
                    </a:lnL>
                    <a:lnR w="12700" cap="flat" cmpd="sng" algn="ctr">
                      <a:noFill/>
                      <a:prstDash val="solid"/>
                      <a:round/>
                      <a:headEnd type="none" w="med" len="med"/>
                      <a:tailEnd type="none" w="med" len="med"/>
                    </a:lnR>
                    <a:lnT w="12700" cap="flat" cmpd="sng" algn="ctr">
                      <a:noFill/>
                      <a:prstDash val="sysDash"/>
                      <a:round/>
                      <a:headEnd type="none" w="med" len="med"/>
                      <a:tailEnd type="none" w="med" len="med"/>
                    </a:lnT>
                    <a:lnB w="76200" cap="flat" cmpd="sng" algn="ctr">
                      <a:solidFill>
                        <a:srgbClr val="1F2121"/>
                      </a:solidFill>
                      <a:prstDash val="solid"/>
                      <a:round/>
                      <a:headEnd type="none" w="med" len="med"/>
                      <a:tailEnd type="none" w="med" len="med"/>
                    </a:lnB>
                    <a:lnTlToBr w="12700" cmpd="sng">
                      <a:noFill/>
                      <a:prstDash val="solid"/>
                    </a:lnTlToBr>
                    <a:lnBlToTr w="12700" cmpd="sng">
                      <a:noFill/>
                      <a:prstDash val="solid"/>
                    </a:lnBlToTr>
                    <a:solidFill>
                      <a:srgbClr val="005F65">
                        <a:alpha val="34118"/>
                      </a:srgbClr>
                    </a:solidFill>
                  </a:tcPr>
                </a:tc>
                <a:tc>
                  <a:txBody>
                    <a:bodyPr/>
                    <a:lstStyle>
                      <a:lvl1pPr marL="0" algn="l" defTabSz="914400" rtl="0" eaLnBrk="1" latinLnBrk="0" hangingPunct="1">
                        <a:defRPr sz="1800" kern="1200">
                          <a:solidFill>
                            <a:schemeClr val="tx1"/>
                          </a:solidFill>
                          <a:latin typeface="Arial Narrow"/>
                          <a:ea typeface="Tungsten Medium"/>
                          <a:cs typeface="Tungsten Medium"/>
                        </a:defRPr>
                      </a:lvl1pPr>
                      <a:lvl2pPr marL="457200" algn="l" defTabSz="914400" rtl="0" eaLnBrk="1" latinLnBrk="0" hangingPunct="1">
                        <a:defRPr sz="1800" kern="1200">
                          <a:solidFill>
                            <a:schemeClr val="tx1"/>
                          </a:solidFill>
                          <a:latin typeface="Arial Narrow"/>
                          <a:ea typeface="Tungsten Medium"/>
                          <a:cs typeface="Tungsten Medium"/>
                        </a:defRPr>
                      </a:lvl2pPr>
                      <a:lvl3pPr marL="914400" algn="l" defTabSz="914400" rtl="0" eaLnBrk="1" latinLnBrk="0" hangingPunct="1">
                        <a:defRPr sz="1800" kern="1200">
                          <a:solidFill>
                            <a:schemeClr val="tx1"/>
                          </a:solidFill>
                          <a:latin typeface="Arial Narrow"/>
                          <a:ea typeface="Tungsten Medium"/>
                          <a:cs typeface="Tungsten Medium"/>
                        </a:defRPr>
                      </a:lvl3pPr>
                      <a:lvl4pPr marL="1371600" algn="l" defTabSz="914400" rtl="0" eaLnBrk="1" latinLnBrk="0" hangingPunct="1">
                        <a:defRPr sz="1800" kern="1200">
                          <a:solidFill>
                            <a:schemeClr val="tx1"/>
                          </a:solidFill>
                          <a:latin typeface="Arial Narrow"/>
                          <a:ea typeface="Tungsten Medium"/>
                          <a:cs typeface="Tungsten Medium"/>
                        </a:defRPr>
                      </a:lvl4pPr>
                      <a:lvl5pPr marL="1828800" algn="l" defTabSz="914400" rtl="0" eaLnBrk="1" latinLnBrk="0" hangingPunct="1">
                        <a:defRPr sz="1800" kern="1200">
                          <a:solidFill>
                            <a:schemeClr val="tx1"/>
                          </a:solidFill>
                          <a:latin typeface="Arial Narrow"/>
                          <a:ea typeface="Tungsten Medium"/>
                          <a:cs typeface="Tungsten Medium"/>
                        </a:defRPr>
                      </a:lvl5pPr>
                      <a:lvl6pPr marL="2286000" algn="l" defTabSz="914400" rtl="0" eaLnBrk="1" latinLnBrk="0" hangingPunct="1">
                        <a:defRPr sz="1800" kern="1200">
                          <a:solidFill>
                            <a:schemeClr val="tx1"/>
                          </a:solidFill>
                          <a:latin typeface="Arial Narrow"/>
                          <a:ea typeface="Tungsten Medium"/>
                          <a:cs typeface="Tungsten Medium"/>
                        </a:defRPr>
                      </a:lvl6pPr>
                      <a:lvl7pPr marL="2743200" algn="l" defTabSz="914400" rtl="0" eaLnBrk="1" latinLnBrk="0" hangingPunct="1">
                        <a:defRPr sz="1800" kern="1200">
                          <a:solidFill>
                            <a:schemeClr val="tx1"/>
                          </a:solidFill>
                          <a:latin typeface="Arial Narrow"/>
                          <a:ea typeface="Tungsten Medium"/>
                          <a:cs typeface="Tungsten Medium"/>
                        </a:defRPr>
                      </a:lvl7pPr>
                      <a:lvl8pPr marL="3200400" algn="l" defTabSz="914400" rtl="0" eaLnBrk="1" latinLnBrk="0" hangingPunct="1">
                        <a:defRPr sz="1800" kern="1200">
                          <a:solidFill>
                            <a:schemeClr val="tx1"/>
                          </a:solidFill>
                          <a:latin typeface="Arial Narrow"/>
                          <a:ea typeface="Tungsten Medium"/>
                          <a:cs typeface="Tungsten Medium"/>
                        </a:defRPr>
                      </a:lvl8pPr>
                      <a:lvl9pPr marL="3657600" algn="l" defTabSz="914400" rtl="0" eaLnBrk="1" latinLnBrk="0" hangingPunct="1">
                        <a:defRPr sz="1800" kern="1200">
                          <a:solidFill>
                            <a:schemeClr val="tx1"/>
                          </a:solidFill>
                          <a:latin typeface="Arial Narrow"/>
                          <a:ea typeface="Tungsten Medium"/>
                          <a:cs typeface="Tungsten Medium"/>
                        </a:defRPr>
                      </a:lvl9pPr>
                    </a:lstStyle>
                    <a:p>
                      <a:pPr marL="171450" indent="-171450">
                        <a:buFont typeface="Arial" panose="020B0604020202020204" pitchFamily="34" charset="0"/>
                        <a:buChar char="•"/>
                      </a:pPr>
                      <a:r>
                        <a:rPr lang="en-US" sz="1100" dirty="0">
                          <a:latin typeface="+mj-lt"/>
                        </a:rPr>
                        <a:t>You bring </a:t>
                      </a:r>
                      <a:r>
                        <a:rPr lang="en-US" sz="1100" b="1" dirty="0">
                          <a:latin typeface="+mj-lt"/>
                        </a:rPr>
                        <a:t>industry credibility</a:t>
                      </a:r>
                      <a:r>
                        <a:rPr lang="en-US" sz="1100" dirty="0">
                          <a:latin typeface="+mj-lt"/>
                        </a:rPr>
                        <a:t> and </a:t>
                      </a:r>
                      <a:r>
                        <a:rPr lang="en-US" sz="1100" b="1" dirty="0">
                          <a:latin typeface="+mj-lt"/>
                        </a:rPr>
                        <a:t>client insights</a:t>
                      </a:r>
                    </a:p>
                    <a:p>
                      <a:pPr marL="171450" indent="-171450">
                        <a:buFont typeface="Arial" panose="020B0604020202020204" pitchFamily="34" charset="0"/>
                        <a:buChar char="•"/>
                      </a:pPr>
                      <a:r>
                        <a:rPr lang="en-US" sz="1100" dirty="0">
                          <a:latin typeface="+mj-lt"/>
                        </a:rPr>
                        <a:t>You can translate “what clients need” into practical </a:t>
                      </a:r>
                      <a:r>
                        <a:rPr lang="en-US" sz="1100" b="1" dirty="0">
                          <a:latin typeface="+mj-lt"/>
                        </a:rPr>
                        <a:t>industry relevant solutions</a:t>
                      </a:r>
                      <a:r>
                        <a:rPr lang="en-US" sz="1100" dirty="0">
                          <a:latin typeface="+mj-lt"/>
                        </a:rPr>
                        <a:t> </a:t>
                      </a:r>
                    </a:p>
                    <a:p>
                      <a:pPr marL="171450" indent="-171450">
                        <a:buFont typeface="Arial" panose="020B0604020202020204" pitchFamily="34" charset="0"/>
                        <a:buChar char="•"/>
                      </a:pPr>
                      <a:r>
                        <a:rPr lang="en-US" sz="1100" dirty="0">
                          <a:latin typeface="+mj-lt"/>
                        </a:rPr>
                        <a:t>Your role helps Capco </a:t>
                      </a:r>
                      <a:r>
                        <a:rPr lang="en-US" sz="1100" b="1" dirty="0">
                          <a:latin typeface="+mj-lt"/>
                        </a:rPr>
                        <a:t>differentiate in pursuits</a:t>
                      </a:r>
                      <a:r>
                        <a:rPr lang="en-US" sz="1100" dirty="0">
                          <a:latin typeface="+mj-lt"/>
                        </a:rPr>
                        <a:t> and accelerate </a:t>
                      </a:r>
                      <a:r>
                        <a:rPr lang="en-US" sz="1100" b="1" dirty="0">
                          <a:latin typeface="+mj-lt"/>
                        </a:rPr>
                        <a:t>top-of-funnel </a:t>
                      </a:r>
                      <a:r>
                        <a:rPr lang="en-US" sz="1100" b="0" dirty="0">
                          <a:latin typeface="+mj-lt"/>
                        </a:rPr>
                        <a:t>generation</a:t>
                      </a:r>
                      <a:endParaRPr lang="en-US" sz="1100" dirty="0">
                        <a:latin typeface="+mj-lt"/>
                      </a:endParaRPr>
                    </a:p>
                  </a:txBody>
                  <a:tcPr marL="45720" marR="45720" anchor="ctr">
                    <a:lnL w="12700" cmpd="sng">
                      <a:noFill/>
                    </a:lnL>
                    <a:lnR w="12700" cap="flat" cmpd="sng" algn="ctr">
                      <a:noFill/>
                      <a:prstDash val="sysDash"/>
                      <a:round/>
                      <a:headEnd type="none" w="med" len="med"/>
                      <a:tailEnd type="none" w="med" len="med"/>
                    </a:lnR>
                    <a:lnT w="12700" cap="flat" cmpd="sng" algn="ctr">
                      <a:noFill/>
                      <a:prstDash val="sysDash"/>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F2121">
                        <a:alpha val="5000"/>
                      </a:srgbClr>
                    </a:solidFill>
                  </a:tcPr>
                </a:tc>
                <a:extLst>
                  <a:ext uri="{0D108BD9-81ED-4DB2-BD59-A6C34878D82A}">
                    <a16:rowId xmlns:a16="http://schemas.microsoft.com/office/drawing/2014/main" val="10000"/>
                  </a:ext>
                </a:extLst>
              </a:tr>
              <a:tr h="1416153">
                <a:tc>
                  <a:txBody>
                    <a:bodyPr/>
                    <a:lstStyle>
                      <a:lvl1pPr marL="0" algn="l" defTabSz="914400" rtl="0" eaLnBrk="1" latinLnBrk="0" hangingPunct="1">
                        <a:defRPr sz="1800" kern="1200">
                          <a:solidFill>
                            <a:schemeClr val="tx1"/>
                          </a:solidFill>
                          <a:latin typeface="Arial Narrow"/>
                          <a:ea typeface="Tungsten Medium"/>
                          <a:cs typeface="Tungsten Medium"/>
                        </a:defRPr>
                      </a:lvl1pPr>
                      <a:lvl2pPr marL="457200" algn="l" defTabSz="914400" rtl="0" eaLnBrk="1" latinLnBrk="0" hangingPunct="1">
                        <a:defRPr sz="1800" kern="1200">
                          <a:solidFill>
                            <a:schemeClr val="tx1"/>
                          </a:solidFill>
                          <a:latin typeface="Arial Narrow"/>
                          <a:ea typeface="Tungsten Medium"/>
                          <a:cs typeface="Tungsten Medium"/>
                        </a:defRPr>
                      </a:lvl2pPr>
                      <a:lvl3pPr marL="914400" algn="l" defTabSz="914400" rtl="0" eaLnBrk="1" latinLnBrk="0" hangingPunct="1">
                        <a:defRPr sz="1800" kern="1200">
                          <a:solidFill>
                            <a:schemeClr val="tx1"/>
                          </a:solidFill>
                          <a:latin typeface="Arial Narrow"/>
                          <a:ea typeface="Tungsten Medium"/>
                          <a:cs typeface="Tungsten Medium"/>
                        </a:defRPr>
                      </a:lvl3pPr>
                      <a:lvl4pPr marL="1371600" algn="l" defTabSz="914400" rtl="0" eaLnBrk="1" latinLnBrk="0" hangingPunct="1">
                        <a:defRPr sz="1800" kern="1200">
                          <a:solidFill>
                            <a:schemeClr val="tx1"/>
                          </a:solidFill>
                          <a:latin typeface="Arial Narrow"/>
                          <a:ea typeface="Tungsten Medium"/>
                          <a:cs typeface="Tungsten Medium"/>
                        </a:defRPr>
                      </a:lvl4pPr>
                      <a:lvl5pPr marL="1828800" algn="l" defTabSz="914400" rtl="0" eaLnBrk="1" latinLnBrk="0" hangingPunct="1">
                        <a:defRPr sz="1800" kern="1200">
                          <a:solidFill>
                            <a:schemeClr val="tx1"/>
                          </a:solidFill>
                          <a:latin typeface="Arial Narrow"/>
                          <a:ea typeface="Tungsten Medium"/>
                          <a:cs typeface="Tungsten Medium"/>
                        </a:defRPr>
                      </a:lvl5pPr>
                      <a:lvl6pPr marL="2286000" algn="l" defTabSz="914400" rtl="0" eaLnBrk="1" latinLnBrk="0" hangingPunct="1">
                        <a:defRPr sz="1800" kern="1200">
                          <a:solidFill>
                            <a:schemeClr val="tx1"/>
                          </a:solidFill>
                          <a:latin typeface="Arial Narrow"/>
                          <a:ea typeface="Tungsten Medium"/>
                          <a:cs typeface="Tungsten Medium"/>
                        </a:defRPr>
                      </a:lvl6pPr>
                      <a:lvl7pPr marL="2743200" algn="l" defTabSz="914400" rtl="0" eaLnBrk="1" latinLnBrk="0" hangingPunct="1">
                        <a:defRPr sz="1800" kern="1200">
                          <a:solidFill>
                            <a:schemeClr val="tx1"/>
                          </a:solidFill>
                          <a:latin typeface="Arial Narrow"/>
                          <a:ea typeface="Tungsten Medium"/>
                          <a:cs typeface="Tungsten Medium"/>
                        </a:defRPr>
                      </a:lvl7pPr>
                      <a:lvl8pPr marL="3200400" algn="l" defTabSz="914400" rtl="0" eaLnBrk="1" latinLnBrk="0" hangingPunct="1">
                        <a:defRPr sz="1800" kern="1200">
                          <a:solidFill>
                            <a:schemeClr val="tx1"/>
                          </a:solidFill>
                          <a:latin typeface="Arial Narrow"/>
                          <a:ea typeface="Tungsten Medium"/>
                          <a:cs typeface="Tungsten Medium"/>
                        </a:defRPr>
                      </a:lvl8pPr>
                      <a:lvl9pPr marL="3657600" algn="l" defTabSz="914400" rtl="0" eaLnBrk="1" latinLnBrk="0" hangingPunct="1">
                        <a:defRPr sz="1800" kern="1200">
                          <a:solidFill>
                            <a:schemeClr val="tx1"/>
                          </a:solidFill>
                          <a:latin typeface="Arial Narrow"/>
                          <a:ea typeface="Tungsten Medium"/>
                          <a:cs typeface="Tungsten Medium"/>
                        </a:defRPr>
                      </a:lvl9pPr>
                    </a:lstStyle>
                    <a:p>
                      <a:pPr marL="0" marR="0" lvl="0" indent="0" algn="ctr" defTabSz="410751"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mj-lt"/>
                          <a:ea typeface="+mn-ea"/>
                          <a:cs typeface="+mn-cs"/>
                          <a:sym typeface="Helvetica Neue Light"/>
                        </a:rPr>
                        <a:t> </a:t>
                      </a:r>
                    </a:p>
                  </a:txBody>
                  <a:tcPr marL="137160" marR="137160" marT="137160" marB="137160" anchor="ctr">
                    <a:lnL w="12700" cap="flat" cmpd="sng" algn="ctr">
                      <a:noFill/>
                      <a:prstDash val="sysDash"/>
                      <a:round/>
                      <a:headEnd type="none" w="med" len="med"/>
                      <a:tailEnd type="none" w="med" len="med"/>
                    </a:lnL>
                    <a:lnR w="6350" cap="flat" cmpd="sng" algn="ctr">
                      <a:noFill/>
                      <a:prstDash val="solid"/>
                      <a:round/>
                      <a:headEnd type="none" w="med" len="med"/>
                      <a:tailEnd type="none" w="med" len="med"/>
                    </a:lnR>
                    <a:lnT w="76200" cap="flat" cmpd="sng" algn="ctr">
                      <a:solidFill>
                        <a:srgbClr val="1F2121"/>
                      </a:solidFill>
                      <a:prstDash val="solid"/>
                      <a:round/>
                      <a:headEnd type="none" w="med" len="med"/>
                      <a:tailEnd type="none" w="med" len="med"/>
                    </a:lnT>
                    <a:lnB w="76200" cap="flat" cmpd="sng" algn="ctr">
                      <a:solidFill>
                        <a:srgbClr val="1F2121"/>
                      </a:solidFill>
                      <a:prstDash val="solid"/>
                      <a:round/>
                      <a:headEnd type="none" w="med" len="med"/>
                      <a:tailEnd type="none" w="med" len="med"/>
                    </a:lnB>
                    <a:lnTlToBr w="12700" cmpd="sng">
                      <a:noFill/>
                      <a:prstDash val="solid"/>
                    </a:lnTlToBr>
                    <a:lnBlToTr w="12700" cmpd="sng">
                      <a:noFill/>
                      <a:prstDash val="solid"/>
                    </a:lnBlToTr>
                    <a:solidFill>
                      <a:srgbClr val="005F65"/>
                    </a:solidFill>
                  </a:tcPr>
                </a:tc>
                <a:tc>
                  <a:txBody>
                    <a:bodyPr/>
                    <a:lstStyle>
                      <a:lvl1pPr marL="0" algn="l" defTabSz="914400" rtl="0" eaLnBrk="1" latinLnBrk="0" hangingPunct="1">
                        <a:defRPr sz="1800" kern="1200">
                          <a:solidFill>
                            <a:schemeClr val="tx1"/>
                          </a:solidFill>
                          <a:latin typeface="Arial Narrow"/>
                          <a:ea typeface="Tungsten Medium"/>
                          <a:cs typeface="Tungsten Medium"/>
                        </a:defRPr>
                      </a:lvl1pPr>
                      <a:lvl2pPr marL="457200" algn="l" defTabSz="914400" rtl="0" eaLnBrk="1" latinLnBrk="0" hangingPunct="1">
                        <a:defRPr sz="1800" kern="1200">
                          <a:solidFill>
                            <a:schemeClr val="tx1"/>
                          </a:solidFill>
                          <a:latin typeface="Arial Narrow"/>
                          <a:ea typeface="Tungsten Medium"/>
                          <a:cs typeface="Tungsten Medium"/>
                        </a:defRPr>
                      </a:lvl2pPr>
                      <a:lvl3pPr marL="914400" algn="l" defTabSz="914400" rtl="0" eaLnBrk="1" latinLnBrk="0" hangingPunct="1">
                        <a:defRPr sz="1800" kern="1200">
                          <a:solidFill>
                            <a:schemeClr val="tx1"/>
                          </a:solidFill>
                          <a:latin typeface="Arial Narrow"/>
                          <a:ea typeface="Tungsten Medium"/>
                          <a:cs typeface="Tungsten Medium"/>
                        </a:defRPr>
                      </a:lvl3pPr>
                      <a:lvl4pPr marL="1371600" algn="l" defTabSz="914400" rtl="0" eaLnBrk="1" latinLnBrk="0" hangingPunct="1">
                        <a:defRPr sz="1800" kern="1200">
                          <a:solidFill>
                            <a:schemeClr val="tx1"/>
                          </a:solidFill>
                          <a:latin typeface="Arial Narrow"/>
                          <a:ea typeface="Tungsten Medium"/>
                          <a:cs typeface="Tungsten Medium"/>
                        </a:defRPr>
                      </a:lvl4pPr>
                      <a:lvl5pPr marL="1828800" algn="l" defTabSz="914400" rtl="0" eaLnBrk="1" latinLnBrk="0" hangingPunct="1">
                        <a:defRPr sz="1800" kern="1200">
                          <a:solidFill>
                            <a:schemeClr val="tx1"/>
                          </a:solidFill>
                          <a:latin typeface="Arial Narrow"/>
                          <a:ea typeface="Tungsten Medium"/>
                          <a:cs typeface="Tungsten Medium"/>
                        </a:defRPr>
                      </a:lvl5pPr>
                      <a:lvl6pPr marL="2286000" algn="l" defTabSz="914400" rtl="0" eaLnBrk="1" latinLnBrk="0" hangingPunct="1">
                        <a:defRPr sz="1800" kern="1200">
                          <a:solidFill>
                            <a:schemeClr val="tx1"/>
                          </a:solidFill>
                          <a:latin typeface="Arial Narrow"/>
                          <a:ea typeface="Tungsten Medium"/>
                          <a:cs typeface="Tungsten Medium"/>
                        </a:defRPr>
                      </a:lvl6pPr>
                      <a:lvl7pPr marL="2743200" algn="l" defTabSz="914400" rtl="0" eaLnBrk="1" latinLnBrk="0" hangingPunct="1">
                        <a:defRPr sz="1800" kern="1200">
                          <a:solidFill>
                            <a:schemeClr val="tx1"/>
                          </a:solidFill>
                          <a:latin typeface="Arial Narrow"/>
                          <a:ea typeface="Tungsten Medium"/>
                          <a:cs typeface="Tungsten Medium"/>
                        </a:defRPr>
                      </a:lvl7pPr>
                      <a:lvl8pPr marL="3200400" algn="l" defTabSz="914400" rtl="0" eaLnBrk="1" latinLnBrk="0" hangingPunct="1">
                        <a:defRPr sz="1800" kern="1200">
                          <a:solidFill>
                            <a:schemeClr val="tx1"/>
                          </a:solidFill>
                          <a:latin typeface="Arial Narrow"/>
                          <a:ea typeface="Tungsten Medium"/>
                          <a:cs typeface="Tungsten Medium"/>
                        </a:defRPr>
                      </a:lvl8pPr>
                      <a:lvl9pPr marL="3657600" algn="l" defTabSz="914400" rtl="0" eaLnBrk="1" latinLnBrk="0" hangingPunct="1">
                        <a:defRPr sz="1800" kern="1200">
                          <a:solidFill>
                            <a:schemeClr val="tx1"/>
                          </a:solidFill>
                          <a:latin typeface="Arial Narrow"/>
                          <a:ea typeface="Tungsten Medium"/>
                          <a:cs typeface="Tungsten Medium"/>
                        </a:defRPr>
                      </a:lvl9pPr>
                    </a:lstStyle>
                    <a:p>
                      <a:pPr lvl="0" algn="l" defTabSz="740368"/>
                      <a:r>
                        <a:rPr lang="en-US" sz="1200" b="1" i="0" dirty="0">
                          <a:solidFill>
                            <a:schemeClr val="tx1"/>
                          </a:solidFill>
                          <a:latin typeface="+mj-lt"/>
                          <a:ea typeface="Arial Narrow" charset="0"/>
                          <a:cs typeface="Arial Narrow" charset="0"/>
                        </a:rPr>
                        <a:t>What this enables</a:t>
                      </a:r>
                    </a:p>
                  </a:txBody>
                  <a:tcPr marL="45720" marR="45720" anchor="ctr">
                    <a:lnL w="12700" cmpd="sng">
                      <a:noFill/>
                    </a:lnL>
                    <a:lnR w="12700" cap="flat" cmpd="sng" algn="ctr">
                      <a:noFill/>
                      <a:prstDash val="solid"/>
                      <a:round/>
                      <a:headEnd type="none" w="med" len="med"/>
                      <a:tailEnd type="none" w="med" len="med"/>
                    </a:lnR>
                    <a:lnT w="76200" cap="flat" cmpd="sng" algn="ctr">
                      <a:solidFill>
                        <a:srgbClr val="1F2121"/>
                      </a:solidFill>
                      <a:prstDash val="solid"/>
                      <a:round/>
                      <a:headEnd type="none" w="med" len="med"/>
                      <a:tailEnd type="none" w="med" len="med"/>
                    </a:lnT>
                    <a:lnB w="76200" cap="flat" cmpd="sng" algn="ctr">
                      <a:solidFill>
                        <a:srgbClr val="1F2121"/>
                      </a:solidFill>
                      <a:prstDash val="solid"/>
                      <a:round/>
                      <a:headEnd type="none" w="med" len="med"/>
                      <a:tailEnd type="none" w="med" len="med"/>
                    </a:lnB>
                    <a:lnTlToBr w="12700" cmpd="sng">
                      <a:noFill/>
                      <a:prstDash val="solid"/>
                    </a:lnTlToBr>
                    <a:lnBlToTr w="12700" cmpd="sng">
                      <a:noFill/>
                      <a:prstDash val="solid"/>
                    </a:lnBlToTr>
                    <a:solidFill>
                      <a:srgbClr val="005F65">
                        <a:alpha val="34118"/>
                      </a:srgbClr>
                    </a:solidFill>
                  </a:tcPr>
                </a:tc>
                <a:tc>
                  <a:txBody>
                    <a:bodyPr/>
                    <a:lstStyle>
                      <a:lvl1pPr marL="0" algn="l" defTabSz="914400" rtl="0" eaLnBrk="1" latinLnBrk="0" hangingPunct="1">
                        <a:defRPr sz="1800" kern="1200">
                          <a:solidFill>
                            <a:schemeClr val="tx1"/>
                          </a:solidFill>
                          <a:latin typeface="Arial Narrow"/>
                          <a:ea typeface="Tungsten Medium"/>
                          <a:cs typeface="Tungsten Medium"/>
                        </a:defRPr>
                      </a:lvl1pPr>
                      <a:lvl2pPr marL="457200" algn="l" defTabSz="914400" rtl="0" eaLnBrk="1" latinLnBrk="0" hangingPunct="1">
                        <a:defRPr sz="1800" kern="1200">
                          <a:solidFill>
                            <a:schemeClr val="tx1"/>
                          </a:solidFill>
                          <a:latin typeface="Arial Narrow"/>
                          <a:ea typeface="Tungsten Medium"/>
                          <a:cs typeface="Tungsten Medium"/>
                        </a:defRPr>
                      </a:lvl2pPr>
                      <a:lvl3pPr marL="914400" algn="l" defTabSz="914400" rtl="0" eaLnBrk="1" latinLnBrk="0" hangingPunct="1">
                        <a:defRPr sz="1800" kern="1200">
                          <a:solidFill>
                            <a:schemeClr val="tx1"/>
                          </a:solidFill>
                          <a:latin typeface="Arial Narrow"/>
                          <a:ea typeface="Tungsten Medium"/>
                          <a:cs typeface="Tungsten Medium"/>
                        </a:defRPr>
                      </a:lvl3pPr>
                      <a:lvl4pPr marL="1371600" algn="l" defTabSz="914400" rtl="0" eaLnBrk="1" latinLnBrk="0" hangingPunct="1">
                        <a:defRPr sz="1800" kern="1200">
                          <a:solidFill>
                            <a:schemeClr val="tx1"/>
                          </a:solidFill>
                          <a:latin typeface="Arial Narrow"/>
                          <a:ea typeface="Tungsten Medium"/>
                          <a:cs typeface="Tungsten Medium"/>
                        </a:defRPr>
                      </a:lvl4pPr>
                      <a:lvl5pPr marL="1828800" algn="l" defTabSz="914400" rtl="0" eaLnBrk="1" latinLnBrk="0" hangingPunct="1">
                        <a:defRPr sz="1800" kern="1200">
                          <a:solidFill>
                            <a:schemeClr val="tx1"/>
                          </a:solidFill>
                          <a:latin typeface="Arial Narrow"/>
                          <a:ea typeface="Tungsten Medium"/>
                          <a:cs typeface="Tungsten Medium"/>
                        </a:defRPr>
                      </a:lvl5pPr>
                      <a:lvl6pPr marL="2286000" algn="l" defTabSz="914400" rtl="0" eaLnBrk="1" latinLnBrk="0" hangingPunct="1">
                        <a:defRPr sz="1800" kern="1200">
                          <a:solidFill>
                            <a:schemeClr val="tx1"/>
                          </a:solidFill>
                          <a:latin typeface="Arial Narrow"/>
                          <a:ea typeface="Tungsten Medium"/>
                          <a:cs typeface="Tungsten Medium"/>
                        </a:defRPr>
                      </a:lvl6pPr>
                      <a:lvl7pPr marL="2743200" algn="l" defTabSz="914400" rtl="0" eaLnBrk="1" latinLnBrk="0" hangingPunct="1">
                        <a:defRPr sz="1800" kern="1200">
                          <a:solidFill>
                            <a:schemeClr val="tx1"/>
                          </a:solidFill>
                          <a:latin typeface="Arial Narrow"/>
                          <a:ea typeface="Tungsten Medium"/>
                          <a:cs typeface="Tungsten Medium"/>
                        </a:defRPr>
                      </a:lvl7pPr>
                      <a:lvl8pPr marL="3200400" algn="l" defTabSz="914400" rtl="0" eaLnBrk="1" latinLnBrk="0" hangingPunct="1">
                        <a:defRPr sz="1800" kern="1200">
                          <a:solidFill>
                            <a:schemeClr val="tx1"/>
                          </a:solidFill>
                          <a:latin typeface="Arial Narrow"/>
                          <a:ea typeface="Tungsten Medium"/>
                          <a:cs typeface="Tungsten Medium"/>
                        </a:defRPr>
                      </a:lvl8pPr>
                      <a:lvl9pPr marL="3657600" algn="l" defTabSz="914400" rtl="0" eaLnBrk="1" latinLnBrk="0" hangingPunct="1">
                        <a:defRPr sz="1800" kern="1200">
                          <a:solidFill>
                            <a:schemeClr val="tx1"/>
                          </a:solidFill>
                          <a:latin typeface="Arial Narrow"/>
                          <a:ea typeface="Tungsten Medium"/>
                          <a:cs typeface="Tungsten Medium"/>
                        </a:defRPr>
                      </a:lvl9pPr>
                    </a:lstStyle>
                    <a:p>
                      <a:pPr marL="171450" indent="-171450">
                        <a:buFont typeface="Arial" panose="020B0604020202020204" pitchFamily="34" charset="0"/>
                        <a:buChar char="•"/>
                      </a:pPr>
                      <a:r>
                        <a:rPr lang="en-US" sz="1100" b="1" dirty="0">
                          <a:latin typeface="+mj-lt"/>
                        </a:rPr>
                        <a:t>Win more deals </a:t>
                      </a:r>
                      <a:r>
                        <a:rPr lang="en-US" sz="1100" b="0" dirty="0">
                          <a:latin typeface="+mj-lt"/>
                        </a:rPr>
                        <a:t>through </a:t>
                      </a:r>
                      <a:r>
                        <a:rPr lang="en-US" sz="1100" dirty="0">
                          <a:latin typeface="+mj-lt"/>
                        </a:rPr>
                        <a:t>stronger differentiation with client-ready offerings</a:t>
                      </a:r>
                    </a:p>
                    <a:p>
                      <a:pPr marL="171450" indent="-171450">
                        <a:buFont typeface="Arial" panose="020B0604020202020204" pitchFamily="34" charset="0"/>
                        <a:buChar char="•"/>
                      </a:pPr>
                      <a:r>
                        <a:rPr lang="en-US" sz="1100" b="1" dirty="0">
                          <a:latin typeface="+mj-lt"/>
                        </a:rPr>
                        <a:t>Move faster </a:t>
                      </a:r>
                      <a:r>
                        <a:rPr lang="en-US" sz="1100" b="0" dirty="0">
                          <a:latin typeface="+mj-lt"/>
                        </a:rPr>
                        <a:t>with AI </a:t>
                      </a:r>
                      <a:r>
                        <a:rPr lang="en-US" sz="1100" dirty="0">
                          <a:latin typeface="+mj-lt"/>
                        </a:rPr>
                        <a:t>build support to </a:t>
                      </a:r>
                      <a:r>
                        <a:rPr lang="en-US" sz="1100" b="0" dirty="0">
                          <a:latin typeface="+mj-lt"/>
                        </a:rPr>
                        <a:t>get demos &amp; assets ready </a:t>
                      </a:r>
                      <a:r>
                        <a:rPr lang="en-US" sz="1100" dirty="0">
                          <a:latin typeface="+mj-lt"/>
                        </a:rPr>
                        <a:t>quickly</a:t>
                      </a:r>
                    </a:p>
                    <a:p>
                      <a:pPr marL="171450" indent="-171450">
                        <a:buFont typeface="Arial" panose="020B0604020202020204" pitchFamily="34" charset="0"/>
                        <a:buChar char="•"/>
                      </a:pPr>
                      <a:r>
                        <a:rPr lang="en-US" sz="1100" b="1" dirty="0">
                          <a:latin typeface="+mj-lt"/>
                        </a:rPr>
                        <a:t>Infuse AI</a:t>
                      </a:r>
                      <a:r>
                        <a:rPr lang="en-US" sz="1100" dirty="0">
                          <a:latin typeface="+mj-lt"/>
                        </a:rPr>
                        <a:t> to unlock efficiencies and optimize delivery</a:t>
                      </a:r>
                    </a:p>
                    <a:p>
                      <a:pPr marL="171450" indent="-171450">
                        <a:buFont typeface="Arial" panose="020B0604020202020204" pitchFamily="34" charset="0"/>
                        <a:buChar char="•"/>
                      </a:pPr>
                      <a:r>
                        <a:rPr lang="en-US" sz="1100" b="1" dirty="0">
                          <a:latin typeface="+mj-lt"/>
                        </a:rPr>
                        <a:t>Scale what works </a:t>
                      </a:r>
                      <a:r>
                        <a:rPr lang="en-US" sz="1100" dirty="0">
                          <a:latin typeface="+mj-lt"/>
                        </a:rPr>
                        <a:t>across practices and client pursuits</a:t>
                      </a:r>
                    </a:p>
                  </a:txBody>
                  <a:tcPr marL="45720" marR="45720" anchor="ctr">
                    <a:lnL w="12700" cmpd="sng">
                      <a:noFill/>
                    </a:lnL>
                    <a:lnR w="12700" cap="flat" cmpd="sng" algn="ctr">
                      <a:no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F2121">
                        <a:alpha val="5000"/>
                      </a:srgbClr>
                    </a:solidFill>
                  </a:tcPr>
                </a:tc>
                <a:extLst>
                  <a:ext uri="{0D108BD9-81ED-4DB2-BD59-A6C34878D82A}">
                    <a16:rowId xmlns:a16="http://schemas.microsoft.com/office/drawing/2014/main" val="10001"/>
                  </a:ext>
                </a:extLst>
              </a:tr>
              <a:tr h="1416153">
                <a:tc>
                  <a:txBody>
                    <a:bodyPr/>
                    <a:lstStyle>
                      <a:lvl1pPr marL="0" algn="l" defTabSz="914400" rtl="0" eaLnBrk="1" latinLnBrk="0" hangingPunct="1">
                        <a:defRPr sz="1800" kern="1200">
                          <a:solidFill>
                            <a:schemeClr val="tx1"/>
                          </a:solidFill>
                          <a:latin typeface="Arial Narrow"/>
                          <a:ea typeface="Tungsten Medium"/>
                          <a:cs typeface="Tungsten Medium"/>
                        </a:defRPr>
                      </a:lvl1pPr>
                      <a:lvl2pPr marL="457200" algn="l" defTabSz="914400" rtl="0" eaLnBrk="1" latinLnBrk="0" hangingPunct="1">
                        <a:defRPr sz="1800" kern="1200">
                          <a:solidFill>
                            <a:schemeClr val="tx1"/>
                          </a:solidFill>
                          <a:latin typeface="Arial Narrow"/>
                          <a:ea typeface="Tungsten Medium"/>
                          <a:cs typeface="Tungsten Medium"/>
                        </a:defRPr>
                      </a:lvl2pPr>
                      <a:lvl3pPr marL="914400" algn="l" defTabSz="914400" rtl="0" eaLnBrk="1" latinLnBrk="0" hangingPunct="1">
                        <a:defRPr sz="1800" kern="1200">
                          <a:solidFill>
                            <a:schemeClr val="tx1"/>
                          </a:solidFill>
                          <a:latin typeface="Arial Narrow"/>
                          <a:ea typeface="Tungsten Medium"/>
                          <a:cs typeface="Tungsten Medium"/>
                        </a:defRPr>
                      </a:lvl3pPr>
                      <a:lvl4pPr marL="1371600" algn="l" defTabSz="914400" rtl="0" eaLnBrk="1" latinLnBrk="0" hangingPunct="1">
                        <a:defRPr sz="1800" kern="1200">
                          <a:solidFill>
                            <a:schemeClr val="tx1"/>
                          </a:solidFill>
                          <a:latin typeface="Arial Narrow"/>
                          <a:ea typeface="Tungsten Medium"/>
                          <a:cs typeface="Tungsten Medium"/>
                        </a:defRPr>
                      </a:lvl4pPr>
                      <a:lvl5pPr marL="1828800" algn="l" defTabSz="914400" rtl="0" eaLnBrk="1" latinLnBrk="0" hangingPunct="1">
                        <a:defRPr sz="1800" kern="1200">
                          <a:solidFill>
                            <a:schemeClr val="tx1"/>
                          </a:solidFill>
                          <a:latin typeface="Arial Narrow"/>
                          <a:ea typeface="Tungsten Medium"/>
                          <a:cs typeface="Tungsten Medium"/>
                        </a:defRPr>
                      </a:lvl5pPr>
                      <a:lvl6pPr marL="2286000" algn="l" defTabSz="914400" rtl="0" eaLnBrk="1" latinLnBrk="0" hangingPunct="1">
                        <a:defRPr sz="1800" kern="1200">
                          <a:solidFill>
                            <a:schemeClr val="tx1"/>
                          </a:solidFill>
                          <a:latin typeface="Arial Narrow"/>
                          <a:ea typeface="Tungsten Medium"/>
                          <a:cs typeface="Tungsten Medium"/>
                        </a:defRPr>
                      </a:lvl6pPr>
                      <a:lvl7pPr marL="2743200" algn="l" defTabSz="914400" rtl="0" eaLnBrk="1" latinLnBrk="0" hangingPunct="1">
                        <a:defRPr sz="1800" kern="1200">
                          <a:solidFill>
                            <a:schemeClr val="tx1"/>
                          </a:solidFill>
                          <a:latin typeface="Arial Narrow"/>
                          <a:ea typeface="Tungsten Medium"/>
                          <a:cs typeface="Tungsten Medium"/>
                        </a:defRPr>
                      </a:lvl7pPr>
                      <a:lvl8pPr marL="3200400" algn="l" defTabSz="914400" rtl="0" eaLnBrk="1" latinLnBrk="0" hangingPunct="1">
                        <a:defRPr sz="1800" kern="1200">
                          <a:solidFill>
                            <a:schemeClr val="tx1"/>
                          </a:solidFill>
                          <a:latin typeface="Arial Narrow"/>
                          <a:ea typeface="Tungsten Medium"/>
                          <a:cs typeface="Tungsten Medium"/>
                        </a:defRPr>
                      </a:lvl8pPr>
                      <a:lvl9pPr marL="3657600" algn="l" defTabSz="914400" rtl="0" eaLnBrk="1" latinLnBrk="0" hangingPunct="1">
                        <a:defRPr sz="1800" kern="1200">
                          <a:solidFill>
                            <a:schemeClr val="tx1"/>
                          </a:solidFill>
                          <a:latin typeface="Arial Narrow"/>
                          <a:ea typeface="Tungsten Medium"/>
                          <a:cs typeface="Tungsten Medium"/>
                        </a:defRPr>
                      </a:lvl9pPr>
                    </a:lstStyle>
                    <a:p>
                      <a:pPr marL="0" marR="0" lvl="0" indent="0" algn="ctr" defTabSz="410751"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mj-lt"/>
                          <a:ea typeface="+mn-ea"/>
                          <a:cs typeface="+mn-cs"/>
                          <a:sym typeface="Helvetica Neue Light"/>
                        </a:rPr>
                        <a:t> </a:t>
                      </a:r>
                    </a:p>
                  </a:txBody>
                  <a:tcPr marL="137160" marR="137160" marT="137160" marB="137160" anchor="ctr">
                    <a:lnL w="12700" cap="flat" cmpd="sng" algn="ctr">
                      <a:noFill/>
                      <a:prstDash val="sysDash"/>
                      <a:round/>
                      <a:headEnd type="none" w="med" len="med"/>
                      <a:tailEnd type="none" w="med" len="med"/>
                    </a:lnL>
                    <a:lnR w="6350" cap="flat" cmpd="sng" algn="ctr">
                      <a:noFill/>
                      <a:prstDash val="solid"/>
                      <a:round/>
                      <a:headEnd type="none" w="med" len="med"/>
                      <a:tailEnd type="none" w="med" len="med"/>
                    </a:lnR>
                    <a:lnT w="76200" cap="flat" cmpd="sng" algn="ctr">
                      <a:solidFill>
                        <a:srgbClr val="1F2121"/>
                      </a:solidFill>
                      <a:prstDash val="solid"/>
                      <a:round/>
                      <a:headEnd type="none" w="med" len="med"/>
                      <a:tailEnd type="none" w="med" len="med"/>
                    </a:lnT>
                    <a:lnB w="12700" cap="flat" cmpd="sng" algn="ctr">
                      <a:noFill/>
                      <a:prstDash val="sysDash"/>
                      <a:round/>
                      <a:headEnd type="none" w="med" len="med"/>
                      <a:tailEnd type="none" w="med" len="med"/>
                    </a:lnB>
                    <a:lnTlToBr w="12700" cmpd="sng">
                      <a:noFill/>
                      <a:prstDash val="solid"/>
                    </a:lnTlToBr>
                    <a:lnBlToTr w="12700" cmpd="sng">
                      <a:noFill/>
                      <a:prstDash val="solid"/>
                    </a:lnBlToTr>
                    <a:solidFill>
                      <a:srgbClr val="005F65"/>
                    </a:solidFill>
                  </a:tcPr>
                </a:tc>
                <a:tc>
                  <a:txBody>
                    <a:bodyPr/>
                    <a:lstStyle>
                      <a:lvl1pPr marL="0" algn="l" defTabSz="914400" rtl="0" eaLnBrk="1" latinLnBrk="0" hangingPunct="1">
                        <a:defRPr sz="1800" kern="1200">
                          <a:solidFill>
                            <a:schemeClr val="tx1"/>
                          </a:solidFill>
                          <a:latin typeface="Arial Narrow"/>
                          <a:ea typeface="Tungsten Medium"/>
                          <a:cs typeface="Tungsten Medium"/>
                        </a:defRPr>
                      </a:lvl1pPr>
                      <a:lvl2pPr marL="457200" algn="l" defTabSz="914400" rtl="0" eaLnBrk="1" latinLnBrk="0" hangingPunct="1">
                        <a:defRPr sz="1800" kern="1200">
                          <a:solidFill>
                            <a:schemeClr val="tx1"/>
                          </a:solidFill>
                          <a:latin typeface="Arial Narrow"/>
                          <a:ea typeface="Tungsten Medium"/>
                          <a:cs typeface="Tungsten Medium"/>
                        </a:defRPr>
                      </a:lvl2pPr>
                      <a:lvl3pPr marL="914400" algn="l" defTabSz="914400" rtl="0" eaLnBrk="1" latinLnBrk="0" hangingPunct="1">
                        <a:defRPr sz="1800" kern="1200">
                          <a:solidFill>
                            <a:schemeClr val="tx1"/>
                          </a:solidFill>
                          <a:latin typeface="Arial Narrow"/>
                          <a:ea typeface="Tungsten Medium"/>
                          <a:cs typeface="Tungsten Medium"/>
                        </a:defRPr>
                      </a:lvl3pPr>
                      <a:lvl4pPr marL="1371600" algn="l" defTabSz="914400" rtl="0" eaLnBrk="1" latinLnBrk="0" hangingPunct="1">
                        <a:defRPr sz="1800" kern="1200">
                          <a:solidFill>
                            <a:schemeClr val="tx1"/>
                          </a:solidFill>
                          <a:latin typeface="Arial Narrow"/>
                          <a:ea typeface="Tungsten Medium"/>
                          <a:cs typeface="Tungsten Medium"/>
                        </a:defRPr>
                      </a:lvl4pPr>
                      <a:lvl5pPr marL="1828800" algn="l" defTabSz="914400" rtl="0" eaLnBrk="1" latinLnBrk="0" hangingPunct="1">
                        <a:defRPr sz="1800" kern="1200">
                          <a:solidFill>
                            <a:schemeClr val="tx1"/>
                          </a:solidFill>
                          <a:latin typeface="Arial Narrow"/>
                          <a:ea typeface="Tungsten Medium"/>
                          <a:cs typeface="Tungsten Medium"/>
                        </a:defRPr>
                      </a:lvl5pPr>
                      <a:lvl6pPr marL="2286000" algn="l" defTabSz="914400" rtl="0" eaLnBrk="1" latinLnBrk="0" hangingPunct="1">
                        <a:defRPr sz="1800" kern="1200">
                          <a:solidFill>
                            <a:schemeClr val="tx1"/>
                          </a:solidFill>
                          <a:latin typeface="Arial Narrow"/>
                          <a:ea typeface="Tungsten Medium"/>
                          <a:cs typeface="Tungsten Medium"/>
                        </a:defRPr>
                      </a:lvl6pPr>
                      <a:lvl7pPr marL="2743200" algn="l" defTabSz="914400" rtl="0" eaLnBrk="1" latinLnBrk="0" hangingPunct="1">
                        <a:defRPr sz="1800" kern="1200">
                          <a:solidFill>
                            <a:schemeClr val="tx1"/>
                          </a:solidFill>
                          <a:latin typeface="Arial Narrow"/>
                          <a:ea typeface="Tungsten Medium"/>
                          <a:cs typeface="Tungsten Medium"/>
                        </a:defRPr>
                      </a:lvl7pPr>
                      <a:lvl8pPr marL="3200400" algn="l" defTabSz="914400" rtl="0" eaLnBrk="1" latinLnBrk="0" hangingPunct="1">
                        <a:defRPr sz="1800" kern="1200">
                          <a:solidFill>
                            <a:schemeClr val="tx1"/>
                          </a:solidFill>
                          <a:latin typeface="Arial Narrow"/>
                          <a:ea typeface="Tungsten Medium"/>
                          <a:cs typeface="Tungsten Medium"/>
                        </a:defRPr>
                      </a:lvl8pPr>
                      <a:lvl9pPr marL="3657600" algn="l" defTabSz="914400" rtl="0" eaLnBrk="1" latinLnBrk="0" hangingPunct="1">
                        <a:defRPr sz="1800" kern="1200">
                          <a:solidFill>
                            <a:schemeClr val="tx1"/>
                          </a:solidFill>
                          <a:latin typeface="Arial Narrow"/>
                          <a:ea typeface="Tungsten Medium"/>
                          <a:cs typeface="Tungsten Medium"/>
                        </a:defRPr>
                      </a:lvl9pPr>
                    </a:lstStyle>
                    <a:p>
                      <a:pPr lvl="0" algn="l" defTabSz="740368"/>
                      <a:r>
                        <a:rPr lang="en-US" sz="1200" b="1" i="0" dirty="0">
                          <a:solidFill>
                            <a:schemeClr val="tx1"/>
                          </a:solidFill>
                          <a:latin typeface="+mj-lt"/>
                          <a:ea typeface="Arial Narrow" charset="0"/>
                          <a:cs typeface="Arial Narrow" charset="0"/>
                        </a:rPr>
                        <a:t>Cross-sell visibility + pipeline activation</a:t>
                      </a:r>
                    </a:p>
                  </a:txBody>
                  <a:tcPr marL="45720" marR="45720" anchor="ctr">
                    <a:lnL w="12700" cmpd="sng">
                      <a:noFill/>
                    </a:lnL>
                    <a:lnR w="12700" cap="flat" cmpd="sng" algn="ctr">
                      <a:noFill/>
                      <a:prstDash val="solid"/>
                      <a:round/>
                      <a:headEnd type="none" w="med" len="med"/>
                      <a:tailEnd type="none" w="med" len="med"/>
                    </a:lnR>
                    <a:lnT w="76200" cap="flat" cmpd="sng" algn="ctr">
                      <a:solidFill>
                        <a:srgbClr val="1F2121"/>
                      </a:solidFill>
                      <a:prstDash val="solid"/>
                      <a:round/>
                      <a:headEnd type="none" w="med" len="med"/>
                      <a:tailEnd type="none" w="med" len="med"/>
                    </a:lnT>
                    <a:lnB w="12700" cap="flat" cmpd="sng" algn="ctr">
                      <a:noFill/>
                      <a:prstDash val="sysDash"/>
                      <a:round/>
                      <a:headEnd type="none" w="med" len="med"/>
                      <a:tailEnd type="none" w="med" len="med"/>
                    </a:lnB>
                    <a:lnTlToBr w="12700" cmpd="sng">
                      <a:noFill/>
                      <a:prstDash val="solid"/>
                    </a:lnTlToBr>
                    <a:lnBlToTr w="12700" cmpd="sng">
                      <a:noFill/>
                      <a:prstDash val="solid"/>
                    </a:lnBlToTr>
                    <a:solidFill>
                      <a:srgbClr val="005F65">
                        <a:alpha val="34118"/>
                      </a:srgbClr>
                    </a:solidFill>
                  </a:tcPr>
                </a:tc>
                <a:tc>
                  <a:txBody>
                    <a:bodyPr/>
                    <a:lstStyle>
                      <a:lvl1pPr marL="0" algn="l" defTabSz="914400" rtl="0" eaLnBrk="1" latinLnBrk="0" hangingPunct="1">
                        <a:defRPr sz="1800" kern="1200">
                          <a:solidFill>
                            <a:schemeClr val="tx1"/>
                          </a:solidFill>
                          <a:latin typeface="Arial Narrow"/>
                          <a:ea typeface="Tungsten Medium"/>
                          <a:cs typeface="Tungsten Medium"/>
                        </a:defRPr>
                      </a:lvl1pPr>
                      <a:lvl2pPr marL="457200" algn="l" defTabSz="914400" rtl="0" eaLnBrk="1" latinLnBrk="0" hangingPunct="1">
                        <a:defRPr sz="1800" kern="1200">
                          <a:solidFill>
                            <a:schemeClr val="tx1"/>
                          </a:solidFill>
                          <a:latin typeface="Arial Narrow"/>
                          <a:ea typeface="Tungsten Medium"/>
                          <a:cs typeface="Tungsten Medium"/>
                        </a:defRPr>
                      </a:lvl2pPr>
                      <a:lvl3pPr marL="914400" algn="l" defTabSz="914400" rtl="0" eaLnBrk="1" latinLnBrk="0" hangingPunct="1">
                        <a:defRPr sz="1800" kern="1200">
                          <a:solidFill>
                            <a:schemeClr val="tx1"/>
                          </a:solidFill>
                          <a:latin typeface="Arial Narrow"/>
                          <a:ea typeface="Tungsten Medium"/>
                          <a:cs typeface="Tungsten Medium"/>
                        </a:defRPr>
                      </a:lvl3pPr>
                      <a:lvl4pPr marL="1371600" algn="l" defTabSz="914400" rtl="0" eaLnBrk="1" latinLnBrk="0" hangingPunct="1">
                        <a:defRPr sz="1800" kern="1200">
                          <a:solidFill>
                            <a:schemeClr val="tx1"/>
                          </a:solidFill>
                          <a:latin typeface="Arial Narrow"/>
                          <a:ea typeface="Tungsten Medium"/>
                          <a:cs typeface="Tungsten Medium"/>
                        </a:defRPr>
                      </a:lvl4pPr>
                      <a:lvl5pPr marL="1828800" algn="l" defTabSz="914400" rtl="0" eaLnBrk="1" latinLnBrk="0" hangingPunct="1">
                        <a:defRPr sz="1800" kern="1200">
                          <a:solidFill>
                            <a:schemeClr val="tx1"/>
                          </a:solidFill>
                          <a:latin typeface="Arial Narrow"/>
                          <a:ea typeface="Tungsten Medium"/>
                          <a:cs typeface="Tungsten Medium"/>
                        </a:defRPr>
                      </a:lvl5pPr>
                      <a:lvl6pPr marL="2286000" algn="l" defTabSz="914400" rtl="0" eaLnBrk="1" latinLnBrk="0" hangingPunct="1">
                        <a:defRPr sz="1800" kern="1200">
                          <a:solidFill>
                            <a:schemeClr val="tx1"/>
                          </a:solidFill>
                          <a:latin typeface="Arial Narrow"/>
                          <a:ea typeface="Tungsten Medium"/>
                          <a:cs typeface="Tungsten Medium"/>
                        </a:defRPr>
                      </a:lvl6pPr>
                      <a:lvl7pPr marL="2743200" algn="l" defTabSz="914400" rtl="0" eaLnBrk="1" latinLnBrk="0" hangingPunct="1">
                        <a:defRPr sz="1800" kern="1200">
                          <a:solidFill>
                            <a:schemeClr val="tx1"/>
                          </a:solidFill>
                          <a:latin typeface="Arial Narrow"/>
                          <a:ea typeface="Tungsten Medium"/>
                          <a:cs typeface="Tungsten Medium"/>
                        </a:defRPr>
                      </a:lvl7pPr>
                      <a:lvl8pPr marL="3200400" algn="l" defTabSz="914400" rtl="0" eaLnBrk="1" latinLnBrk="0" hangingPunct="1">
                        <a:defRPr sz="1800" kern="1200">
                          <a:solidFill>
                            <a:schemeClr val="tx1"/>
                          </a:solidFill>
                          <a:latin typeface="Arial Narrow"/>
                          <a:ea typeface="Tungsten Medium"/>
                          <a:cs typeface="Tungsten Medium"/>
                        </a:defRPr>
                      </a:lvl8pPr>
                      <a:lvl9pPr marL="3657600" algn="l" defTabSz="914400" rtl="0" eaLnBrk="1" latinLnBrk="0" hangingPunct="1">
                        <a:defRPr sz="1800" kern="1200">
                          <a:solidFill>
                            <a:schemeClr val="tx1"/>
                          </a:solidFill>
                          <a:latin typeface="Arial Narrow"/>
                          <a:ea typeface="Tungsten Medium"/>
                          <a:cs typeface="Tungsten Medium"/>
                        </a:defRPr>
                      </a:lvl9pPr>
                    </a:lstStyle>
                    <a:p>
                      <a:pPr marL="171450" indent="-171450">
                        <a:buFont typeface="Arial" panose="020B0604020202020204" pitchFamily="34" charset="0"/>
                        <a:buChar char="•"/>
                      </a:pPr>
                      <a:r>
                        <a:rPr lang="en-US" sz="1100" dirty="0">
                          <a:latin typeface="+mj-lt"/>
                        </a:rPr>
                        <a:t>One view of </a:t>
                      </a:r>
                      <a:r>
                        <a:rPr lang="en-US" sz="1100" b="1" dirty="0">
                          <a:latin typeface="+mj-lt"/>
                        </a:rPr>
                        <a:t>what’s ready</a:t>
                      </a:r>
                      <a:r>
                        <a:rPr lang="en-US" sz="1100" dirty="0">
                          <a:latin typeface="+mj-lt"/>
                        </a:rPr>
                        <a:t>, </a:t>
                      </a:r>
                      <a:r>
                        <a:rPr lang="en-US" sz="1100" b="1" dirty="0">
                          <a:latin typeface="+mj-lt"/>
                        </a:rPr>
                        <a:t>where it fits</a:t>
                      </a:r>
                      <a:r>
                        <a:rPr lang="en-US" sz="1100" dirty="0">
                          <a:latin typeface="+mj-lt"/>
                        </a:rPr>
                        <a:t>, and </a:t>
                      </a:r>
                      <a:r>
                        <a:rPr lang="en-US" sz="1100" b="1" dirty="0">
                          <a:latin typeface="+mj-lt"/>
                        </a:rPr>
                        <a:t>who owns it</a:t>
                      </a:r>
                      <a:endParaRPr lang="en-US" sz="1100" dirty="0">
                        <a:latin typeface="+mj-lt"/>
                      </a:endParaRPr>
                    </a:p>
                    <a:p>
                      <a:pPr marL="171450" indent="-171450">
                        <a:buFont typeface="Arial" panose="020B0604020202020204" pitchFamily="34" charset="0"/>
                        <a:buChar char="•"/>
                      </a:pPr>
                      <a:r>
                        <a:rPr lang="en-US" sz="1100" b="0" dirty="0">
                          <a:latin typeface="+mj-lt"/>
                        </a:rPr>
                        <a:t>Clarity and accountability in </a:t>
                      </a:r>
                      <a:r>
                        <a:rPr lang="en-US" sz="1100" b="1" dirty="0">
                          <a:latin typeface="+mj-lt"/>
                        </a:rPr>
                        <a:t>target accounts + follow-ups</a:t>
                      </a:r>
                      <a:endParaRPr lang="en-US" sz="1100" dirty="0">
                        <a:latin typeface="+mj-lt"/>
                      </a:endParaRPr>
                    </a:p>
                    <a:p>
                      <a:pPr marL="171450" indent="-171450">
                        <a:buFont typeface="Arial" panose="020B0604020202020204" pitchFamily="34" charset="0"/>
                        <a:buChar char="•"/>
                      </a:pPr>
                      <a:r>
                        <a:rPr lang="en-US" sz="1100" dirty="0">
                          <a:latin typeface="+mj-lt"/>
                        </a:rPr>
                        <a:t>Reusable assets (</a:t>
                      </a:r>
                      <a:r>
                        <a:rPr lang="en-US" sz="1100" b="1" dirty="0">
                          <a:latin typeface="+mj-lt"/>
                        </a:rPr>
                        <a:t>demo + talk track</a:t>
                      </a:r>
                      <a:r>
                        <a:rPr lang="en-US" sz="1100" dirty="0">
                          <a:latin typeface="+mj-lt"/>
                        </a:rPr>
                        <a:t>) to scale and enable faster cross-sell across pursuits</a:t>
                      </a:r>
                    </a:p>
                  </a:txBody>
                  <a:tcPr marL="45720" marR="45720" anchor="ctr">
                    <a:lnL w="12700" cmpd="sng">
                      <a:noFill/>
                    </a:lnL>
                    <a:lnR w="12700" cap="flat" cmpd="sng" algn="ctr">
                      <a:no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ysDash"/>
                      <a:round/>
                      <a:headEnd type="none" w="med" len="med"/>
                      <a:tailEnd type="none" w="med" len="med"/>
                    </a:lnB>
                    <a:lnTlToBr w="12700" cmpd="sng">
                      <a:noFill/>
                      <a:prstDash val="solid"/>
                    </a:lnTlToBr>
                    <a:lnBlToTr w="12700" cmpd="sng">
                      <a:noFill/>
                      <a:prstDash val="solid"/>
                    </a:lnBlToTr>
                    <a:solidFill>
                      <a:srgbClr val="1F2121">
                        <a:alpha val="5000"/>
                      </a:srgbClr>
                    </a:solidFill>
                  </a:tcPr>
                </a:tc>
                <a:extLst>
                  <a:ext uri="{0D108BD9-81ED-4DB2-BD59-A6C34878D82A}">
                    <a16:rowId xmlns:a16="http://schemas.microsoft.com/office/drawing/2014/main" val="10002"/>
                  </a:ext>
                </a:extLst>
              </a:tr>
            </a:tbl>
          </a:graphicData>
        </a:graphic>
      </p:graphicFrame>
      <p:pic>
        <p:nvPicPr>
          <p:cNvPr id="14" name="Picture 13">
            <a:extLst>
              <a:ext uri="{FF2B5EF4-FFF2-40B4-BE49-F238E27FC236}">
                <a16:creationId xmlns:a16="http://schemas.microsoft.com/office/drawing/2014/main" id="{2656CCF8-D54E-46D7-BA32-F63EB04D69CC}"/>
              </a:ext>
            </a:extLst>
          </p:cNvPr>
          <p:cNvPicPr>
            <a:picLocks noChangeAspect="1"/>
          </p:cNvPicPr>
          <p:nvPr/>
        </p:nvPicPr>
        <p:blipFill>
          <a:blip r:embed="rId3">
            <a:biLevel thresh="25000"/>
            <a:extLst>
              <a:ext uri="{28A0092B-C50C-407E-A947-70E740481C1C}">
                <a14:useLocalDpi xmlns:a14="http://schemas.microsoft.com/office/drawing/2010/main" val="0"/>
              </a:ext>
            </a:extLst>
          </a:blip>
          <a:stretch>
            <a:fillRect/>
          </a:stretch>
        </p:blipFill>
        <p:spPr>
          <a:xfrm>
            <a:off x="626825" y="5155202"/>
            <a:ext cx="562284" cy="363491"/>
          </a:xfrm>
          <a:prstGeom prst="rect">
            <a:avLst/>
          </a:prstGeom>
        </p:spPr>
      </p:pic>
      <p:pic>
        <p:nvPicPr>
          <p:cNvPr id="15" name="Picture 14">
            <a:extLst>
              <a:ext uri="{FF2B5EF4-FFF2-40B4-BE49-F238E27FC236}">
                <a16:creationId xmlns:a16="http://schemas.microsoft.com/office/drawing/2014/main" id="{A895555A-3CDF-0B08-5211-75AA31B17F66}"/>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88224" y="2340517"/>
            <a:ext cx="434000" cy="434000"/>
          </a:xfrm>
          <a:prstGeom prst="rect">
            <a:avLst/>
          </a:prstGeom>
        </p:spPr>
      </p:pic>
      <p:pic>
        <p:nvPicPr>
          <p:cNvPr id="16" name="Graphic 15" descr="Cloud">
            <a:extLst>
              <a:ext uri="{FF2B5EF4-FFF2-40B4-BE49-F238E27FC236}">
                <a16:creationId xmlns:a16="http://schemas.microsoft.com/office/drawing/2014/main" id="{0A64D0C9-946F-102C-768A-0EB701CD322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1338" y="3666681"/>
            <a:ext cx="567771" cy="567771"/>
          </a:xfrm>
          <a:prstGeom prst="rect">
            <a:avLst/>
          </a:prstGeom>
        </p:spPr>
      </p:pic>
      <p:sp>
        <p:nvSpPr>
          <p:cNvPr id="17" name="Rectangle 16">
            <a:extLst>
              <a:ext uri="{FF2B5EF4-FFF2-40B4-BE49-F238E27FC236}">
                <a16:creationId xmlns:a16="http://schemas.microsoft.com/office/drawing/2014/main" id="{24B5B909-4817-4F2D-2119-39ECB49C64DD}"/>
              </a:ext>
            </a:extLst>
          </p:cNvPr>
          <p:cNvSpPr/>
          <p:nvPr/>
        </p:nvSpPr>
        <p:spPr>
          <a:xfrm>
            <a:off x="8268930" y="1828363"/>
            <a:ext cx="3687097" cy="2061585"/>
          </a:xfrm>
          <a:prstGeom prst="rect">
            <a:avLst/>
          </a:prstGeom>
          <a:noFill/>
          <a:ln>
            <a:solidFill>
              <a:srgbClr val="005F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8270" marR="0" lvl="0" indent="-128270" algn="l" defTabSz="555276" rtl="0" eaLnBrk="1" fontAlgn="auto" latinLnBrk="0" hangingPunct="1">
              <a:lnSpc>
                <a:spcPct val="100000"/>
              </a:lnSpc>
              <a:spcBef>
                <a:spcPts val="300"/>
              </a:spcBef>
              <a:spcAft>
                <a:spcPts val="0"/>
              </a:spcAft>
              <a:buClr>
                <a:srgbClr val="FFFFFF"/>
              </a:buClr>
              <a:buSzTx/>
              <a:buFont typeface="Wingdings" charset="2"/>
              <a:buChar char="§"/>
              <a:tabLst/>
              <a:defRPr/>
            </a:pPr>
            <a:endParaRPr kumimoji="0" lang="en-US" sz="1050" b="0" i="0" u="none" strike="noStrike" kern="1200" cap="none" spc="0" normalizeH="0" baseline="0" noProof="0" dirty="0">
              <a:ln>
                <a:noFill/>
              </a:ln>
              <a:solidFill>
                <a:schemeClr val="tx1"/>
              </a:solidFill>
              <a:effectLst/>
              <a:uLnTx/>
              <a:uFillTx/>
              <a:latin typeface="Calibri" panose="020F0502020204030204"/>
              <a:ea typeface="Roboto Condensed" charset="0"/>
              <a:cs typeface="Helvetica"/>
            </a:endParaRPr>
          </a:p>
        </p:txBody>
      </p:sp>
      <p:sp>
        <p:nvSpPr>
          <p:cNvPr id="18" name="Rectangle 17">
            <a:extLst>
              <a:ext uri="{FF2B5EF4-FFF2-40B4-BE49-F238E27FC236}">
                <a16:creationId xmlns:a16="http://schemas.microsoft.com/office/drawing/2014/main" id="{314D12A5-5A43-ADEE-1B0E-C90F5156978E}"/>
              </a:ext>
            </a:extLst>
          </p:cNvPr>
          <p:cNvSpPr/>
          <p:nvPr/>
        </p:nvSpPr>
        <p:spPr>
          <a:xfrm>
            <a:off x="8276079" y="4234453"/>
            <a:ext cx="3687097" cy="1842370"/>
          </a:xfrm>
          <a:prstGeom prst="rect">
            <a:avLst/>
          </a:prstGeom>
          <a:noFill/>
          <a:ln>
            <a:solidFill>
              <a:srgbClr val="005F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28270" marR="0" lvl="0" indent="-128270" algn="l" defTabSz="555276" rtl="0" eaLnBrk="1" fontAlgn="auto" latinLnBrk="0" hangingPunct="1">
              <a:lnSpc>
                <a:spcPct val="100000"/>
              </a:lnSpc>
              <a:spcBef>
                <a:spcPts val="300"/>
              </a:spcBef>
              <a:spcAft>
                <a:spcPts val="0"/>
              </a:spcAft>
              <a:buClr>
                <a:srgbClr val="FFFFFF"/>
              </a:buClr>
              <a:buSzTx/>
              <a:buFont typeface="Wingdings" charset="2"/>
              <a:buChar char="§"/>
              <a:tabLst/>
              <a:defRPr/>
            </a:pPr>
            <a:endParaRPr kumimoji="0" lang="en-US" sz="1050" b="0" i="0" u="none" strike="noStrike" kern="1200" cap="none" spc="0" normalizeH="0" baseline="0" noProof="0" dirty="0">
              <a:ln>
                <a:noFill/>
              </a:ln>
              <a:solidFill>
                <a:schemeClr val="tx1"/>
              </a:solidFill>
              <a:effectLst/>
              <a:uLnTx/>
              <a:uFillTx/>
              <a:latin typeface="Calibri" panose="020F0502020204030204"/>
              <a:ea typeface="Roboto Condensed" charset="0"/>
              <a:cs typeface="Helvetica"/>
            </a:endParaRPr>
          </a:p>
        </p:txBody>
      </p:sp>
      <p:sp>
        <p:nvSpPr>
          <p:cNvPr id="19" name="Rectangle 18">
            <a:extLst>
              <a:ext uri="{FF2B5EF4-FFF2-40B4-BE49-F238E27FC236}">
                <a16:creationId xmlns:a16="http://schemas.microsoft.com/office/drawing/2014/main" id="{9ABD7AA4-9C39-8E0A-DC52-884A5E61DF86}"/>
              </a:ext>
            </a:extLst>
          </p:cNvPr>
          <p:cNvSpPr/>
          <p:nvPr/>
        </p:nvSpPr>
        <p:spPr>
          <a:xfrm>
            <a:off x="8599946" y="1613222"/>
            <a:ext cx="3025063" cy="430283"/>
          </a:xfrm>
          <a:prstGeom prst="rect">
            <a:avLst/>
          </a:prstGeom>
          <a:solidFill>
            <a:srgbClr val="47727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584200" rtl="0" eaLnBrk="1" fontAlgn="auto" latinLnBrk="0" hangingPunct="0">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bg1"/>
                </a:solidFill>
                <a:effectLst/>
                <a:uLnTx/>
                <a:uFillTx/>
                <a:latin typeface="Century Gothic" panose="020B0502020202020204" pitchFamily="34" charset="0"/>
                <a:ea typeface="Helvetica Neue Medium"/>
                <a:cs typeface="Helvetica Neue Medium"/>
                <a:sym typeface="Helvetica Neue Medium"/>
              </a:rPr>
              <a:t>THE AMBITION</a:t>
            </a:r>
            <a:endParaRPr kumimoji="0" lang="en-US" sz="1400" b="1" i="0" u="none" strike="noStrike" kern="1200" cap="none" spc="0" normalizeH="0" baseline="0" noProof="0" dirty="0">
              <a:ln>
                <a:noFill/>
              </a:ln>
              <a:solidFill>
                <a:schemeClr val="bg1"/>
              </a:solidFill>
              <a:effectLst/>
              <a:uLnTx/>
              <a:uFillTx/>
              <a:latin typeface="Tungsten Semibold"/>
              <a:ea typeface="Helvetica Neue Medium"/>
              <a:cs typeface="Helvetica Neue Medium"/>
              <a:sym typeface="Helvetica Neue Medium"/>
            </a:endParaRPr>
          </a:p>
        </p:txBody>
      </p:sp>
      <p:sp>
        <p:nvSpPr>
          <p:cNvPr id="23" name="Rectangle 22">
            <a:extLst>
              <a:ext uri="{FF2B5EF4-FFF2-40B4-BE49-F238E27FC236}">
                <a16:creationId xmlns:a16="http://schemas.microsoft.com/office/drawing/2014/main" id="{1FC8AB20-CC62-16DD-C43D-CFEC18F3CA55}"/>
              </a:ext>
            </a:extLst>
          </p:cNvPr>
          <p:cNvSpPr/>
          <p:nvPr/>
        </p:nvSpPr>
        <p:spPr>
          <a:xfrm>
            <a:off x="8588905" y="3984098"/>
            <a:ext cx="3025063" cy="430283"/>
          </a:xfrm>
          <a:prstGeom prst="rect">
            <a:avLst/>
          </a:prstGeom>
          <a:solidFill>
            <a:srgbClr val="47727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584200" rtl="0" eaLnBrk="1" fontAlgn="auto" latinLnBrk="0" hangingPunct="0">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bg1"/>
                </a:solidFill>
                <a:effectLst/>
                <a:uLnTx/>
                <a:uFillTx/>
                <a:latin typeface="Century Gothic" panose="020B0502020202020204" pitchFamily="34" charset="0"/>
                <a:ea typeface="Helvetica Neue Medium"/>
                <a:cs typeface="Helvetica Neue Medium"/>
                <a:sym typeface="Helvetica Neue Medium"/>
              </a:rPr>
              <a:t>WHAT’S IN IT FOR YOU</a:t>
            </a:r>
            <a:endParaRPr kumimoji="0" lang="en-US" sz="1400" b="1" i="0" u="none" strike="noStrike" kern="1200" cap="none" spc="0" normalizeH="0" baseline="0" noProof="0" dirty="0">
              <a:ln>
                <a:noFill/>
              </a:ln>
              <a:solidFill>
                <a:schemeClr val="bg1"/>
              </a:solidFill>
              <a:effectLst/>
              <a:uLnTx/>
              <a:uFillTx/>
              <a:latin typeface="Tungsten Semibold"/>
              <a:ea typeface="Helvetica Neue Medium"/>
              <a:cs typeface="Helvetica Neue Medium"/>
              <a:sym typeface="Helvetica Neue Medium"/>
            </a:endParaRPr>
          </a:p>
        </p:txBody>
      </p:sp>
      <p:sp>
        <p:nvSpPr>
          <p:cNvPr id="3" name="Rectangle 1">
            <a:extLst>
              <a:ext uri="{FF2B5EF4-FFF2-40B4-BE49-F238E27FC236}">
                <a16:creationId xmlns:a16="http://schemas.microsoft.com/office/drawing/2014/main" id="{B41D20AF-32EF-E6DB-A6C9-7DD7F6510351}"/>
              </a:ext>
            </a:extLst>
          </p:cNvPr>
          <p:cNvSpPr>
            <a:spLocks noChangeArrowheads="1"/>
          </p:cNvSpPr>
          <p:nvPr/>
        </p:nvSpPr>
        <p:spPr bwMode="auto">
          <a:xfrm>
            <a:off x="8257889" y="2100424"/>
            <a:ext cx="3687097" cy="172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200" b="1" i="0" u="none" strike="noStrike" cap="none" normalizeH="0" baseline="0" dirty="0">
                <a:ln>
                  <a:noFill/>
                </a:ln>
                <a:solidFill>
                  <a:schemeClr val="tx1"/>
                </a:solidFill>
                <a:effectLst/>
                <a:latin typeface="+mj-lt"/>
              </a:rPr>
              <a:t>FY27 US ambition:</a:t>
            </a:r>
            <a:r>
              <a:rPr kumimoji="0" lang="en-US" altLang="en-US" sz="1200" b="0" i="0" u="none" strike="noStrike" cap="none" normalizeH="0" baseline="0" dirty="0">
                <a:ln>
                  <a:noFill/>
                </a:ln>
                <a:solidFill>
                  <a:schemeClr val="tx1"/>
                </a:solidFill>
                <a:effectLst/>
                <a:latin typeface="+mj-lt"/>
              </a:rPr>
              <a:t> scale AI revenue from </a:t>
            </a:r>
            <a:r>
              <a:rPr kumimoji="0" lang="en-US" altLang="en-US" sz="1200" b="1" i="0" u="none" strike="noStrike" cap="none" normalizeH="0" baseline="0" dirty="0">
                <a:ln>
                  <a:noFill/>
                </a:ln>
                <a:solidFill>
                  <a:schemeClr val="tx1"/>
                </a:solidFill>
                <a:effectLst/>
                <a:latin typeface="+mj-lt"/>
              </a:rPr>
              <a:t>~$15M to ~$30M</a:t>
            </a:r>
            <a:endParaRPr kumimoji="0" lang="en-US" altLang="en-US" sz="1200" b="0" i="0" u="none" strike="noStrike" cap="none" normalizeH="0" baseline="0" dirty="0">
              <a:ln>
                <a:noFill/>
              </a:ln>
              <a:solidFill>
                <a:schemeClr val="tx1"/>
              </a:solidFill>
              <a:effectLst/>
              <a:latin typeface="+mj-lt"/>
            </a:endParaRPr>
          </a:p>
          <a:p>
            <a:pPr marL="171450" marR="0" lvl="0" indent="-1714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200" i="0" u="none" strike="noStrike" cap="none" normalizeH="0" baseline="0" dirty="0">
                <a:ln>
                  <a:noFill/>
                </a:ln>
                <a:solidFill>
                  <a:schemeClr val="tx1"/>
                </a:solidFill>
                <a:effectLst/>
                <a:latin typeface="+mj-lt"/>
              </a:rPr>
              <a:t>Build repeatable, industry-relevant AI service offerings that practices can take to multiple clients</a:t>
            </a:r>
          </a:p>
          <a:p>
            <a:pPr marL="171450" marR="0" lvl="0" indent="-1714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mj-lt"/>
              </a:rPr>
              <a:t>This is a </a:t>
            </a:r>
            <a:r>
              <a:rPr kumimoji="0" lang="en-US" altLang="en-US" sz="1200" b="1" i="0" u="none" strike="noStrike" cap="none" normalizeH="0" baseline="0" dirty="0">
                <a:ln>
                  <a:noFill/>
                </a:ln>
                <a:solidFill>
                  <a:schemeClr val="tx1"/>
                </a:solidFill>
                <a:effectLst/>
                <a:latin typeface="+mj-lt"/>
              </a:rPr>
              <a:t>practice-led motion</a:t>
            </a:r>
            <a:r>
              <a:rPr kumimoji="0" lang="en-US" altLang="en-US" sz="1200" b="0" i="0" u="none" strike="noStrike" cap="none" normalizeH="0" baseline="0" dirty="0">
                <a:ln>
                  <a:noFill/>
                </a:ln>
                <a:solidFill>
                  <a:schemeClr val="tx1"/>
                </a:solidFill>
                <a:effectLst/>
                <a:latin typeface="+mj-lt"/>
              </a:rPr>
              <a:t> with tight interlock between </a:t>
            </a:r>
            <a:r>
              <a:rPr kumimoji="0" lang="en-US" altLang="en-US" sz="1200" b="1" i="0" u="none" strike="noStrike" cap="none" normalizeH="0" baseline="0" dirty="0">
                <a:ln>
                  <a:noFill/>
                </a:ln>
                <a:solidFill>
                  <a:schemeClr val="tx1"/>
                </a:solidFill>
                <a:effectLst/>
                <a:latin typeface="+mj-lt"/>
              </a:rPr>
              <a:t>practice champions, AI build support, and AI sales</a:t>
            </a:r>
            <a:endParaRPr kumimoji="0" lang="en-US" altLang="en-US" sz="1200" b="0" i="0" u="none" strike="noStrike" cap="none" normalizeH="0" baseline="0" dirty="0">
              <a:ln>
                <a:noFill/>
              </a:ln>
              <a:solidFill>
                <a:schemeClr val="tx1"/>
              </a:solidFill>
              <a:effectLst/>
              <a:latin typeface="+mj-lt"/>
            </a:endParaRPr>
          </a:p>
        </p:txBody>
      </p:sp>
      <p:sp>
        <p:nvSpPr>
          <p:cNvPr id="2" name="Rectangle 1">
            <a:extLst>
              <a:ext uri="{FF2B5EF4-FFF2-40B4-BE49-F238E27FC236}">
                <a16:creationId xmlns:a16="http://schemas.microsoft.com/office/drawing/2014/main" id="{AE685424-4E64-634E-6603-34BC4BBC6184}"/>
              </a:ext>
            </a:extLst>
          </p:cNvPr>
          <p:cNvSpPr>
            <a:spLocks noChangeArrowheads="1"/>
          </p:cNvSpPr>
          <p:nvPr/>
        </p:nvSpPr>
        <p:spPr bwMode="auto">
          <a:xfrm>
            <a:off x="8276079" y="4437688"/>
            <a:ext cx="3687097" cy="1615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Century Gothic" panose="020B0502020202020204" pitchFamily="34" charset="0"/>
              </a:rPr>
              <a:t>Be in the forefront in defining and shaping offerings your practice can take to market</a:t>
            </a: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lang="en-US" altLang="en-US" sz="1200" dirty="0">
                <a:latin typeface="Century Gothic" panose="020B0502020202020204" pitchFamily="34" charset="0"/>
              </a:rPr>
              <a:t>Be a driver in embedding AI into how we operate and deliver</a:t>
            </a:r>
            <a:endParaRPr kumimoji="0" lang="en-US" altLang="en-US" sz="1200" b="0" i="0" u="none" strike="noStrike" cap="none" normalizeH="0" baseline="0" dirty="0">
              <a:ln>
                <a:noFill/>
              </a:ln>
              <a:solidFill>
                <a:schemeClr val="tx1"/>
              </a:solidFill>
              <a:effectLst/>
              <a:latin typeface="Century Gothic" panose="020B0502020202020204" pitchFamily="34" charset="0"/>
            </a:endParaRPr>
          </a:p>
          <a:p>
            <a:pPr marL="285750" indent="-285750" eaLnBrk="0" fontAlgn="base" hangingPunct="0">
              <a:spcBef>
                <a:spcPct val="0"/>
              </a:spcBef>
              <a:spcAft>
                <a:spcPts val="600"/>
              </a:spcAft>
              <a:buFont typeface="Arial" panose="020B0604020202020204" pitchFamily="34" charset="0"/>
              <a:buChar char="•"/>
            </a:pPr>
            <a:r>
              <a:rPr lang="en-US" altLang="en-US" sz="1200" dirty="0">
                <a:latin typeface="Century Gothic" panose="020B0502020202020204" pitchFamily="34" charset="0"/>
              </a:rPr>
              <a:t>A direct connection to </a:t>
            </a:r>
            <a:r>
              <a:rPr lang="en-US" altLang="en-US" sz="1200" b="1" dirty="0">
                <a:latin typeface="Century Gothic" panose="020B0502020202020204" pitchFamily="34" charset="0"/>
              </a:rPr>
              <a:t>pipeline creation and downstream sales credit</a:t>
            </a:r>
            <a:endParaRPr kumimoji="0" lang="en-US" altLang="en-US" sz="1200" b="0" i="0" u="none" strike="noStrike" cap="none" normalizeH="0" baseline="0" dirty="0">
              <a:ln>
                <a:noFill/>
              </a:ln>
              <a:solidFill>
                <a:schemeClr val="tx1"/>
              </a:solidFill>
              <a:effectLst/>
              <a:latin typeface="Century Gothic" panose="020B0502020202020204" pitchFamily="34" charset="0"/>
            </a:endParaRPr>
          </a:p>
          <a:p>
            <a:pPr marL="285750" marR="0" lvl="0" indent="-28575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Century Gothic" panose="020B0502020202020204" pitchFamily="34" charset="0"/>
              </a:rPr>
              <a:t>Gain </a:t>
            </a:r>
            <a:r>
              <a:rPr lang="en-US" altLang="en-US" sz="1200" dirty="0">
                <a:latin typeface="Century Gothic" panose="020B0502020202020204" pitchFamily="34" charset="0"/>
              </a:rPr>
              <a:t>C</a:t>
            </a:r>
            <a:r>
              <a:rPr kumimoji="0" lang="en-US" altLang="en-US" sz="1200" b="0" i="0" u="none" strike="noStrike" cap="none" normalizeH="0" baseline="0" dirty="0">
                <a:ln>
                  <a:noFill/>
                </a:ln>
                <a:solidFill>
                  <a:schemeClr val="tx1"/>
                </a:solidFill>
                <a:effectLst/>
                <a:latin typeface="Century Gothic" panose="020B0502020202020204" pitchFamily="34" charset="0"/>
              </a:rPr>
              <a:t>ommunity rating credit</a:t>
            </a:r>
          </a:p>
        </p:txBody>
      </p:sp>
    </p:spTree>
    <p:extLst>
      <p:ext uri="{BB962C8B-B14F-4D97-AF65-F5344CB8AC3E}">
        <p14:creationId xmlns:p14="http://schemas.microsoft.com/office/powerpoint/2010/main" val="37171873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6AEF6-EE7F-DC8B-7A0F-D846ABE70FBC}"/>
              </a:ext>
            </a:extLst>
          </p:cNvPr>
          <p:cNvSpPr>
            <a:spLocks noGrp="1"/>
          </p:cNvSpPr>
          <p:nvPr>
            <p:ph type="title"/>
          </p:nvPr>
        </p:nvSpPr>
        <p:spPr>
          <a:xfrm>
            <a:off x="542646" y="411632"/>
            <a:ext cx="11098999" cy="332399"/>
          </a:xfrm>
        </p:spPr>
        <p:txBody>
          <a:bodyPr/>
          <a:lstStyle/>
          <a:p>
            <a:r>
              <a:rPr lang="en-US"/>
              <a:t>Meet Your “AI Power Team”: Assembled to Win in Every Practice</a:t>
            </a:r>
          </a:p>
        </p:txBody>
      </p:sp>
      <p:graphicFrame>
        <p:nvGraphicFramePr>
          <p:cNvPr id="6" name="Table 5">
            <a:extLst>
              <a:ext uri="{FF2B5EF4-FFF2-40B4-BE49-F238E27FC236}">
                <a16:creationId xmlns:a16="http://schemas.microsoft.com/office/drawing/2014/main" id="{366039D2-E9C3-D999-1689-D09D26D73145}"/>
              </a:ext>
            </a:extLst>
          </p:cNvPr>
          <p:cNvGraphicFramePr>
            <a:graphicFrameLocks noGrp="1"/>
          </p:cNvGraphicFramePr>
          <p:nvPr>
            <p:extLst>
              <p:ext uri="{D42A27DB-BD31-4B8C-83A1-F6EECF244321}">
                <p14:modId xmlns:p14="http://schemas.microsoft.com/office/powerpoint/2010/main" val="1886189984"/>
              </p:ext>
            </p:extLst>
          </p:nvPr>
        </p:nvGraphicFramePr>
        <p:xfrm>
          <a:off x="542646" y="943031"/>
          <a:ext cx="11045245" cy="1925987"/>
        </p:xfrm>
        <a:graphic>
          <a:graphicData uri="http://schemas.openxmlformats.org/drawingml/2006/table">
            <a:tbl>
              <a:tblPr>
                <a:tableStyleId>{E929F9F4-4A8F-4326-A1B4-22849713DDAB}</a:tableStyleId>
              </a:tblPr>
              <a:tblGrid>
                <a:gridCol w="1115065">
                  <a:extLst>
                    <a:ext uri="{9D8B030D-6E8A-4147-A177-3AD203B41FA5}">
                      <a16:colId xmlns:a16="http://schemas.microsoft.com/office/drawing/2014/main" val="3194708318"/>
                    </a:ext>
                  </a:extLst>
                </a:gridCol>
                <a:gridCol w="2482545">
                  <a:extLst>
                    <a:ext uri="{9D8B030D-6E8A-4147-A177-3AD203B41FA5}">
                      <a16:colId xmlns:a16="http://schemas.microsoft.com/office/drawing/2014/main" val="375707866"/>
                    </a:ext>
                  </a:extLst>
                </a:gridCol>
                <a:gridCol w="2482545">
                  <a:extLst>
                    <a:ext uri="{9D8B030D-6E8A-4147-A177-3AD203B41FA5}">
                      <a16:colId xmlns:a16="http://schemas.microsoft.com/office/drawing/2014/main" val="2918699078"/>
                    </a:ext>
                  </a:extLst>
                </a:gridCol>
                <a:gridCol w="2482545">
                  <a:extLst>
                    <a:ext uri="{9D8B030D-6E8A-4147-A177-3AD203B41FA5}">
                      <a16:colId xmlns:a16="http://schemas.microsoft.com/office/drawing/2014/main" val="1735028144"/>
                    </a:ext>
                  </a:extLst>
                </a:gridCol>
                <a:gridCol w="2482545">
                  <a:extLst>
                    <a:ext uri="{9D8B030D-6E8A-4147-A177-3AD203B41FA5}">
                      <a16:colId xmlns:a16="http://schemas.microsoft.com/office/drawing/2014/main" val="3773694707"/>
                    </a:ext>
                  </a:extLst>
                </a:gridCol>
              </a:tblGrid>
              <a:tr h="262922">
                <a:tc>
                  <a:txBody>
                    <a:bodyPr/>
                    <a:lstStyle/>
                    <a:p>
                      <a:pPr algn="ctr" fontAlgn="ctr">
                        <a:buNone/>
                      </a:pPr>
                      <a:r>
                        <a:rPr lang="en-CA" sz="1200" b="1" u="none" strike="noStrike">
                          <a:effectLst/>
                        </a:rPr>
                        <a:t>Practice</a:t>
                      </a:r>
                      <a:endParaRPr lang="en-CA" sz="1200" b="1" i="0" u="none" strike="noStrike">
                        <a:solidFill>
                          <a:srgbClr val="000000"/>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pPr algn="ctr" fontAlgn="ctr">
                        <a:buNone/>
                      </a:pPr>
                      <a:r>
                        <a:rPr lang="en-CA" sz="1200" b="1" u="none" strike="noStrike">
                          <a:effectLst/>
                        </a:rPr>
                        <a:t>AI Service Offering Champion</a:t>
                      </a:r>
                      <a:endParaRPr lang="en-CA" sz="1200" b="1" i="0" u="none" strike="noStrike">
                        <a:solidFill>
                          <a:srgbClr val="FFFFFF"/>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CA" sz="1200" b="1" u="none" strike="noStrike">
                          <a:effectLst/>
                        </a:rPr>
                        <a:t>AI Infusion Champion</a:t>
                      </a:r>
                      <a:endParaRPr lang="en-CA" sz="1200" b="1" i="0" u="none" strike="noStrike">
                        <a:solidFill>
                          <a:srgbClr val="FFFFFF"/>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pPr algn="ctr" fontAlgn="ctr">
                        <a:buNone/>
                      </a:pPr>
                      <a:r>
                        <a:rPr lang="en-CA" sz="1200" b="1" u="none" strike="noStrike">
                          <a:effectLst/>
                        </a:rPr>
                        <a:t>AI Forward Deployed Engineer</a:t>
                      </a:r>
                      <a:endParaRPr lang="en-CA" sz="1200" b="1" i="0" u="none" strike="noStrike">
                        <a:solidFill>
                          <a:srgbClr val="000000"/>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pPr algn="ctr" fontAlgn="ctr">
                        <a:buNone/>
                      </a:pPr>
                      <a:r>
                        <a:rPr lang="en-CA" sz="1200" b="1" u="none" strike="noStrike">
                          <a:effectLst/>
                        </a:rPr>
                        <a:t>AI Sales Force</a:t>
                      </a:r>
                      <a:endParaRPr lang="en-CA" sz="1200" b="1" i="0" u="none" strike="noStrike">
                        <a:solidFill>
                          <a:srgbClr val="000000"/>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267834382"/>
                  </a:ext>
                </a:extLst>
              </a:tr>
              <a:tr h="190500">
                <a:tc>
                  <a:txBody>
                    <a:bodyPr/>
                    <a:lstStyle/>
                    <a:p>
                      <a:pPr algn="l" fontAlgn="b">
                        <a:buNone/>
                      </a:pPr>
                      <a:r>
                        <a:rPr lang="en-CA" sz="1050" b="1" u="none" strike="noStrike">
                          <a:solidFill>
                            <a:schemeClr val="tx1"/>
                          </a:solidFill>
                          <a:effectLst/>
                        </a:rPr>
                        <a:t>B&amp;P</a:t>
                      </a:r>
                      <a:endParaRPr lang="en-CA" sz="1050" b="1" i="0" u="none" strike="noStrike">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a:solidFill>
                            <a:schemeClr val="tx1"/>
                          </a:solidFill>
                          <a:effectLst/>
                        </a:rPr>
                        <a:t>Mike Rappaport; Spencer Feuer</a:t>
                      </a:r>
                      <a:endParaRPr lang="en-CA" sz="1050" b="0" i="0" u="none" strike="noStrike">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b="0" i="0" u="none" strike="noStrike">
                          <a:solidFill>
                            <a:srgbClr val="000000"/>
                          </a:solidFill>
                          <a:effectLst/>
                          <a:latin typeface="+mn-lt"/>
                        </a:rPr>
                        <a:t>Mike Rappaport; Spencer Feuer</a:t>
                      </a: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dirty="0">
                          <a:solidFill>
                            <a:schemeClr val="tx1"/>
                          </a:solidFill>
                          <a:effectLst/>
                        </a:rPr>
                        <a:t>TBD*</a:t>
                      </a:r>
                      <a:endParaRPr lang="en-CA" sz="1050" b="0" i="0" u="none" strike="noStrike" dirty="0">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a:solidFill>
                            <a:schemeClr val="tx1"/>
                          </a:solidFill>
                          <a:effectLst/>
                        </a:rPr>
                        <a:t>Matt Markham</a:t>
                      </a:r>
                      <a:endParaRPr lang="en-CA" sz="1050" b="0" i="0" u="none" strike="noStrike">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960326125"/>
                  </a:ext>
                </a:extLst>
              </a:tr>
              <a:tr h="190500">
                <a:tc>
                  <a:txBody>
                    <a:bodyPr/>
                    <a:lstStyle/>
                    <a:p>
                      <a:pPr algn="l" fontAlgn="b">
                        <a:buNone/>
                      </a:pPr>
                      <a:r>
                        <a:rPr lang="en-CA" sz="1050" b="1" u="none" strike="noStrike">
                          <a:solidFill>
                            <a:schemeClr val="tx1"/>
                          </a:solidFill>
                          <a:effectLst/>
                        </a:rPr>
                        <a:t>CM + WAM</a:t>
                      </a:r>
                      <a:endParaRPr lang="en-CA" sz="1050" b="1" i="0" u="none" strike="noStrike">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a:solidFill>
                            <a:schemeClr val="tx1"/>
                          </a:solidFill>
                          <a:effectLst/>
                        </a:rPr>
                        <a:t>Amrit Rai; Sean O’Connor</a:t>
                      </a:r>
                      <a:endParaRPr lang="en-CA" sz="1050" b="0" i="0" u="none" strike="noStrike">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b="0" i="0" u="none" strike="noStrike">
                          <a:solidFill>
                            <a:srgbClr val="000000"/>
                          </a:solidFill>
                          <a:effectLst/>
                          <a:latin typeface="+mn-lt"/>
                        </a:rPr>
                        <a:t>Thanh Le Xuan</a:t>
                      </a: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dirty="0">
                          <a:solidFill>
                            <a:schemeClr val="tx1"/>
                          </a:solidFill>
                          <a:effectLst/>
                        </a:rPr>
                        <a:t>TBD*</a:t>
                      </a:r>
                      <a:endParaRPr lang="en-CA" sz="1050" b="0" i="0" u="none" strike="noStrike" dirty="0">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a:solidFill>
                            <a:schemeClr val="tx1"/>
                          </a:solidFill>
                          <a:effectLst/>
                          <a:latin typeface="+mn-lt"/>
                        </a:rPr>
                        <a:t>John McCaffrey; Luke Penca</a:t>
                      </a:r>
                      <a:endParaRPr lang="en-CA" sz="1050" b="0" i="0" u="none" strike="noStrike">
                        <a:solidFill>
                          <a:schemeClr val="tx1"/>
                        </a:solidFill>
                        <a:effectLst/>
                        <a:latin typeface="+mn-lt"/>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40825126"/>
                  </a:ext>
                </a:extLst>
              </a:tr>
              <a:tr h="190500">
                <a:tc>
                  <a:txBody>
                    <a:bodyPr/>
                    <a:lstStyle/>
                    <a:p>
                      <a:pPr algn="l" fontAlgn="b">
                        <a:buNone/>
                      </a:pPr>
                      <a:r>
                        <a:rPr lang="en-CA" sz="1050" b="1" u="none" strike="noStrike">
                          <a:solidFill>
                            <a:schemeClr val="tx1"/>
                          </a:solidFill>
                          <a:effectLst/>
                        </a:rPr>
                        <a:t>Insurance</a:t>
                      </a:r>
                      <a:endParaRPr lang="en-CA" sz="1050" b="1" i="0" u="none" strike="noStrike">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b="0" i="0" u="none" strike="noStrike" kern="1200">
                          <a:solidFill>
                            <a:schemeClr val="tx1"/>
                          </a:solidFill>
                          <a:effectLst/>
                          <a:latin typeface="+mn-lt"/>
                          <a:ea typeface="+mn-ea"/>
                          <a:cs typeface="+mn-cs"/>
                        </a:rPr>
                        <a:t>Danielle Lutkus</a:t>
                      </a:r>
                      <a:endParaRPr lang="en-CA" sz="1050" b="0" i="0" u="none" strike="noStrike">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b="0" i="0" u="none" strike="noStrike">
                          <a:solidFill>
                            <a:srgbClr val="000000"/>
                          </a:solidFill>
                          <a:effectLst/>
                          <a:latin typeface="+mn-lt"/>
                        </a:rPr>
                        <a:t>Harrup Singh</a:t>
                      </a: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a:solidFill>
                            <a:schemeClr val="tx1"/>
                          </a:solidFill>
                          <a:effectLst/>
                        </a:rPr>
                        <a:t>Radu Marian</a:t>
                      </a:r>
                      <a:endParaRPr lang="en-CA" sz="1050" b="0" i="0" u="none" strike="noStrike">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dirty="0">
                          <a:solidFill>
                            <a:schemeClr val="tx1"/>
                          </a:solidFill>
                          <a:effectLst/>
                          <a:latin typeface="+mn-lt"/>
                        </a:rPr>
                        <a:t>Paul Laurent; Andy Soodek</a:t>
                      </a:r>
                      <a:endParaRPr lang="en-CA" sz="1050" b="0" i="0" u="none" strike="noStrike" dirty="0">
                        <a:solidFill>
                          <a:schemeClr val="tx1"/>
                        </a:solidFill>
                        <a:effectLst/>
                        <a:latin typeface="+mn-lt"/>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2194391352"/>
                  </a:ext>
                </a:extLst>
              </a:tr>
              <a:tr h="190500">
                <a:tc>
                  <a:txBody>
                    <a:bodyPr/>
                    <a:lstStyle/>
                    <a:p>
                      <a:pPr algn="l" fontAlgn="b">
                        <a:buNone/>
                      </a:pPr>
                      <a:r>
                        <a:rPr lang="en-CA" sz="1050" b="1" u="none" strike="noStrike">
                          <a:solidFill>
                            <a:schemeClr val="tx1"/>
                          </a:solidFill>
                          <a:effectLst/>
                        </a:rPr>
                        <a:t>Cyber</a:t>
                      </a:r>
                      <a:endParaRPr lang="en-CA" sz="1050" b="1" i="0" u="none" strike="noStrike">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a:solidFill>
                            <a:schemeClr val="tx1"/>
                          </a:solidFill>
                          <a:effectLst/>
                        </a:rPr>
                        <a:t>Keshav Khanna</a:t>
                      </a:r>
                      <a:endParaRPr lang="en-CA" sz="1050" b="0" i="0" u="none" strike="noStrike">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b="0" i="0" u="none" strike="noStrike">
                          <a:solidFill>
                            <a:srgbClr val="000000"/>
                          </a:solidFill>
                          <a:effectLst/>
                          <a:latin typeface="+mn-lt"/>
                        </a:rPr>
                        <a:t>Devashish Agarwal</a:t>
                      </a: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dirty="0">
                          <a:solidFill>
                            <a:schemeClr val="tx1"/>
                          </a:solidFill>
                          <a:effectLst/>
                        </a:rPr>
                        <a:t>Michael Groberman</a:t>
                      </a:r>
                      <a:endParaRPr lang="en-CA" sz="1050" b="0" i="0" u="none" strike="noStrike" dirty="0">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dirty="0">
                          <a:solidFill>
                            <a:schemeClr val="tx1"/>
                          </a:solidFill>
                          <a:effectLst/>
                          <a:latin typeface="+mn-lt"/>
                        </a:rPr>
                        <a:t>Ridha Mesli</a:t>
                      </a:r>
                      <a:endParaRPr lang="en-CA" sz="1050" b="0" i="0" u="none" strike="noStrike" dirty="0">
                        <a:solidFill>
                          <a:schemeClr val="tx1"/>
                        </a:solidFill>
                        <a:effectLst/>
                        <a:latin typeface="+mn-lt"/>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2444360606"/>
                  </a:ext>
                </a:extLst>
              </a:tr>
              <a:tr h="190500">
                <a:tc>
                  <a:txBody>
                    <a:bodyPr/>
                    <a:lstStyle/>
                    <a:p>
                      <a:pPr algn="l" fontAlgn="b">
                        <a:buNone/>
                      </a:pPr>
                      <a:r>
                        <a:rPr lang="en-CA" sz="1050" b="1" u="none" strike="noStrike">
                          <a:solidFill>
                            <a:schemeClr val="tx1"/>
                          </a:solidFill>
                          <a:effectLst/>
                        </a:rPr>
                        <a:t>FRRF</a:t>
                      </a:r>
                      <a:endParaRPr lang="en-CA" sz="1050" b="1" i="0" u="none" strike="noStrike">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a:solidFill>
                            <a:schemeClr val="tx1"/>
                          </a:solidFill>
                          <a:effectLst/>
                        </a:rPr>
                        <a:t>Daniel Outcalt</a:t>
                      </a:r>
                      <a:endParaRPr lang="en-CA" sz="1050" b="0" i="0" u="none" strike="noStrike">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b="0" i="0" u="none" strike="noStrike">
                          <a:solidFill>
                            <a:srgbClr val="000000"/>
                          </a:solidFill>
                          <a:effectLst/>
                          <a:latin typeface="+mn-lt"/>
                        </a:rPr>
                        <a:t>Rishi Sanghvi</a:t>
                      </a: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a:solidFill>
                            <a:schemeClr val="tx1"/>
                          </a:solidFill>
                          <a:effectLst/>
                        </a:rPr>
                        <a:t>Julien Arpin</a:t>
                      </a:r>
                      <a:endParaRPr lang="en-CA" sz="1050" b="0" i="0" u="none" strike="noStrike">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b="0" i="0" u="none" strike="noStrike">
                          <a:solidFill>
                            <a:schemeClr val="tx1"/>
                          </a:solidFill>
                          <a:effectLst/>
                          <a:latin typeface="+mn-lt"/>
                        </a:rPr>
                        <a:t>Sandeep Vishnu</a:t>
                      </a: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574520197"/>
                  </a:ext>
                </a:extLst>
              </a:tr>
              <a:tr h="190500">
                <a:tc>
                  <a:txBody>
                    <a:bodyPr/>
                    <a:lstStyle/>
                    <a:p>
                      <a:pPr algn="l" fontAlgn="b">
                        <a:buNone/>
                      </a:pPr>
                      <a:r>
                        <a:rPr lang="en-CA" sz="1050" b="1" u="none" strike="noStrike">
                          <a:solidFill>
                            <a:schemeClr val="tx1"/>
                          </a:solidFill>
                          <a:effectLst/>
                        </a:rPr>
                        <a:t>Tech</a:t>
                      </a:r>
                      <a:endParaRPr lang="en-CA" sz="1050" b="1" i="0" u="none" strike="noStrike">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a:solidFill>
                            <a:schemeClr val="tx1"/>
                          </a:solidFill>
                          <a:effectLst/>
                        </a:rPr>
                        <a:t>Cody Watson, Julio Lima</a:t>
                      </a:r>
                      <a:endParaRPr lang="en-CA" sz="1050" b="0" i="0" u="none" strike="noStrike">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b="0" i="0" u="none" strike="noStrike">
                          <a:solidFill>
                            <a:srgbClr val="000000"/>
                          </a:solidFill>
                          <a:effectLst/>
                          <a:latin typeface="+mn-lt"/>
                        </a:rPr>
                        <a:t>AI Lab</a:t>
                      </a: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a:solidFill>
                            <a:schemeClr val="tx1"/>
                          </a:solidFill>
                          <a:effectLst/>
                        </a:rPr>
                        <a:t>Matt Woodard</a:t>
                      </a:r>
                      <a:endParaRPr lang="en-CA" sz="1050" b="0" i="0" u="none" strike="noStrike">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dirty="0">
                          <a:solidFill>
                            <a:schemeClr val="tx1"/>
                          </a:solidFill>
                          <a:effectLst/>
                          <a:latin typeface="+mn-lt"/>
                        </a:rPr>
                        <a:t>Chinmoy Bhatiya; Poorna Bhimavarapu</a:t>
                      </a:r>
                      <a:endParaRPr lang="en-CA" sz="1050" b="0" i="0" u="none" strike="noStrike" dirty="0">
                        <a:solidFill>
                          <a:schemeClr val="tx1"/>
                        </a:solidFill>
                        <a:effectLst/>
                        <a:latin typeface="+mn-lt"/>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83280231"/>
                  </a:ext>
                </a:extLst>
              </a:tr>
              <a:tr h="190500">
                <a:tc>
                  <a:txBody>
                    <a:bodyPr/>
                    <a:lstStyle/>
                    <a:p>
                      <a:pPr algn="l" fontAlgn="b">
                        <a:buNone/>
                      </a:pPr>
                      <a:r>
                        <a:rPr lang="en-CA" sz="1050" b="1" u="none" strike="noStrike">
                          <a:solidFill>
                            <a:schemeClr val="tx1"/>
                          </a:solidFill>
                          <a:effectLst/>
                        </a:rPr>
                        <a:t>Data</a:t>
                      </a:r>
                      <a:endParaRPr lang="en-CA" sz="1050" b="1" i="0" u="none" strike="noStrike">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a:solidFill>
                            <a:schemeClr val="tx1"/>
                          </a:solidFill>
                          <a:effectLst/>
                        </a:rPr>
                        <a:t>Jak Hart</a:t>
                      </a:r>
                      <a:endParaRPr lang="en-CA" sz="1050" b="0" i="0" u="none" strike="noStrike">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b="0" i="0" u="none" strike="noStrike">
                          <a:solidFill>
                            <a:srgbClr val="000000"/>
                          </a:solidFill>
                          <a:effectLst/>
                          <a:latin typeface="+mn-lt"/>
                        </a:rPr>
                        <a:t>Ram Mangudi</a:t>
                      </a: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a:solidFill>
                            <a:schemeClr val="tx1"/>
                          </a:solidFill>
                          <a:effectLst/>
                        </a:rPr>
                        <a:t>Caleb Severn</a:t>
                      </a:r>
                      <a:endParaRPr lang="en-CA" sz="1050" b="0" i="0" u="none" strike="noStrike">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dirty="0">
                          <a:solidFill>
                            <a:schemeClr val="tx1"/>
                          </a:solidFill>
                          <a:effectLst/>
                          <a:latin typeface="+mn-lt"/>
                        </a:rPr>
                        <a:t>Ramnish Gupta; James Fischer</a:t>
                      </a:r>
                      <a:endParaRPr lang="en-CA" sz="1050" b="0" i="0" u="none" strike="noStrike" dirty="0">
                        <a:solidFill>
                          <a:schemeClr val="tx1"/>
                        </a:solidFill>
                        <a:effectLst/>
                        <a:latin typeface="+mn-lt"/>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2851740046"/>
                  </a:ext>
                </a:extLst>
              </a:tr>
              <a:tr h="190500">
                <a:tc>
                  <a:txBody>
                    <a:bodyPr/>
                    <a:lstStyle/>
                    <a:p>
                      <a:pPr algn="l" fontAlgn="b">
                        <a:buNone/>
                      </a:pPr>
                      <a:r>
                        <a:rPr lang="en-CA" sz="1050" b="1" u="none" strike="noStrike">
                          <a:solidFill>
                            <a:schemeClr val="tx1"/>
                          </a:solidFill>
                          <a:effectLst/>
                        </a:rPr>
                        <a:t>Strategy</a:t>
                      </a:r>
                      <a:endParaRPr lang="en-CA" sz="1050" b="1" i="0" u="none" strike="noStrike">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a:solidFill>
                            <a:schemeClr val="tx1"/>
                          </a:solidFill>
                          <a:effectLst/>
                        </a:rPr>
                        <a:t>Erv Janavicius</a:t>
                      </a:r>
                      <a:endParaRPr lang="en-CA" sz="1050" b="0" i="0" u="none" strike="noStrike">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b="0" i="0" u="none" strike="noStrike">
                          <a:solidFill>
                            <a:srgbClr val="000000"/>
                          </a:solidFill>
                          <a:effectLst/>
                          <a:latin typeface="+mn-lt"/>
                        </a:rPr>
                        <a:t>John McHugh</a:t>
                      </a: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dirty="0">
                          <a:solidFill>
                            <a:schemeClr val="tx1"/>
                          </a:solidFill>
                          <a:effectLst/>
                        </a:rPr>
                        <a:t>TBD*</a:t>
                      </a:r>
                      <a:endParaRPr lang="en-CA" sz="1050" b="0" i="0" u="none" strike="noStrike" dirty="0">
                        <a:solidFill>
                          <a:schemeClr val="tx1"/>
                        </a:solidFill>
                        <a:effectLst/>
                        <a:latin typeface="Aptos Narrow" panose="020B0004020202020204" pitchFamily="34" charset="0"/>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tc>
                  <a:txBody>
                    <a:bodyPr/>
                    <a:lstStyle/>
                    <a:p>
                      <a:pPr algn="l" fontAlgn="b">
                        <a:buNone/>
                      </a:pPr>
                      <a:r>
                        <a:rPr lang="en-CA" sz="1050" u="none" strike="noStrike" dirty="0">
                          <a:solidFill>
                            <a:schemeClr val="tx1"/>
                          </a:solidFill>
                          <a:effectLst/>
                          <a:latin typeface="+mn-lt"/>
                        </a:rPr>
                        <a:t>Carl Repoli</a:t>
                      </a:r>
                      <a:endParaRPr lang="en-CA" sz="1050" b="0" i="0" u="none" strike="noStrike" dirty="0">
                        <a:solidFill>
                          <a:schemeClr val="tx1"/>
                        </a:solidFill>
                        <a:effectLst/>
                        <a:latin typeface="+mn-lt"/>
                      </a:endParaRPr>
                    </a:p>
                  </a:txBody>
                  <a:tcPr marL="9525" marR="9525" marT="9525" marB="0" anchor="ctr">
                    <a:lnL w="6350" cap="flat" cmpd="sng" algn="ctr">
                      <a:solidFill>
                        <a:schemeClr val="bg2"/>
                      </a:solidFill>
                      <a:prstDash val="solid"/>
                      <a:round/>
                      <a:headEnd type="none" w="med" len="med"/>
                      <a:tailEnd type="none" w="med" len="med"/>
                    </a:lnL>
                    <a:lnR w="6350" cap="flat" cmpd="sng" algn="ctr">
                      <a:solidFill>
                        <a:schemeClr val="bg2"/>
                      </a:solidFill>
                      <a:prstDash val="solid"/>
                      <a:round/>
                      <a:headEnd type="none" w="med" len="med"/>
                      <a:tailEnd type="none" w="med" len="med"/>
                    </a:lnR>
                    <a:lnT w="6350" cap="flat" cmpd="sng" algn="ctr">
                      <a:solidFill>
                        <a:schemeClr val="bg2"/>
                      </a:solidFill>
                      <a:prstDash val="solid"/>
                      <a:round/>
                      <a:headEnd type="none" w="med" len="med"/>
                      <a:tailEnd type="none" w="med" len="med"/>
                    </a:lnT>
                    <a:lnB w="635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314778616"/>
                  </a:ext>
                </a:extLst>
              </a:tr>
            </a:tbl>
          </a:graphicData>
        </a:graphic>
      </p:graphicFrame>
      <p:sp>
        <p:nvSpPr>
          <p:cNvPr id="5" name="Card 1 Body">
            <a:extLst>
              <a:ext uri="{FF2B5EF4-FFF2-40B4-BE49-F238E27FC236}">
                <a16:creationId xmlns:a16="http://schemas.microsoft.com/office/drawing/2014/main" id="{1483CC92-4C0F-F512-15F2-9E876020EFB5}"/>
              </a:ext>
            </a:extLst>
          </p:cNvPr>
          <p:cNvSpPr/>
          <p:nvPr/>
        </p:nvSpPr>
        <p:spPr>
          <a:xfrm>
            <a:off x="487316" y="3114707"/>
            <a:ext cx="1969450" cy="2790067"/>
          </a:xfrm>
          <a:prstGeom prst="rect">
            <a:avLst/>
          </a:prstGeom>
          <a:solidFill>
            <a:srgbClr val="F7F7F8"/>
          </a:solidFill>
          <a:ln w="12700">
            <a:solidFill>
              <a:srgbClr val="EAECEF"/>
            </a:solidFill>
          </a:ln>
        </p:spPr>
        <p:txBody>
          <a:bodyPr rtlCol="0" anchor="ctr"/>
          <a:lstStyle/>
          <a:p>
            <a:endParaRPr>
              <a:latin typeface="Century Gothic" panose="020B0502020202020204" pitchFamily="34" charset="0"/>
            </a:endParaRPr>
          </a:p>
        </p:txBody>
      </p:sp>
      <p:sp>
        <p:nvSpPr>
          <p:cNvPr id="7" name="Card 1 Band">
            <a:extLst>
              <a:ext uri="{FF2B5EF4-FFF2-40B4-BE49-F238E27FC236}">
                <a16:creationId xmlns:a16="http://schemas.microsoft.com/office/drawing/2014/main" id="{696AC4EB-93D5-21FD-BD0E-DB95B5604FC2}"/>
              </a:ext>
            </a:extLst>
          </p:cNvPr>
          <p:cNvSpPr/>
          <p:nvPr/>
        </p:nvSpPr>
        <p:spPr>
          <a:xfrm>
            <a:off x="506366" y="3102406"/>
            <a:ext cx="1950400" cy="580802"/>
          </a:xfrm>
          <a:prstGeom prst="rect">
            <a:avLst/>
          </a:prstGeom>
          <a:solidFill>
            <a:srgbClr val="005F65"/>
          </a:solidFill>
          <a:ln w="12700">
            <a:solidFill>
              <a:srgbClr val="A8D0D7"/>
            </a:solidFill>
          </a:ln>
        </p:spPr>
        <p:txBody>
          <a:bodyPr rtlCol="0"/>
          <a:lstStyle/>
          <a:p>
            <a:endParaRPr>
              <a:latin typeface="Century Gothic" panose="020B0502020202020204" pitchFamily="34" charset="0"/>
            </a:endParaRPr>
          </a:p>
        </p:txBody>
      </p:sp>
      <p:sp>
        <p:nvSpPr>
          <p:cNvPr id="11" name="Card 1 Title">
            <a:extLst>
              <a:ext uri="{FF2B5EF4-FFF2-40B4-BE49-F238E27FC236}">
                <a16:creationId xmlns:a16="http://schemas.microsoft.com/office/drawing/2014/main" id="{22A75A95-21D9-32EC-7BEF-AF5910C53BB1}"/>
              </a:ext>
            </a:extLst>
          </p:cNvPr>
          <p:cNvSpPr txBox="1"/>
          <p:nvPr/>
        </p:nvSpPr>
        <p:spPr>
          <a:xfrm>
            <a:off x="596366" y="3117088"/>
            <a:ext cx="1770400" cy="560000"/>
          </a:xfrm>
          <a:prstGeom prst="rect">
            <a:avLst/>
          </a:prstGeom>
          <a:noFill/>
          <a:ln w="12700">
            <a:noFill/>
          </a:ln>
        </p:spPr>
        <p:txBody>
          <a:bodyPr wrap="square" lIns="0" tIns="0" rIns="0" bIns="0" rtlCol="0" anchor="ctr"/>
          <a:lstStyle/>
          <a:p>
            <a:pPr marL="0" indent="0" algn="ctr">
              <a:spcAft>
                <a:spcPts val="60"/>
              </a:spcAft>
              <a:buNone/>
            </a:pPr>
            <a:r>
              <a:rPr lang="en-US" sz="1400" b="1">
                <a:solidFill>
                  <a:schemeClr val="bg1"/>
                </a:solidFill>
                <a:latin typeface="Century Gothic" panose="020B0502020202020204" pitchFamily="34" charset="0"/>
              </a:rPr>
              <a:t>AI Service Offering</a:t>
            </a:r>
            <a:endParaRPr lang="en-US" sz="1400">
              <a:solidFill>
                <a:schemeClr val="bg1"/>
              </a:solidFill>
              <a:latin typeface="Century Gothic" panose="020B0502020202020204" pitchFamily="34" charset="0"/>
            </a:endParaRPr>
          </a:p>
          <a:p>
            <a:pPr marL="0" indent="0" algn="ctr">
              <a:spcAft>
                <a:spcPts val="60"/>
              </a:spcAft>
              <a:buNone/>
            </a:pPr>
            <a:r>
              <a:rPr lang="en-US" sz="1400" b="1">
                <a:solidFill>
                  <a:schemeClr val="bg1"/>
                </a:solidFill>
                <a:latin typeface="Century Gothic" panose="020B0502020202020204" pitchFamily="34" charset="0"/>
              </a:rPr>
              <a:t>Champion</a:t>
            </a:r>
            <a:endParaRPr lang="en-US" sz="1400">
              <a:solidFill>
                <a:schemeClr val="bg1"/>
              </a:solidFill>
              <a:latin typeface="Century Gothic" panose="020B0502020202020204" pitchFamily="34" charset="0"/>
            </a:endParaRPr>
          </a:p>
        </p:txBody>
      </p:sp>
      <p:sp>
        <p:nvSpPr>
          <p:cNvPr id="12" name="Card 1 Detail">
            <a:extLst>
              <a:ext uri="{FF2B5EF4-FFF2-40B4-BE49-F238E27FC236}">
                <a16:creationId xmlns:a16="http://schemas.microsoft.com/office/drawing/2014/main" id="{FF297781-6C38-B79C-C1A7-0F5E49622BD4}"/>
              </a:ext>
            </a:extLst>
          </p:cNvPr>
          <p:cNvSpPr txBox="1"/>
          <p:nvPr/>
        </p:nvSpPr>
        <p:spPr>
          <a:xfrm>
            <a:off x="596366" y="3779130"/>
            <a:ext cx="1770400" cy="300000"/>
          </a:xfrm>
          <a:prstGeom prst="rect">
            <a:avLst/>
          </a:prstGeom>
          <a:noFill/>
          <a:ln w="12700">
            <a:noFill/>
          </a:ln>
        </p:spPr>
        <p:txBody>
          <a:bodyPr wrap="square" lIns="0" tIns="0" rIns="0" bIns="0" rtlCol="0" anchor="ctr"/>
          <a:lstStyle/>
          <a:p>
            <a:pPr marL="0" indent="0" algn="ctr">
              <a:spcAft>
                <a:spcPts val="0"/>
              </a:spcAft>
              <a:buNone/>
            </a:pPr>
            <a:r>
              <a:rPr lang="en-US" sz="1300" b="0" i="1">
                <a:solidFill>
                  <a:srgbClr val="4B5563"/>
                </a:solidFill>
                <a:latin typeface="Century Gothic" panose="020B0502020202020204" pitchFamily="34" charset="0"/>
              </a:rPr>
              <a:t>Revenue focused</a:t>
            </a:r>
            <a:endParaRPr lang="en-US" sz="1300" i="1">
              <a:solidFill>
                <a:srgbClr val="4B5563"/>
              </a:solidFill>
              <a:latin typeface="Century Gothic" panose="020B0502020202020204" pitchFamily="34" charset="0"/>
            </a:endParaRPr>
          </a:p>
        </p:txBody>
      </p:sp>
      <p:sp>
        <p:nvSpPr>
          <p:cNvPr id="13" name="Card 1 Bullets">
            <a:extLst>
              <a:ext uri="{FF2B5EF4-FFF2-40B4-BE49-F238E27FC236}">
                <a16:creationId xmlns:a16="http://schemas.microsoft.com/office/drawing/2014/main" id="{A5E41479-866B-818F-C5E7-99109BDB9174}"/>
              </a:ext>
            </a:extLst>
          </p:cNvPr>
          <p:cNvSpPr txBox="1"/>
          <p:nvPr/>
        </p:nvSpPr>
        <p:spPr>
          <a:xfrm>
            <a:off x="596366" y="4299737"/>
            <a:ext cx="1770400" cy="1341243"/>
          </a:xfrm>
          <a:prstGeom prst="rect">
            <a:avLst/>
          </a:prstGeom>
          <a:noFill/>
          <a:ln w="12700">
            <a:noFill/>
          </a:ln>
        </p:spPr>
        <p:txBody>
          <a:bodyPr wrap="square" lIns="0" tIns="0" rIns="0" bIns="0" rtlCol="0" anchor="ctr"/>
          <a:lstStyle/>
          <a:p>
            <a:pPr marL="171450" indent="-171450" algn="l">
              <a:spcAft>
                <a:spcPts val="180"/>
              </a:spcAft>
              <a:buFont typeface="Arial"/>
              <a:buChar char="•"/>
            </a:pPr>
            <a:r>
              <a:rPr lang="en-US" sz="1100" b="0">
                <a:solidFill>
                  <a:srgbClr val="111827"/>
                </a:solidFill>
                <a:latin typeface="Century Gothic" panose="020B0502020202020204" pitchFamily="34" charset="0"/>
              </a:rPr>
              <a:t>Identify and prioritize </a:t>
            </a:r>
            <a:r>
              <a:rPr lang="en-US" sz="1100" b="1">
                <a:solidFill>
                  <a:srgbClr val="111827"/>
                </a:solidFill>
                <a:latin typeface="Century Gothic" panose="020B0502020202020204" pitchFamily="34" charset="0"/>
              </a:rPr>
              <a:t>high-value AI use cases</a:t>
            </a:r>
            <a:endParaRPr lang="en-US" sz="1100">
              <a:solidFill>
                <a:srgbClr val="111827"/>
              </a:solidFill>
              <a:latin typeface="Century Gothic" panose="020B0502020202020204" pitchFamily="34" charset="0"/>
            </a:endParaRPr>
          </a:p>
          <a:p>
            <a:pPr marL="171450" indent="-171450" algn="l">
              <a:spcAft>
                <a:spcPts val="180"/>
              </a:spcAft>
              <a:buFont typeface="Arial"/>
              <a:buChar char="•"/>
            </a:pPr>
            <a:r>
              <a:rPr lang="en-US" sz="1100" b="0">
                <a:solidFill>
                  <a:srgbClr val="111827"/>
                </a:solidFill>
                <a:latin typeface="Century Gothic" panose="020B0502020202020204" pitchFamily="34" charset="0"/>
              </a:rPr>
              <a:t>Shape the </a:t>
            </a:r>
            <a:r>
              <a:rPr lang="en-US" sz="1100" b="1">
                <a:solidFill>
                  <a:srgbClr val="111827"/>
                </a:solidFill>
                <a:latin typeface="Century Gothic" panose="020B0502020202020204" pitchFamily="34" charset="0"/>
              </a:rPr>
              <a:t>offering narrative and value proposition</a:t>
            </a:r>
            <a:endParaRPr lang="en-US" sz="1100">
              <a:solidFill>
                <a:srgbClr val="111827"/>
              </a:solidFill>
              <a:latin typeface="Century Gothic" panose="020B0502020202020204" pitchFamily="34" charset="0"/>
            </a:endParaRPr>
          </a:p>
          <a:p>
            <a:pPr marL="171450" indent="-171450" algn="l">
              <a:spcAft>
                <a:spcPts val="180"/>
              </a:spcAft>
              <a:buFont typeface="Arial"/>
              <a:buChar char="•"/>
            </a:pPr>
            <a:r>
              <a:rPr lang="en-US" sz="1100" b="0">
                <a:solidFill>
                  <a:srgbClr val="111827"/>
                </a:solidFill>
                <a:latin typeface="Century Gothic" panose="020B0502020202020204" pitchFamily="34" charset="0"/>
              </a:rPr>
              <a:t> Activate </a:t>
            </a:r>
            <a:r>
              <a:rPr lang="en-US" sz="1100" b="1">
                <a:solidFill>
                  <a:srgbClr val="111827"/>
                </a:solidFill>
                <a:latin typeface="Century Gothic" panose="020B0502020202020204" pitchFamily="34" charset="0"/>
              </a:rPr>
              <a:t>2–3 priority client pursuits</a:t>
            </a:r>
            <a:endParaRPr lang="en-US" sz="1100">
              <a:solidFill>
                <a:srgbClr val="111827"/>
              </a:solidFill>
              <a:latin typeface="Century Gothic" panose="020B0502020202020204" pitchFamily="34" charset="0"/>
            </a:endParaRPr>
          </a:p>
        </p:txBody>
      </p:sp>
      <p:sp>
        <p:nvSpPr>
          <p:cNvPr id="14" name="Card 2 Body">
            <a:extLst>
              <a:ext uri="{FF2B5EF4-FFF2-40B4-BE49-F238E27FC236}">
                <a16:creationId xmlns:a16="http://schemas.microsoft.com/office/drawing/2014/main" id="{271B947E-A6B3-2048-1B43-EF1F18B05D80}"/>
              </a:ext>
            </a:extLst>
          </p:cNvPr>
          <p:cNvSpPr/>
          <p:nvPr/>
        </p:nvSpPr>
        <p:spPr>
          <a:xfrm>
            <a:off x="2786766" y="3114707"/>
            <a:ext cx="1950400" cy="2790067"/>
          </a:xfrm>
          <a:prstGeom prst="rect">
            <a:avLst/>
          </a:prstGeom>
          <a:solidFill>
            <a:srgbClr val="F7F7F8"/>
          </a:solidFill>
          <a:ln w="12700">
            <a:solidFill>
              <a:srgbClr val="EAECEF"/>
            </a:solidFill>
          </a:ln>
        </p:spPr>
        <p:txBody>
          <a:bodyPr rtlCol="0"/>
          <a:lstStyle/>
          <a:p>
            <a:endParaRPr>
              <a:latin typeface="Century Gothic" panose="020B0502020202020204" pitchFamily="34" charset="0"/>
            </a:endParaRPr>
          </a:p>
        </p:txBody>
      </p:sp>
      <p:sp>
        <p:nvSpPr>
          <p:cNvPr id="15" name="Card 2 Band">
            <a:extLst>
              <a:ext uri="{FF2B5EF4-FFF2-40B4-BE49-F238E27FC236}">
                <a16:creationId xmlns:a16="http://schemas.microsoft.com/office/drawing/2014/main" id="{87C84E5F-961A-C04D-4D95-E2E1614EBEE0}"/>
              </a:ext>
            </a:extLst>
          </p:cNvPr>
          <p:cNvSpPr/>
          <p:nvPr/>
        </p:nvSpPr>
        <p:spPr>
          <a:xfrm>
            <a:off x="2786766" y="3102406"/>
            <a:ext cx="1950400" cy="580802"/>
          </a:xfrm>
          <a:prstGeom prst="rect">
            <a:avLst/>
          </a:prstGeom>
          <a:solidFill>
            <a:srgbClr val="005F65"/>
          </a:solidFill>
          <a:ln w="12700">
            <a:solidFill>
              <a:srgbClr val="0E8F98"/>
            </a:solidFill>
          </a:ln>
        </p:spPr>
        <p:txBody>
          <a:bodyPr rtlCol="0"/>
          <a:lstStyle/>
          <a:p>
            <a:endParaRPr>
              <a:latin typeface="Century Gothic" panose="020B0502020202020204" pitchFamily="34" charset="0"/>
            </a:endParaRPr>
          </a:p>
        </p:txBody>
      </p:sp>
      <p:sp>
        <p:nvSpPr>
          <p:cNvPr id="18" name="Card 2 Title">
            <a:extLst>
              <a:ext uri="{FF2B5EF4-FFF2-40B4-BE49-F238E27FC236}">
                <a16:creationId xmlns:a16="http://schemas.microsoft.com/office/drawing/2014/main" id="{660AA68A-E611-8E8C-39D1-E3566B374979}"/>
              </a:ext>
            </a:extLst>
          </p:cNvPr>
          <p:cNvSpPr txBox="1"/>
          <p:nvPr/>
        </p:nvSpPr>
        <p:spPr>
          <a:xfrm>
            <a:off x="2876766" y="3117088"/>
            <a:ext cx="1770400" cy="560000"/>
          </a:xfrm>
          <a:prstGeom prst="rect">
            <a:avLst/>
          </a:prstGeom>
          <a:noFill/>
          <a:ln w="12700">
            <a:noFill/>
          </a:ln>
        </p:spPr>
        <p:txBody>
          <a:bodyPr wrap="square" lIns="0" tIns="0" rIns="0" bIns="0" rtlCol="0" anchor="ctr"/>
          <a:lstStyle/>
          <a:p>
            <a:pPr marL="0" indent="0" algn="ctr">
              <a:spcAft>
                <a:spcPts val="60"/>
              </a:spcAft>
              <a:buNone/>
            </a:pPr>
            <a:r>
              <a:rPr lang="en-US" sz="1400" b="1">
                <a:solidFill>
                  <a:schemeClr val="bg1"/>
                </a:solidFill>
                <a:latin typeface="Century Gothic" panose="020B0502020202020204" pitchFamily="34" charset="0"/>
              </a:rPr>
              <a:t>AI Infusion</a:t>
            </a:r>
            <a:endParaRPr lang="en-US" sz="1400">
              <a:solidFill>
                <a:schemeClr val="bg1"/>
              </a:solidFill>
              <a:latin typeface="Century Gothic" panose="020B0502020202020204" pitchFamily="34" charset="0"/>
            </a:endParaRPr>
          </a:p>
          <a:p>
            <a:pPr marL="0" indent="0" algn="ctr">
              <a:spcAft>
                <a:spcPts val="60"/>
              </a:spcAft>
              <a:buNone/>
            </a:pPr>
            <a:r>
              <a:rPr lang="en-US" sz="1400" b="1">
                <a:solidFill>
                  <a:schemeClr val="bg1"/>
                </a:solidFill>
                <a:latin typeface="Century Gothic" panose="020B0502020202020204" pitchFamily="34" charset="0"/>
              </a:rPr>
              <a:t>Champion</a:t>
            </a:r>
            <a:endParaRPr lang="en-US" sz="1400">
              <a:solidFill>
                <a:schemeClr val="bg1"/>
              </a:solidFill>
              <a:latin typeface="Century Gothic" panose="020B0502020202020204" pitchFamily="34" charset="0"/>
            </a:endParaRPr>
          </a:p>
        </p:txBody>
      </p:sp>
      <p:sp>
        <p:nvSpPr>
          <p:cNvPr id="19" name="Card 2 Detail">
            <a:extLst>
              <a:ext uri="{FF2B5EF4-FFF2-40B4-BE49-F238E27FC236}">
                <a16:creationId xmlns:a16="http://schemas.microsoft.com/office/drawing/2014/main" id="{CCDFA3D1-DDCF-2200-4731-C98174B98694}"/>
              </a:ext>
            </a:extLst>
          </p:cNvPr>
          <p:cNvSpPr txBox="1"/>
          <p:nvPr/>
        </p:nvSpPr>
        <p:spPr>
          <a:xfrm>
            <a:off x="2876766" y="3779130"/>
            <a:ext cx="1770400" cy="300000"/>
          </a:xfrm>
          <a:prstGeom prst="rect">
            <a:avLst/>
          </a:prstGeom>
          <a:noFill/>
          <a:ln w="12700">
            <a:noFill/>
          </a:ln>
        </p:spPr>
        <p:txBody>
          <a:bodyPr wrap="square" lIns="0" tIns="0" rIns="0" bIns="0" rtlCol="0" anchor="ctr"/>
          <a:lstStyle/>
          <a:p>
            <a:pPr marL="0" indent="0" algn="ctr">
              <a:spcAft>
                <a:spcPts val="0"/>
              </a:spcAft>
              <a:buNone/>
            </a:pPr>
            <a:r>
              <a:rPr lang="en-US" sz="1300" b="0" i="1">
                <a:solidFill>
                  <a:srgbClr val="4B5563"/>
                </a:solidFill>
                <a:latin typeface="Century Gothic" panose="020B0502020202020204" pitchFamily="34" charset="0"/>
              </a:rPr>
              <a:t>Margin focused</a:t>
            </a:r>
            <a:endParaRPr lang="en-US" sz="1300" i="1">
              <a:solidFill>
                <a:srgbClr val="4B5563"/>
              </a:solidFill>
              <a:latin typeface="Century Gothic" panose="020B0502020202020204" pitchFamily="34" charset="0"/>
            </a:endParaRPr>
          </a:p>
        </p:txBody>
      </p:sp>
      <p:sp>
        <p:nvSpPr>
          <p:cNvPr id="20" name="Card 2 Bullets">
            <a:extLst>
              <a:ext uri="{FF2B5EF4-FFF2-40B4-BE49-F238E27FC236}">
                <a16:creationId xmlns:a16="http://schemas.microsoft.com/office/drawing/2014/main" id="{975C529F-0337-ED48-91E3-FBC18EBB0A1A}"/>
              </a:ext>
            </a:extLst>
          </p:cNvPr>
          <p:cNvSpPr txBox="1"/>
          <p:nvPr/>
        </p:nvSpPr>
        <p:spPr>
          <a:xfrm>
            <a:off x="2876766" y="4299737"/>
            <a:ext cx="1770400" cy="1341243"/>
          </a:xfrm>
          <a:prstGeom prst="rect">
            <a:avLst/>
          </a:prstGeom>
          <a:noFill/>
          <a:ln w="12700">
            <a:noFill/>
          </a:ln>
        </p:spPr>
        <p:txBody>
          <a:bodyPr wrap="square" lIns="0" tIns="0" rIns="0" bIns="0" rtlCol="0" anchor="ctr"/>
          <a:lstStyle/>
          <a:p>
            <a:pPr marL="171450" indent="-171450" algn="l">
              <a:spcAft>
                <a:spcPts val="180"/>
              </a:spcAft>
              <a:buFont typeface="Arial"/>
              <a:buChar char="•"/>
            </a:pPr>
            <a:r>
              <a:rPr lang="en-US" sz="1100">
                <a:solidFill>
                  <a:srgbClr val="111827"/>
                </a:solidFill>
                <a:latin typeface="Century Gothic" panose="020B0502020202020204" pitchFamily="34" charset="0"/>
              </a:rPr>
              <a:t>Identify</a:t>
            </a:r>
            <a:r>
              <a:rPr lang="en-US" sz="1100" b="0">
                <a:solidFill>
                  <a:srgbClr val="111827"/>
                </a:solidFill>
                <a:latin typeface="Century Gothic" panose="020B0502020202020204" pitchFamily="34" charset="0"/>
              </a:rPr>
              <a:t> delivery work that can be </a:t>
            </a:r>
            <a:r>
              <a:rPr lang="en-US" sz="1100" b="1">
                <a:solidFill>
                  <a:srgbClr val="111827"/>
                </a:solidFill>
                <a:latin typeface="Century Gothic" panose="020B0502020202020204" pitchFamily="34" charset="0"/>
              </a:rPr>
              <a:t>automated with AI</a:t>
            </a:r>
            <a:endParaRPr lang="en-US" sz="1100">
              <a:solidFill>
                <a:srgbClr val="111827"/>
              </a:solidFill>
              <a:latin typeface="Century Gothic" panose="020B0502020202020204" pitchFamily="34" charset="0"/>
            </a:endParaRPr>
          </a:p>
          <a:p>
            <a:pPr marL="171450" indent="-171450" algn="l">
              <a:spcAft>
                <a:spcPts val="180"/>
              </a:spcAft>
              <a:buFont typeface="Arial"/>
              <a:buChar char="•"/>
            </a:pPr>
            <a:r>
              <a:rPr lang="en-US" sz="1100" b="0">
                <a:solidFill>
                  <a:srgbClr val="111827"/>
                </a:solidFill>
                <a:latin typeface="Century Gothic" panose="020B0502020202020204" pitchFamily="34" charset="0"/>
              </a:rPr>
              <a:t>Build a backlog of </a:t>
            </a:r>
            <a:r>
              <a:rPr lang="en-US" sz="1100" b="1">
                <a:solidFill>
                  <a:srgbClr val="111827"/>
                </a:solidFill>
                <a:latin typeface="Century Gothic" panose="020B0502020202020204" pitchFamily="34" charset="0"/>
              </a:rPr>
              <a:t>internal AI use cases</a:t>
            </a:r>
            <a:endParaRPr lang="en-US" sz="1100">
              <a:solidFill>
                <a:srgbClr val="111827"/>
              </a:solidFill>
              <a:latin typeface="Century Gothic" panose="020B0502020202020204" pitchFamily="34" charset="0"/>
            </a:endParaRPr>
          </a:p>
          <a:p>
            <a:pPr marL="171450" indent="-171450" algn="l">
              <a:spcAft>
                <a:spcPts val="180"/>
              </a:spcAft>
              <a:buFont typeface="Arial"/>
              <a:buChar char="•"/>
            </a:pPr>
            <a:r>
              <a:rPr lang="en-US" sz="1100" b="0">
                <a:solidFill>
                  <a:srgbClr val="111827"/>
                </a:solidFill>
                <a:latin typeface="Century Gothic" panose="020B0502020202020204" pitchFamily="34" charset="0"/>
              </a:rPr>
              <a:t>Ensure </a:t>
            </a:r>
            <a:r>
              <a:rPr lang="en-US" sz="1100" b="1">
                <a:solidFill>
                  <a:srgbClr val="111827"/>
                </a:solidFill>
                <a:latin typeface="Century Gothic" panose="020B0502020202020204" pitchFamily="34" charset="0"/>
              </a:rPr>
              <a:t>AI-enabled delivery is reflected in proposals</a:t>
            </a:r>
            <a:endParaRPr lang="en-US" sz="1100">
              <a:solidFill>
                <a:srgbClr val="111827"/>
              </a:solidFill>
              <a:latin typeface="Century Gothic" panose="020B0502020202020204" pitchFamily="34" charset="0"/>
            </a:endParaRPr>
          </a:p>
        </p:txBody>
      </p:sp>
      <p:sp>
        <p:nvSpPr>
          <p:cNvPr id="21" name="Card 3 Body">
            <a:extLst>
              <a:ext uri="{FF2B5EF4-FFF2-40B4-BE49-F238E27FC236}">
                <a16:creationId xmlns:a16="http://schemas.microsoft.com/office/drawing/2014/main" id="{4E2114E2-7FA4-5E24-79B2-BF918291C3CA}"/>
              </a:ext>
            </a:extLst>
          </p:cNvPr>
          <p:cNvSpPr/>
          <p:nvPr/>
        </p:nvSpPr>
        <p:spPr>
          <a:xfrm>
            <a:off x="5067166" y="3114707"/>
            <a:ext cx="1950400" cy="2790067"/>
          </a:xfrm>
          <a:prstGeom prst="rect">
            <a:avLst/>
          </a:prstGeom>
          <a:solidFill>
            <a:srgbClr val="F7F7F8"/>
          </a:solidFill>
          <a:ln w="12700">
            <a:solidFill>
              <a:srgbClr val="EAECEF"/>
            </a:solidFill>
          </a:ln>
        </p:spPr>
        <p:txBody>
          <a:bodyPr rtlCol="0" anchor="ctr"/>
          <a:lstStyle/>
          <a:p>
            <a:endParaRPr>
              <a:latin typeface="Century Gothic" panose="020B0502020202020204" pitchFamily="34" charset="0"/>
            </a:endParaRPr>
          </a:p>
        </p:txBody>
      </p:sp>
      <p:sp>
        <p:nvSpPr>
          <p:cNvPr id="22" name="Card 3 Band">
            <a:extLst>
              <a:ext uri="{FF2B5EF4-FFF2-40B4-BE49-F238E27FC236}">
                <a16:creationId xmlns:a16="http://schemas.microsoft.com/office/drawing/2014/main" id="{23562C19-5D0B-A2F0-7F48-F6088497A21B}"/>
              </a:ext>
            </a:extLst>
          </p:cNvPr>
          <p:cNvSpPr/>
          <p:nvPr/>
        </p:nvSpPr>
        <p:spPr>
          <a:xfrm>
            <a:off x="5067166" y="3102406"/>
            <a:ext cx="1950400" cy="580802"/>
          </a:xfrm>
          <a:prstGeom prst="rect">
            <a:avLst/>
          </a:prstGeom>
          <a:solidFill>
            <a:srgbClr val="005F65"/>
          </a:solidFill>
          <a:ln w="12700">
            <a:solidFill>
              <a:srgbClr val="17B1BE"/>
            </a:solidFill>
          </a:ln>
        </p:spPr>
        <p:txBody>
          <a:bodyPr rtlCol="0"/>
          <a:lstStyle/>
          <a:p>
            <a:endParaRPr>
              <a:latin typeface="Century Gothic" panose="020B0502020202020204" pitchFamily="34" charset="0"/>
            </a:endParaRPr>
          </a:p>
        </p:txBody>
      </p:sp>
      <p:sp>
        <p:nvSpPr>
          <p:cNvPr id="25" name="Card 3 Title">
            <a:extLst>
              <a:ext uri="{FF2B5EF4-FFF2-40B4-BE49-F238E27FC236}">
                <a16:creationId xmlns:a16="http://schemas.microsoft.com/office/drawing/2014/main" id="{0C2C64B8-63B5-15B3-F696-99507C6E8A5F}"/>
              </a:ext>
            </a:extLst>
          </p:cNvPr>
          <p:cNvSpPr txBox="1"/>
          <p:nvPr/>
        </p:nvSpPr>
        <p:spPr>
          <a:xfrm>
            <a:off x="5067167" y="3117088"/>
            <a:ext cx="1940874" cy="560000"/>
          </a:xfrm>
          <a:prstGeom prst="rect">
            <a:avLst/>
          </a:prstGeom>
          <a:noFill/>
          <a:ln w="12700">
            <a:noFill/>
          </a:ln>
        </p:spPr>
        <p:txBody>
          <a:bodyPr wrap="square" lIns="0" tIns="0" rIns="0" bIns="0" rtlCol="0" anchor="ctr"/>
          <a:lstStyle/>
          <a:p>
            <a:pPr marL="0" indent="0" algn="ctr">
              <a:spcAft>
                <a:spcPts val="60"/>
              </a:spcAft>
              <a:buNone/>
            </a:pPr>
            <a:r>
              <a:rPr lang="en-US" sz="1400" b="1">
                <a:solidFill>
                  <a:schemeClr val="bg1"/>
                </a:solidFill>
                <a:latin typeface="Century Gothic" panose="020B0502020202020204" pitchFamily="34" charset="0"/>
              </a:rPr>
              <a:t>AI Forward Deployed</a:t>
            </a:r>
            <a:endParaRPr lang="en-US" sz="1400">
              <a:solidFill>
                <a:schemeClr val="bg1"/>
              </a:solidFill>
              <a:latin typeface="Century Gothic" panose="020B0502020202020204" pitchFamily="34" charset="0"/>
            </a:endParaRPr>
          </a:p>
          <a:p>
            <a:pPr marL="0" indent="0" algn="ctr">
              <a:spcAft>
                <a:spcPts val="60"/>
              </a:spcAft>
              <a:buNone/>
            </a:pPr>
            <a:r>
              <a:rPr lang="en-US" sz="1400" b="1">
                <a:solidFill>
                  <a:schemeClr val="bg1"/>
                </a:solidFill>
                <a:latin typeface="Century Gothic" panose="020B0502020202020204" pitchFamily="34" charset="0"/>
              </a:rPr>
              <a:t>Engineer (AI Lab)</a:t>
            </a:r>
            <a:endParaRPr lang="en-US" sz="1400">
              <a:solidFill>
                <a:schemeClr val="bg1"/>
              </a:solidFill>
              <a:latin typeface="Century Gothic" panose="020B0502020202020204" pitchFamily="34" charset="0"/>
            </a:endParaRPr>
          </a:p>
        </p:txBody>
      </p:sp>
      <p:sp>
        <p:nvSpPr>
          <p:cNvPr id="26" name="Card 3 Detail">
            <a:extLst>
              <a:ext uri="{FF2B5EF4-FFF2-40B4-BE49-F238E27FC236}">
                <a16:creationId xmlns:a16="http://schemas.microsoft.com/office/drawing/2014/main" id="{CC05E04B-337B-CEDD-05CC-1B8B9E336B02}"/>
              </a:ext>
            </a:extLst>
          </p:cNvPr>
          <p:cNvSpPr txBox="1"/>
          <p:nvPr/>
        </p:nvSpPr>
        <p:spPr>
          <a:xfrm>
            <a:off x="5157166" y="3779130"/>
            <a:ext cx="1770400" cy="300000"/>
          </a:xfrm>
          <a:prstGeom prst="rect">
            <a:avLst/>
          </a:prstGeom>
          <a:noFill/>
          <a:ln w="12700">
            <a:noFill/>
          </a:ln>
        </p:spPr>
        <p:txBody>
          <a:bodyPr wrap="square" lIns="0" tIns="0" rIns="0" bIns="0" rtlCol="0"/>
          <a:lstStyle/>
          <a:p>
            <a:pPr marL="0" indent="0" algn="ctr">
              <a:spcAft>
                <a:spcPts val="0"/>
              </a:spcAft>
              <a:buNone/>
            </a:pPr>
            <a:r>
              <a:rPr lang="en-US" sz="1300" b="0" i="1">
                <a:solidFill>
                  <a:srgbClr val="4B5563"/>
                </a:solidFill>
                <a:latin typeface="Century Gothic" panose="020B0502020202020204" pitchFamily="34" charset="0"/>
              </a:rPr>
              <a:t>Turn ideas into client-ready solutions</a:t>
            </a:r>
            <a:endParaRPr lang="en-US" sz="1300" i="1">
              <a:solidFill>
                <a:srgbClr val="4B5563"/>
              </a:solidFill>
              <a:latin typeface="Century Gothic" panose="020B0502020202020204" pitchFamily="34" charset="0"/>
            </a:endParaRPr>
          </a:p>
        </p:txBody>
      </p:sp>
      <p:sp>
        <p:nvSpPr>
          <p:cNvPr id="27" name="Card 3 Bullets">
            <a:extLst>
              <a:ext uri="{FF2B5EF4-FFF2-40B4-BE49-F238E27FC236}">
                <a16:creationId xmlns:a16="http://schemas.microsoft.com/office/drawing/2014/main" id="{326D4FBF-D4A6-3F33-8E03-D70F6D0A9B91}"/>
              </a:ext>
            </a:extLst>
          </p:cNvPr>
          <p:cNvSpPr txBox="1"/>
          <p:nvPr/>
        </p:nvSpPr>
        <p:spPr>
          <a:xfrm>
            <a:off x="5157166" y="4299737"/>
            <a:ext cx="1770400" cy="1341243"/>
          </a:xfrm>
          <a:prstGeom prst="rect">
            <a:avLst/>
          </a:prstGeom>
          <a:noFill/>
          <a:ln w="12700">
            <a:noFill/>
          </a:ln>
        </p:spPr>
        <p:txBody>
          <a:bodyPr wrap="square" lIns="0" tIns="0" rIns="0" bIns="0" rtlCol="0" anchor="t"/>
          <a:lstStyle/>
          <a:p>
            <a:pPr marL="171450" indent="-171450" algn="l">
              <a:spcAft>
                <a:spcPts val="180"/>
              </a:spcAft>
              <a:buFont typeface="Arial"/>
              <a:buChar char="•"/>
            </a:pPr>
            <a:r>
              <a:rPr lang="en-US" sz="1100" b="0">
                <a:solidFill>
                  <a:srgbClr val="111827"/>
                </a:solidFill>
                <a:latin typeface="Century Gothic" panose="020B0502020202020204" pitchFamily="34" charset="0"/>
              </a:rPr>
              <a:t>Build </a:t>
            </a:r>
            <a:r>
              <a:rPr lang="en-US" sz="1100" b="1">
                <a:solidFill>
                  <a:srgbClr val="111827"/>
                </a:solidFill>
                <a:latin typeface="Century Gothic" panose="020B0502020202020204" pitchFamily="34" charset="0"/>
              </a:rPr>
              <a:t>MVPs, demos, and accelerators</a:t>
            </a:r>
            <a:endParaRPr lang="en-US" sz="1100">
              <a:solidFill>
                <a:srgbClr val="111827"/>
              </a:solidFill>
              <a:latin typeface="Century Gothic" panose="020B0502020202020204" pitchFamily="34" charset="0"/>
            </a:endParaRPr>
          </a:p>
          <a:p>
            <a:pPr marL="171450" indent="-171450" algn="l">
              <a:spcAft>
                <a:spcPts val="180"/>
              </a:spcAft>
              <a:buFont typeface="Arial"/>
              <a:buChar char="•"/>
            </a:pPr>
            <a:r>
              <a:rPr lang="en-US" sz="1100" b="0">
                <a:solidFill>
                  <a:srgbClr val="111827"/>
                </a:solidFill>
                <a:latin typeface="Century Gothic" panose="020B0502020202020204" pitchFamily="34" charset="0"/>
              </a:rPr>
              <a:t>Validate feasibility across </a:t>
            </a:r>
            <a:r>
              <a:rPr lang="en-US" sz="1100" b="1">
                <a:solidFill>
                  <a:srgbClr val="111827"/>
                </a:solidFill>
                <a:latin typeface="Century Gothic" panose="020B0502020202020204" pitchFamily="34" charset="0"/>
              </a:rPr>
              <a:t>data, SMEs, and systems</a:t>
            </a:r>
            <a:endParaRPr lang="en-US" sz="1100">
              <a:solidFill>
                <a:srgbClr val="111827"/>
              </a:solidFill>
              <a:latin typeface="Century Gothic" panose="020B0502020202020204" pitchFamily="34" charset="0"/>
            </a:endParaRPr>
          </a:p>
          <a:p>
            <a:pPr marL="171450" indent="-171450" algn="l">
              <a:spcAft>
                <a:spcPts val="180"/>
              </a:spcAft>
              <a:buFont typeface="Arial"/>
              <a:buChar char="•"/>
            </a:pPr>
            <a:r>
              <a:rPr lang="en-US" sz="1100" b="0">
                <a:solidFill>
                  <a:srgbClr val="111827"/>
                </a:solidFill>
                <a:latin typeface="Century Gothic" panose="020B0502020202020204" pitchFamily="34" charset="0"/>
              </a:rPr>
              <a:t>Package assets to be </a:t>
            </a:r>
            <a:r>
              <a:rPr lang="en-US" sz="1100" b="1">
                <a:solidFill>
                  <a:srgbClr val="111827"/>
                </a:solidFill>
                <a:latin typeface="Century Gothic" panose="020B0502020202020204" pitchFamily="34" charset="0"/>
              </a:rPr>
              <a:t>demo-ready and reusable</a:t>
            </a:r>
            <a:endParaRPr lang="en-US" sz="1100">
              <a:solidFill>
                <a:srgbClr val="111827"/>
              </a:solidFill>
              <a:latin typeface="Century Gothic" panose="020B0502020202020204" pitchFamily="34" charset="0"/>
            </a:endParaRPr>
          </a:p>
        </p:txBody>
      </p:sp>
      <p:sp>
        <p:nvSpPr>
          <p:cNvPr id="28" name="Card 4 Body">
            <a:extLst>
              <a:ext uri="{FF2B5EF4-FFF2-40B4-BE49-F238E27FC236}">
                <a16:creationId xmlns:a16="http://schemas.microsoft.com/office/drawing/2014/main" id="{D5CEC15E-7F0F-A039-E7AC-A69012791E3D}"/>
              </a:ext>
            </a:extLst>
          </p:cNvPr>
          <p:cNvSpPr/>
          <p:nvPr/>
        </p:nvSpPr>
        <p:spPr>
          <a:xfrm>
            <a:off x="7347566" y="3114707"/>
            <a:ext cx="1940875" cy="2790067"/>
          </a:xfrm>
          <a:prstGeom prst="rect">
            <a:avLst/>
          </a:prstGeom>
          <a:solidFill>
            <a:srgbClr val="F7F7F8"/>
          </a:solidFill>
          <a:ln w="12700">
            <a:solidFill>
              <a:srgbClr val="EAECEF"/>
            </a:solidFill>
          </a:ln>
        </p:spPr>
        <p:txBody>
          <a:bodyPr rtlCol="0"/>
          <a:lstStyle/>
          <a:p>
            <a:endParaRPr>
              <a:latin typeface="Century Gothic" panose="020B0502020202020204" pitchFamily="34" charset="0"/>
            </a:endParaRPr>
          </a:p>
        </p:txBody>
      </p:sp>
      <p:sp>
        <p:nvSpPr>
          <p:cNvPr id="29" name="Card 4 Band">
            <a:extLst>
              <a:ext uri="{FF2B5EF4-FFF2-40B4-BE49-F238E27FC236}">
                <a16:creationId xmlns:a16="http://schemas.microsoft.com/office/drawing/2014/main" id="{8705D4AF-0AD7-F951-7F47-5EA412D0DB15}"/>
              </a:ext>
            </a:extLst>
          </p:cNvPr>
          <p:cNvSpPr/>
          <p:nvPr/>
        </p:nvSpPr>
        <p:spPr>
          <a:xfrm>
            <a:off x="7347566" y="3102406"/>
            <a:ext cx="1950400" cy="580802"/>
          </a:xfrm>
          <a:prstGeom prst="rect">
            <a:avLst/>
          </a:prstGeom>
          <a:solidFill>
            <a:srgbClr val="005F65"/>
          </a:solidFill>
          <a:ln w="12700">
            <a:solidFill>
              <a:srgbClr val="4A4A4A"/>
            </a:solidFill>
          </a:ln>
        </p:spPr>
        <p:txBody>
          <a:bodyPr rtlCol="0"/>
          <a:lstStyle/>
          <a:p>
            <a:endParaRPr>
              <a:latin typeface="Century Gothic" panose="020B0502020202020204" pitchFamily="34" charset="0"/>
            </a:endParaRPr>
          </a:p>
        </p:txBody>
      </p:sp>
      <p:sp>
        <p:nvSpPr>
          <p:cNvPr id="32" name="Card 4 Title">
            <a:extLst>
              <a:ext uri="{FF2B5EF4-FFF2-40B4-BE49-F238E27FC236}">
                <a16:creationId xmlns:a16="http://schemas.microsoft.com/office/drawing/2014/main" id="{DBE14B37-23B9-8C43-162E-E770084BCD86}"/>
              </a:ext>
            </a:extLst>
          </p:cNvPr>
          <p:cNvSpPr txBox="1"/>
          <p:nvPr/>
        </p:nvSpPr>
        <p:spPr>
          <a:xfrm>
            <a:off x="7437566" y="3117088"/>
            <a:ext cx="1770400" cy="560000"/>
          </a:xfrm>
          <a:prstGeom prst="rect">
            <a:avLst/>
          </a:prstGeom>
          <a:noFill/>
          <a:ln w="12700">
            <a:noFill/>
          </a:ln>
        </p:spPr>
        <p:txBody>
          <a:bodyPr wrap="square" lIns="0" tIns="0" rIns="0" bIns="0" rtlCol="0" anchor="ctr"/>
          <a:lstStyle/>
          <a:p>
            <a:pPr marL="0" indent="0" algn="ctr">
              <a:spcAft>
                <a:spcPts val="60"/>
              </a:spcAft>
              <a:buNone/>
            </a:pPr>
            <a:r>
              <a:rPr lang="en-US" sz="1400" b="1">
                <a:solidFill>
                  <a:schemeClr val="bg1"/>
                </a:solidFill>
                <a:latin typeface="Century Gothic" panose="020B0502020202020204" pitchFamily="34" charset="0"/>
              </a:rPr>
              <a:t>AI Sales Force</a:t>
            </a:r>
            <a:endParaRPr lang="en-US" sz="1400">
              <a:solidFill>
                <a:schemeClr val="bg1"/>
              </a:solidFill>
              <a:latin typeface="Century Gothic" panose="020B0502020202020204" pitchFamily="34" charset="0"/>
            </a:endParaRPr>
          </a:p>
        </p:txBody>
      </p:sp>
      <p:sp>
        <p:nvSpPr>
          <p:cNvPr id="33" name="Card 4 Detail">
            <a:extLst>
              <a:ext uri="{FF2B5EF4-FFF2-40B4-BE49-F238E27FC236}">
                <a16:creationId xmlns:a16="http://schemas.microsoft.com/office/drawing/2014/main" id="{2200B0A7-6AD2-61CA-259E-7751F2F6DBA5}"/>
              </a:ext>
            </a:extLst>
          </p:cNvPr>
          <p:cNvSpPr txBox="1"/>
          <p:nvPr/>
        </p:nvSpPr>
        <p:spPr>
          <a:xfrm>
            <a:off x="7437566" y="3779130"/>
            <a:ext cx="1770400" cy="300000"/>
          </a:xfrm>
          <a:prstGeom prst="rect">
            <a:avLst/>
          </a:prstGeom>
          <a:noFill/>
          <a:ln w="12700">
            <a:noFill/>
          </a:ln>
        </p:spPr>
        <p:txBody>
          <a:bodyPr wrap="square" lIns="0" tIns="0" rIns="0" bIns="0" rtlCol="0"/>
          <a:lstStyle/>
          <a:p>
            <a:pPr marL="0" indent="0" algn="ctr">
              <a:spcAft>
                <a:spcPts val="0"/>
              </a:spcAft>
              <a:buNone/>
            </a:pPr>
            <a:r>
              <a:rPr lang="en-US" sz="1300" b="0" i="1">
                <a:solidFill>
                  <a:srgbClr val="4B5563"/>
                </a:solidFill>
                <a:latin typeface="Century Gothic" panose="020B0502020202020204" pitchFamily="34" charset="0"/>
              </a:rPr>
              <a:t>Turn capability into pipeline</a:t>
            </a:r>
            <a:endParaRPr lang="en-US" sz="1300" i="1">
              <a:solidFill>
                <a:srgbClr val="4B5563"/>
              </a:solidFill>
              <a:latin typeface="Century Gothic" panose="020B0502020202020204" pitchFamily="34" charset="0"/>
            </a:endParaRPr>
          </a:p>
        </p:txBody>
      </p:sp>
      <p:sp>
        <p:nvSpPr>
          <p:cNvPr id="34" name="Card 4 Bullets">
            <a:extLst>
              <a:ext uri="{FF2B5EF4-FFF2-40B4-BE49-F238E27FC236}">
                <a16:creationId xmlns:a16="http://schemas.microsoft.com/office/drawing/2014/main" id="{6A78D0A7-C9FA-1150-1BD1-A3BE0E8BBE02}"/>
              </a:ext>
            </a:extLst>
          </p:cNvPr>
          <p:cNvSpPr txBox="1"/>
          <p:nvPr/>
        </p:nvSpPr>
        <p:spPr>
          <a:xfrm>
            <a:off x="7437566" y="4299737"/>
            <a:ext cx="1856125" cy="1341243"/>
          </a:xfrm>
          <a:prstGeom prst="rect">
            <a:avLst/>
          </a:prstGeom>
          <a:noFill/>
          <a:ln w="12700">
            <a:noFill/>
          </a:ln>
        </p:spPr>
        <p:txBody>
          <a:bodyPr wrap="square" lIns="0" tIns="0" rIns="0" bIns="0" rtlCol="0" anchor="t"/>
          <a:lstStyle/>
          <a:p>
            <a:pPr marL="171450" indent="-171450" algn="l">
              <a:spcAft>
                <a:spcPts val="180"/>
              </a:spcAft>
              <a:buFont typeface="Arial"/>
              <a:buChar char="•"/>
            </a:pPr>
            <a:r>
              <a:rPr lang="en-US" sz="1100" b="0">
                <a:solidFill>
                  <a:srgbClr val="111827"/>
                </a:solidFill>
                <a:latin typeface="Century Gothic" panose="020B0502020202020204" pitchFamily="34" charset="0"/>
              </a:rPr>
              <a:t>Align AI offerings with </a:t>
            </a:r>
            <a:r>
              <a:rPr lang="en-US" sz="1100" b="1">
                <a:solidFill>
                  <a:srgbClr val="111827"/>
                </a:solidFill>
                <a:latin typeface="Century Gothic" panose="020B0502020202020204" pitchFamily="34" charset="0"/>
              </a:rPr>
              <a:t>priority accounts and pursuits</a:t>
            </a:r>
            <a:endParaRPr lang="en-US" sz="1100">
              <a:solidFill>
                <a:srgbClr val="111827"/>
              </a:solidFill>
              <a:latin typeface="Century Gothic" panose="020B0502020202020204" pitchFamily="34" charset="0"/>
            </a:endParaRPr>
          </a:p>
          <a:p>
            <a:pPr marL="171450" indent="-171450" algn="l">
              <a:spcAft>
                <a:spcPts val="180"/>
              </a:spcAft>
              <a:buFont typeface="Arial"/>
              <a:buChar char="•"/>
            </a:pPr>
            <a:r>
              <a:rPr lang="en-US" sz="1100" b="0">
                <a:solidFill>
                  <a:srgbClr val="111827"/>
                </a:solidFill>
                <a:latin typeface="Century Gothic" panose="020B0502020202020204" pitchFamily="34" charset="0"/>
              </a:rPr>
              <a:t>Strengthen </a:t>
            </a:r>
            <a:r>
              <a:rPr lang="en-US" sz="1100" b="1">
                <a:solidFill>
                  <a:srgbClr val="111827"/>
                </a:solidFill>
                <a:latin typeface="Century Gothic" panose="020B0502020202020204" pitchFamily="34" charset="0"/>
              </a:rPr>
              <a:t>client positioning and messaging</a:t>
            </a:r>
            <a:endParaRPr lang="en-US" sz="1100">
              <a:solidFill>
                <a:srgbClr val="111827"/>
              </a:solidFill>
              <a:latin typeface="Century Gothic" panose="020B0502020202020204" pitchFamily="34" charset="0"/>
            </a:endParaRPr>
          </a:p>
          <a:p>
            <a:pPr marL="171450" indent="-171450" algn="l">
              <a:spcAft>
                <a:spcPts val="180"/>
              </a:spcAft>
              <a:buFont typeface="Arial"/>
              <a:buChar char="•"/>
            </a:pPr>
            <a:r>
              <a:rPr lang="en-US" sz="1100" b="0">
                <a:solidFill>
                  <a:srgbClr val="111827"/>
                </a:solidFill>
                <a:latin typeface="Century Gothic" panose="020B0502020202020204" pitchFamily="34" charset="0"/>
              </a:rPr>
              <a:t>Convert demos into </a:t>
            </a:r>
            <a:r>
              <a:rPr lang="en-US" sz="1100" b="1">
                <a:solidFill>
                  <a:srgbClr val="111827"/>
                </a:solidFill>
                <a:latin typeface="Century Gothic" panose="020B0502020202020204" pitchFamily="34" charset="0"/>
              </a:rPr>
              <a:t>meetings, proposals, and pipeline</a:t>
            </a:r>
            <a:endParaRPr lang="en-US" sz="1100">
              <a:solidFill>
                <a:srgbClr val="111827"/>
              </a:solidFill>
              <a:latin typeface="Century Gothic" panose="020B0502020202020204" pitchFamily="34" charset="0"/>
            </a:endParaRPr>
          </a:p>
        </p:txBody>
      </p:sp>
      <p:sp>
        <p:nvSpPr>
          <p:cNvPr id="35" name="Card 5 Body">
            <a:extLst>
              <a:ext uri="{FF2B5EF4-FFF2-40B4-BE49-F238E27FC236}">
                <a16:creationId xmlns:a16="http://schemas.microsoft.com/office/drawing/2014/main" id="{405BEEB0-2F75-E721-3E41-6B103AA39B47}"/>
              </a:ext>
            </a:extLst>
          </p:cNvPr>
          <p:cNvSpPr/>
          <p:nvPr/>
        </p:nvSpPr>
        <p:spPr>
          <a:xfrm>
            <a:off x="9627966" y="3114707"/>
            <a:ext cx="1959925" cy="2790067"/>
          </a:xfrm>
          <a:prstGeom prst="rect">
            <a:avLst/>
          </a:prstGeom>
          <a:solidFill>
            <a:srgbClr val="F7F7F8"/>
          </a:solidFill>
          <a:ln w="12700">
            <a:solidFill>
              <a:srgbClr val="EAECEF"/>
            </a:solidFill>
          </a:ln>
        </p:spPr>
        <p:txBody>
          <a:bodyPr rtlCol="0"/>
          <a:lstStyle/>
          <a:p>
            <a:endParaRPr>
              <a:latin typeface="Century Gothic" panose="020B0502020202020204" pitchFamily="34" charset="0"/>
            </a:endParaRPr>
          </a:p>
        </p:txBody>
      </p:sp>
      <p:sp>
        <p:nvSpPr>
          <p:cNvPr id="36" name="Card 5 Band">
            <a:extLst>
              <a:ext uri="{FF2B5EF4-FFF2-40B4-BE49-F238E27FC236}">
                <a16:creationId xmlns:a16="http://schemas.microsoft.com/office/drawing/2014/main" id="{3791D4B3-BDB8-45C7-8344-6086DAFB7491}"/>
              </a:ext>
            </a:extLst>
          </p:cNvPr>
          <p:cNvSpPr/>
          <p:nvPr/>
        </p:nvSpPr>
        <p:spPr>
          <a:xfrm>
            <a:off x="9627966" y="3102406"/>
            <a:ext cx="1950400" cy="580802"/>
          </a:xfrm>
          <a:prstGeom prst="rect">
            <a:avLst/>
          </a:prstGeom>
          <a:solidFill>
            <a:srgbClr val="005F65"/>
          </a:solidFill>
          <a:ln w="12700">
            <a:solidFill>
              <a:srgbClr val="8A8A8A"/>
            </a:solidFill>
          </a:ln>
        </p:spPr>
        <p:txBody>
          <a:bodyPr rtlCol="0"/>
          <a:lstStyle/>
          <a:p>
            <a:endParaRPr>
              <a:latin typeface="Century Gothic" panose="020B0502020202020204" pitchFamily="34" charset="0"/>
            </a:endParaRPr>
          </a:p>
        </p:txBody>
      </p:sp>
      <p:sp>
        <p:nvSpPr>
          <p:cNvPr id="39" name="Card 5 Title">
            <a:extLst>
              <a:ext uri="{FF2B5EF4-FFF2-40B4-BE49-F238E27FC236}">
                <a16:creationId xmlns:a16="http://schemas.microsoft.com/office/drawing/2014/main" id="{84B81050-6F91-6DC9-8348-EF0CA162670C}"/>
              </a:ext>
            </a:extLst>
          </p:cNvPr>
          <p:cNvSpPr txBox="1"/>
          <p:nvPr/>
        </p:nvSpPr>
        <p:spPr>
          <a:xfrm>
            <a:off x="9717966" y="3117088"/>
            <a:ext cx="1770400" cy="560000"/>
          </a:xfrm>
          <a:prstGeom prst="rect">
            <a:avLst/>
          </a:prstGeom>
          <a:noFill/>
          <a:ln w="12700">
            <a:noFill/>
          </a:ln>
        </p:spPr>
        <p:txBody>
          <a:bodyPr wrap="square" lIns="0" tIns="0" rIns="0" bIns="0" rtlCol="0" anchor="ctr"/>
          <a:lstStyle/>
          <a:p>
            <a:pPr marL="0" indent="0" algn="ctr">
              <a:spcAft>
                <a:spcPts val="60"/>
              </a:spcAft>
              <a:buNone/>
            </a:pPr>
            <a:r>
              <a:rPr lang="en-US" sz="1400" b="1">
                <a:solidFill>
                  <a:schemeClr val="bg1"/>
                </a:solidFill>
                <a:latin typeface="Century Gothic" panose="020B0502020202020204" pitchFamily="34" charset="0"/>
              </a:rPr>
              <a:t>Practice</a:t>
            </a:r>
            <a:endParaRPr lang="en-US" sz="1400">
              <a:solidFill>
                <a:schemeClr val="bg1"/>
              </a:solidFill>
              <a:latin typeface="Century Gothic" panose="020B0502020202020204" pitchFamily="34" charset="0"/>
            </a:endParaRPr>
          </a:p>
          <a:p>
            <a:pPr marL="0" indent="0" algn="ctr">
              <a:spcAft>
                <a:spcPts val="60"/>
              </a:spcAft>
              <a:buNone/>
            </a:pPr>
            <a:r>
              <a:rPr lang="en-US" sz="1400" b="1">
                <a:solidFill>
                  <a:schemeClr val="bg1"/>
                </a:solidFill>
                <a:latin typeface="Century Gothic" panose="020B0502020202020204" pitchFamily="34" charset="0"/>
              </a:rPr>
              <a:t>Leadership</a:t>
            </a:r>
            <a:endParaRPr lang="en-US" sz="1400">
              <a:solidFill>
                <a:schemeClr val="bg1"/>
              </a:solidFill>
              <a:latin typeface="Century Gothic" panose="020B0502020202020204" pitchFamily="34" charset="0"/>
            </a:endParaRPr>
          </a:p>
        </p:txBody>
      </p:sp>
      <p:sp>
        <p:nvSpPr>
          <p:cNvPr id="40" name="Card 5 Detail">
            <a:extLst>
              <a:ext uri="{FF2B5EF4-FFF2-40B4-BE49-F238E27FC236}">
                <a16:creationId xmlns:a16="http://schemas.microsoft.com/office/drawing/2014/main" id="{CDC17EC2-35CA-74CE-1BA6-E541E2C12A6C}"/>
              </a:ext>
            </a:extLst>
          </p:cNvPr>
          <p:cNvSpPr txBox="1"/>
          <p:nvPr/>
        </p:nvSpPr>
        <p:spPr>
          <a:xfrm>
            <a:off x="9717966" y="3779130"/>
            <a:ext cx="1770400" cy="300000"/>
          </a:xfrm>
          <a:prstGeom prst="rect">
            <a:avLst/>
          </a:prstGeom>
          <a:noFill/>
          <a:ln w="12700">
            <a:noFill/>
          </a:ln>
        </p:spPr>
        <p:txBody>
          <a:bodyPr wrap="square" lIns="0" tIns="0" rIns="0" bIns="0" rtlCol="0"/>
          <a:lstStyle/>
          <a:p>
            <a:pPr marL="0" indent="0" algn="ctr">
              <a:spcAft>
                <a:spcPts val="0"/>
              </a:spcAft>
              <a:buNone/>
            </a:pPr>
            <a:r>
              <a:rPr lang="en-US" sz="1300" b="0" i="1">
                <a:solidFill>
                  <a:srgbClr val="4B5563"/>
                </a:solidFill>
                <a:latin typeface="Century Gothic" panose="020B0502020202020204" pitchFamily="34" charset="0"/>
              </a:rPr>
              <a:t>Sponsor and accelerate adoption</a:t>
            </a:r>
            <a:endParaRPr lang="en-US" sz="1300" i="1">
              <a:solidFill>
                <a:srgbClr val="4B5563"/>
              </a:solidFill>
              <a:latin typeface="Century Gothic" panose="020B0502020202020204" pitchFamily="34" charset="0"/>
            </a:endParaRPr>
          </a:p>
        </p:txBody>
      </p:sp>
      <p:sp>
        <p:nvSpPr>
          <p:cNvPr id="41" name="Card 5 Bullets">
            <a:extLst>
              <a:ext uri="{FF2B5EF4-FFF2-40B4-BE49-F238E27FC236}">
                <a16:creationId xmlns:a16="http://schemas.microsoft.com/office/drawing/2014/main" id="{0C7B87EE-F5C2-811B-9E87-E647F5BE82F2}"/>
              </a:ext>
            </a:extLst>
          </p:cNvPr>
          <p:cNvSpPr txBox="1"/>
          <p:nvPr/>
        </p:nvSpPr>
        <p:spPr>
          <a:xfrm>
            <a:off x="9717966" y="4299737"/>
            <a:ext cx="1770400" cy="1341243"/>
          </a:xfrm>
          <a:prstGeom prst="rect">
            <a:avLst/>
          </a:prstGeom>
          <a:noFill/>
          <a:ln w="12700">
            <a:noFill/>
          </a:ln>
        </p:spPr>
        <p:txBody>
          <a:bodyPr wrap="square" lIns="0" tIns="0" rIns="0" bIns="0" rtlCol="0" anchor="t"/>
          <a:lstStyle/>
          <a:p>
            <a:pPr marL="171450" indent="-171450" algn="l">
              <a:spcAft>
                <a:spcPts val="180"/>
              </a:spcAft>
              <a:buFont typeface="Arial"/>
              <a:buChar char="•"/>
            </a:pPr>
            <a:r>
              <a:rPr lang="en-US" sz="1100" b="0">
                <a:solidFill>
                  <a:srgbClr val="111827"/>
                </a:solidFill>
                <a:latin typeface="Century Gothic" panose="020B0502020202020204" pitchFamily="34" charset="0"/>
              </a:rPr>
              <a:t>Confirm priorities and </a:t>
            </a:r>
            <a:r>
              <a:rPr lang="en-US" sz="1100" b="1">
                <a:solidFill>
                  <a:srgbClr val="111827"/>
                </a:solidFill>
                <a:latin typeface="Century Gothic" panose="020B0502020202020204" pitchFamily="34" charset="0"/>
              </a:rPr>
              <a:t>remove blockers</a:t>
            </a:r>
            <a:endParaRPr lang="en-US" sz="1100">
              <a:solidFill>
                <a:srgbClr val="111827"/>
              </a:solidFill>
              <a:latin typeface="Century Gothic" panose="020B0502020202020204" pitchFamily="34" charset="0"/>
            </a:endParaRPr>
          </a:p>
          <a:p>
            <a:pPr marL="171450" indent="-171450" algn="l">
              <a:spcAft>
                <a:spcPts val="180"/>
              </a:spcAft>
              <a:buFont typeface="Arial"/>
              <a:buChar char="•"/>
            </a:pPr>
            <a:r>
              <a:rPr lang="en-US" sz="1100" b="0">
                <a:solidFill>
                  <a:srgbClr val="111827"/>
                </a:solidFill>
                <a:latin typeface="Century Gothic" panose="020B0502020202020204" pitchFamily="34" charset="0"/>
              </a:rPr>
              <a:t>Enable </a:t>
            </a:r>
            <a:r>
              <a:rPr lang="en-US" sz="1100" b="1">
                <a:solidFill>
                  <a:srgbClr val="111827"/>
                </a:solidFill>
                <a:latin typeface="Century Gothic" panose="020B0502020202020204" pitchFamily="34" charset="0"/>
              </a:rPr>
              <a:t>client access and GTM support</a:t>
            </a:r>
            <a:endParaRPr lang="en-US" sz="1100">
              <a:solidFill>
                <a:srgbClr val="111827"/>
              </a:solidFill>
              <a:latin typeface="Century Gothic" panose="020B0502020202020204" pitchFamily="34" charset="0"/>
            </a:endParaRPr>
          </a:p>
          <a:p>
            <a:pPr marL="171450" indent="-171450" algn="l">
              <a:spcAft>
                <a:spcPts val="180"/>
              </a:spcAft>
              <a:buFont typeface="Arial"/>
              <a:buChar char="•"/>
            </a:pPr>
            <a:r>
              <a:rPr lang="en-US" sz="1100" b="0">
                <a:solidFill>
                  <a:srgbClr val="111827"/>
                </a:solidFill>
                <a:latin typeface="Century Gothic" panose="020B0502020202020204" pitchFamily="34" charset="0"/>
              </a:rPr>
              <a:t>Drive practice alignment around </a:t>
            </a:r>
            <a:r>
              <a:rPr lang="en-US" sz="1100" b="1">
                <a:solidFill>
                  <a:srgbClr val="111827"/>
                </a:solidFill>
                <a:latin typeface="Century Gothic" panose="020B0502020202020204" pitchFamily="34" charset="0"/>
              </a:rPr>
              <a:t>repeatable AI offerings</a:t>
            </a:r>
            <a:endParaRPr lang="en-US" sz="1100">
              <a:solidFill>
                <a:srgbClr val="111827"/>
              </a:solidFill>
              <a:latin typeface="Century Gothic" panose="020B0502020202020204" pitchFamily="34" charset="0"/>
            </a:endParaRPr>
          </a:p>
        </p:txBody>
      </p:sp>
      <p:sp>
        <p:nvSpPr>
          <p:cNvPr id="42" name="TextBox 41">
            <a:extLst>
              <a:ext uri="{FF2B5EF4-FFF2-40B4-BE49-F238E27FC236}">
                <a16:creationId xmlns:a16="http://schemas.microsoft.com/office/drawing/2014/main" id="{8D314FA5-B152-1D5D-5E10-A706BFDB909B}"/>
              </a:ext>
            </a:extLst>
          </p:cNvPr>
          <p:cNvSpPr txBox="1"/>
          <p:nvPr/>
        </p:nvSpPr>
        <p:spPr>
          <a:xfrm>
            <a:off x="887276" y="3018344"/>
            <a:ext cx="184731" cy="307777"/>
          </a:xfrm>
          <a:prstGeom prst="rect">
            <a:avLst/>
          </a:prstGeom>
          <a:noFill/>
        </p:spPr>
        <p:txBody>
          <a:bodyPr wrap="none" rtlCol="0">
            <a:spAutoFit/>
          </a:bodyPr>
          <a:lstStyle/>
          <a:p>
            <a:pPr algn="l"/>
            <a:endParaRPr lang="en-US" sz="1400">
              <a:latin typeface="Century Gothic" panose="020B0502020202020204" pitchFamily="34" charset="0"/>
            </a:endParaRPr>
          </a:p>
        </p:txBody>
      </p:sp>
      <p:sp>
        <p:nvSpPr>
          <p:cNvPr id="43" name="TextBox 42">
            <a:extLst>
              <a:ext uri="{FF2B5EF4-FFF2-40B4-BE49-F238E27FC236}">
                <a16:creationId xmlns:a16="http://schemas.microsoft.com/office/drawing/2014/main" id="{509C718A-0523-BA53-1E8A-82D7BBA409F8}"/>
              </a:ext>
            </a:extLst>
          </p:cNvPr>
          <p:cNvSpPr txBox="1"/>
          <p:nvPr/>
        </p:nvSpPr>
        <p:spPr>
          <a:xfrm>
            <a:off x="478486" y="2269869"/>
            <a:ext cx="184731" cy="307777"/>
          </a:xfrm>
          <a:prstGeom prst="rect">
            <a:avLst/>
          </a:prstGeom>
          <a:noFill/>
        </p:spPr>
        <p:txBody>
          <a:bodyPr wrap="none" rtlCol="0">
            <a:spAutoFit/>
          </a:bodyPr>
          <a:lstStyle/>
          <a:p>
            <a:pPr algn="l"/>
            <a:endParaRPr lang="en-US" sz="1400">
              <a:latin typeface="Century Gothic" panose="020B0502020202020204" pitchFamily="34" charset="0"/>
            </a:endParaRPr>
          </a:p>
        </p:txBody>
      </p:sp>
      <p:sp>
        <p:nvSpPr>
          <p:cNvPr id="3" name="TextBox 2">
            <a:extLst>
              <a:ext uri="{FF2B5EF4-FFF2-40B4-BE49-F238E27FC236}">
                <a16:creationId xmlns:a16="http://schemas.microsoft.com/office/drawing/2014/main" id="{53745CD5-B424-B443-5AD0-643A3628427C}"/>
              </a:ext>
            </a:extLst>
          </p:cNvPr>
          <p:cNvSpPr txBox="1"/>
          <p:nvPr/>
        </p:nvSpPr>
        <p:spPr>
          <a:xfrm>
            <a:off x="449793" y="6054100"/>
            <a:ext cx="8925490" cy="261610"/>
          </a:xfrm>
          <a:prstGeom prst="rect">
            <a:avLst/>
          </a:prstGeom>
          <a:noFill/>
        </p:spPr>
        <p:txBody>
          <a:bodyPr wrap="square" rtlCol="0">
            <a:spAutoFit/>
          </a:bodyPr>
          <a:lstStyle/>
          <a:p>
            <a:pPr algn="l"/>
            <a:r>
              <a:rPr lang="en-US" sz="1050" b="1" i="1" dirty="0"/>
              <a:t>For Any Questions, contact your US AI Enablement Support Team: </a:t>
            </a:r>
            <a:r>
              <a:rPr lang="en-US" sz="1050" i="1" dirty="0"/>
              <a:t>Jessie Wang, Mahdi Chowdhury, Ram </a:t>
            </a:r>
            <a:r>
              <a:rPr lang="en-US" sz="1050" i="1" dirty="0" err="1"/>
              <a:t>Bukkarayasamudram</a:t>
            </a:r>
            <a:endParaRPr lang="en-US" sz="1050" i="1" dirty="0"/>
          </a:p>
        </p:txBody>
      </p:sp>
      <p:sp>
        <p:nvSpPr>
          <p:cNvPr id="4" name="TextBox 3">
            <a:extLst>
              <a:ext uri="{FF2B5EF4-FFF2-40B4-BE49-F238E27FC236}">
                <a16:creationId xmlns:a16="http://schemas.microsoft.com/office/drawing/2014/main" id="{97A8CD6C-67F1-A051-6FD0-7F0456079553}"/>
              </a:ext>
            </a:extLst>
          </p:cNvPr>
          <p:cNvSpPr txBox="1"/>
          <p:nvPr/>
        </p:nvSpPr>
        <p:spPr>
          <a:xfrm>
            <a:off x="5522449" y="2851710"/>
            <a:ext cx="6305530" cy="215444"/>
          </a:xfrm>
          <a:prstGeom prst="rect">
            <a:avLst/>
          </a:prstGeom>
          <a:noFill/>
        </p:spPr>
        <p:txBody>
          <a:bodyPr wrap="square" rtlCol="0">
            <a:spAutoFit/>
          </a:bodyPr>
          <a:lstStyle/>
          <a:p>
            <a:pPr algn="l"/>
            <a:r>
              <a:rPr lang="en-US" sz="800" dirty="0"/>
              <a:t>*once you have prioritized use cases identified, please reach out to the AI Enablement support team below for support.</a:t>
            </a:r>
          </a:p>
        </p:txBody>
      </p:sp>
    </p:spTree>
    <p:extLst>
      <p:ext uri="{BB962C8B-B14F-4D97-AF65-F5344CB8AC3E}">
        <p14:creationId xmlns:p14="http://schemas.microsoft.com/office/powerpoint/2010/main" val="41442811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8AD07-2F10-FE17-3E74-0C90D0DF4551}"/>
              </a:ext>
            </a:extLst>
          </p:cNvPr>
          <p:cNvSpPr>
            <a:spLocks noGrp="1"/>
          </p:cNvSpPr>
          <p:nvPr>
            <p:ph type="title"/>
          </p:nvPr>
        </p:nvSpPr>
        <p:spPr>
          <a:xfrm>
            <a:off x="542648" y="437810"/>
            <a:ext cx="11098999" cy="332399"/>
          </a:xfrm>
        </p:spPr>
        <p:txBody>
          <a:bodyPr/>
          <a:lstStyle/>
          <a:p>
            <a:r>
              <a:rPr lang="en-US" dirty="0"/>
              <a:t>AI Sales Offerings Process Roadmap: From Ideas to Pipeline</a:t>
            </a:r>
          </a:p>
        </p:txBody>
      </p:sp>
      <p:sp>
        <p:nvSpPr>
          <p:cNvPr id="3" name="Text Placeholder 2">
            <a:extLst>
              <a:ext uri="{FF2B5EF4-FFF2-40B4-BE49-F238E27FC236}">
                <a16:creationId xmlns:a16="http://schemas.microsoft.com/office/drawing/2014/main" id="{F6439083-2DDC-F012-1B9D-95F11472379F}"/>
              </a:ext>
            </a:extLst>
          </p:cNvPr>
          <p:cNvSpPr>
            <a:spLocks noGrp="1"/>
          </p:cNvSpPr>
          <p:nvPr>
            <p:ph type="body" sz="quarter" idx="10"/>
          </p:nvPr>
        </p:nvSpPr>
        <p:spPr>
          <a:xfrm>
            <a:off x="542648" y="887051"/>
            <a:ext cx="11521198" cy="221599"/>
          </a:xfrm>
        </p:spPr>
        <p:txBody>
          <a:bodyPr/>
          <a:lstStyle/>
          <a:p>
            <a:r>
              <a:rPr lang="en-US" sz="1600" dirty="0"/>
              <a:t>How the AI Power Team will collaborate from developing use cases to market ready offerings</a:t>
            </a:r>
          </a:p>
        </p:txBody>
      </p:sp>
      <p:sp>
        <p:nvSpPr>
          <p:cNvPr id="4" name="Forme libre 8">
            <a:extLst>
              <a:ext uri="{FF2B5EF4-FFF2-40B4-BE49-F238E27FC236}">
                <a16:creationId xmlns:a16="http://schemas.microsoft.com/office/drawing/2014/main" id="{B9103D20-2315-3E20-6B65-2DE83DB4ECBF}"/>
              </a:ext>
            </a:extLst>
          </p:cNvPr>
          <p:cNvSpPr/>
          <p:nvPr/>
        </p:nvSpPr>
        <p:spPr>
          <a:xfrm>
            <a:off x="542807" y="1550507"/>
            <a:ext cx="6003110" cy="2536942"/>
          </a:xfrm>
          <a:custGeom>
            <a:avLst/>
            <a:gdLst>
              <a:gd name="connsiteX0" fmla="*/ 1606899 w 2556967"/>
              <a:gd name="connsiteY0" fmla="*/ 68 h 1080586"/>
              <a:gd name="connsiteX1" fmla="*/ 14336 w 2556967"/>
              <a:gd name="connsiteY1" fmla="*/ 68 h 1080586"/>
              <a:gd name="connsiteX2" fmla="*/ 3653 w 2556967"/>
              <a:gd name="connsiteY2" fmla="*/ 31976 h 1080586"/>
              <a:gd name="connsiteX3" fmla="*/ 66187 w 2556967"/>
              <a:gd name="connsiteY3" fmla="*/ 126476 h 1080586"/>
              <a:gd name="connsiteX4" fmla="*/ 66187 w 2556967"/>
              <a:gd name="connsiteY4" fmla="*/ 151920 h 1080586"/>
              <a:gd name="connsiteX5" fmla="*/ 3653 w 2556967"/>
              <a:gd name="connsiteY5" fmla="*/ 246420 h 1080586"/>
              <a:gd name="connsiteX6" fmla="*/ 14336 w 2556967"/>
              <a:gd name="connsiteY6" fmla="*/ 278328 h 1080586"/>
              <a:gd name="connsiteX7" fmla="*/ 1606899 w 2556967"/>
              <a:gd name="connsiteY7" fmla="*/ 278328 h 1080586"/>
              <a:gd name="connsiteX8" fmla="*/ 2556967 w 2556967"/>
              <a:gd name="connsiteY8" fmla="*/ 1080586 h 1080586"/>
              <a:gd name="connsiteX9" fmla="*/ 2556967 w 2556967"/>
              <a:gd name="connsiteY9" fmla="*/ 802259 h 1080586"/>
              <a:gd name="connsiteX10" fmla="*/ 1606899 w 2556967"/>
              <a:gd name="connsiteY10" fmla="*/ 0 h 108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56967" h="1080586">
                <a:moveTo>
                  <a:pt x="1606899" y="68"/>
                </a:moveTo>
                <a:lnTo>
                  <a:pt x="14336" y="68"/>
                </a:lnTo>
                <a:cubicBezTo>
                  <a:pt x="2020" y="68"/>
                  <a:pt x="-4581" y="19594"/>
                  <a:pt x="3653" y="31976"/>
                </a:cubicBezTo>
                <a:lnTo>
                  <a:pt x="66187" y="126476"/>
                </a:lnTo>
                <a:cubicBezTo>
                  <a:pt x="71018" y="133755"/>
                  <a:pt x="71018" y="144709"/>
                  <a:pt x="66187" y="151920"/>
                </a:cubicBezTo>
                <a:lnTo>
                  <a:pt x="3653" y="246420"/>
                </a:lnTo>
                <a:cubicBezTo>
                  <a:pt x="-4513" y="258802"/>
                  <a:pt x="2020" y="278328"/>
                  <a:pt x="14336" y="278328"/>
                </a:cubicBezTo>
                <a:lnTo>
                  <a:pt x="1606899" y="278328"/>
                </a:lnTo>
                <a:lnTo>
                  <a:pt x="2556967" y="1080586"/>
                </a:lnTo>
                <a:lnTo>
                  <a:pt x="2556967" y="802259"/>
                </a:lnTo>
                <a:lnTo>
                  <a:pt x="1606899" y="0"/>
                </a:lnTo>
                <a:close/>
              </a:path>
            </a:pathLst>
          </a:custGeom>
          <a:solidFill>
            <a:srgbClr val="005F65"/>
          </a:solidFill>
          <a:ln w="6804" cap="flat">
            <a:noFill/>
            <a:prstDash val="solid"/>
            <a:miter/>
          </a:ln>
        </p:spPr>
        <p:txBody>
          <a:bodyPr rtlCol="0" anchor="ctr"/>
          <a:lstStyle/>
          <a:p>
            <a:endParaRPr lang="fr-FR">
              <a:latin typeface="Century Gothic" panose="020B0502020202020204" pitchFamily="34" charset="0"/>
            </a:endParaRPr>
          </a:p>
        </p:txBody>
      </p:sp>
      <p:sp>
        <p:nvSpPr>
          <p:cNvPr id="5" name="Forme libre 9">
            <a:extLst>
              <a:ext uri="{FF2B5EF4-FFF2-40B4-BE49-F238E27FC236}">
                <a16:creationId xmlns:a16="http://schemas.microsoft.com/office/drawing/2014/main" id="{23021B2E-4E7F-D3CD-9015-FDFC2058011B}"/>
              </a:ext>
            </a:extLst>
          </p:cNvPr>
          <p:cNvSpPr/>
          <p:nvPr/>
        </p:nvSpPr>
        <p:spPr>
          <a:xfrm>
            <a:off x="542807" y="2303781"/>
            <a:ext cx="6003110" cy="1783508"/>
          </a:xfrm>
          <a:custGeom>
            <a:avLst/>
            <a:gdLst>
              <a:gd name="connsiteX0" fmla="*/ 1606899 w 2556967"/>
              <a:gd name="connsiteY0" fmla="*/ 68 h 759668"/>
              <a:gd name="connsiteX1" fmla="*/ 14336 w 2556967"/>
              <a:gd name="connsiteY1" fmla="*/ 68 h 759668"/>
              <a:gd name="connsiteX2" fmla="*/ 3653 w 2556967"/>
              <a:gd name="connsiteY2" fmla="*/ 31976 h 759668"/>
              <a:gd name="connsiteX3" fmla="*/ 66187 w 2556967"/>
              <a:gd name="connsiteY3" fmla="*/ 126475 h 759668"/>
              <a:gd name="connsiteX4" fmla="*/ 66187 w 2556967"/>
              <a:gd name="connsiteY4" fmla="*/ 151920 h 759668"/>
              <a:gd name="connsiteX5" fmla="*/ 3653 w 2556967"/>
              <a:gd name="connsiteY5" fmla="*/ 246419 h 759668"/>
              <a:gd name="connsiteX6" fmla="*/ 14336 w 2556967"/>
              <a:gd name="connsiteY6" fmla="*/ 278327 h 759668"/>
              <a:gd name="connsiteX7" fmla="*/ 1606899 w 2556967"/>
              <a:gd name="connsiteY7" fmla="*/ 278327 h 759668"/>
              <a:gd name="connsiteX8" fmla="*/ 2556967 w 2556967"/>
              <a:gd name="connsiteY8" fmla="*/ 759669 h 759668"/>
              <a:gd name="connsiteX9" fmla="*/ 2556967 w 2556967"/>
              <a:gd name="connsiteY9" fmla="*/ 481341 h 759668"/>
              <a:gd name="connsiteX10" fmla="*/ 1606899 w 2556967"/>
              <a:gd name="connsiteY10" fmla="*/ 0 h 75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56967" h="759668">
                <a:moveTo>
                  <a:pt x="1606899" y="68"/>
                </a:moveTo>
                <a:lnTo>
                  <a:pt x="14336" y="68"/>
                </a:lnTo>
                <a:cubicBezTo>
                  <a:pt x="2020" y="68"/>
                  <a:pt x="-4581" y="19594"/>
                  <a:pt x="3653" y="31976"/>
                </a:cubicBezTo>
                <a:lnTo>
                  <a:pt x="66187" y="126475"/>
                </a:lnTo>
                <a:cubicBezTo>
                  <a:pt x="71018" y="133755"/>
                  <a:pt x="71018" y="144708"/>
                  <a:pt x="66187" y="151920"/>
                </a:cubicBezTo>
                <a:lnTo>
                  <a:pt x="3653" y="246419"/>
                </a:lnTo>
                <a:cubicBezTo>
                  <a:pt x="-4513" y="258802"/>
                  <a:pt x="2020" y="278327"/>
                  <a:pt x="14336" y="278327"/>
                </a:cubicBezTo>
                <a:lnTo>
                  <a:pt x="1606899" y="278327"/>
                </a:lnTo>
                <a:lnTo>
                  <a:pt x="2556967" y="759669"/>
                </a:lnTo>
                <a:lnTo>
                  <a:pt x="2556967" y="481341"/>
                </a:lnTo>
                <a:lnTo>
                  <a:pt x="1606899" y="0"/>
                </a:lnTo>
                <a:close/>
              </a:path>
            </a:pathLst>
          </a:custGeom>
          <a:solidFill>
            <a:srgbClr val="477274"/>
          </a:solidFill>
          <a:ln w="6804" cap="flat">
            <a:noFill/>
            <a:prstDash val="solid"/>
            <a:miter/>
          </a:ln>
        </p:spPr>
        <p:txBody>
          <a:bodyPr rtlCol="0" anchor="ctr"/>
          <a:lstStyle/>
          <a:p>
            <a:endParaRPr lang="fr-FR">
              <a:latin typeface="Century Gothic" panose="020B0502020202020204" pitchFamily="34" charset="0"/>
            </a:endParaRPr>
          </a:p>
        </p:txBody>
      </p:sp>
      <p:sp>
        <p:nvSpPr>
          <p:cNvPr id="6" name="Forme libre 10">
            <a:extLst>
              <a:ext uri="{FF2B5EF4-FFF2-40B4-BE49-F238E27FC236}">
                <a16:creationId xmlns:a16="http://schemas.microsoft.com/office/drawing/2014/main" id="{3878111C-5549-EA01-65C6-05C9B83EC24A}"/>
              </a:ext>
            </a:extLst>
          </p:cNvPr>
          <p:cNvSpPr/>
          <p:nvPr/>
        </p:nvSpPr>
        <p:spPr>
          <a:xfrm>
            <a:off x="542807" y="3057211"/>
            <a:ext cx="6003110" cy="1030078"/>
          </a:xfrm>
          <a:custGeom>
            <a:avLst/>
            <a:gdLst>
              <a:gd name="connsiteX0" fmla="*/ 1606899 w 2556967"/>
              <a:gd name="connsiteY0" fmla="*/ 68 h 438752"/>
              <a:gd name="connsiteX1" fmla="*/ 14336 w 2556967"/>
              <a:gd name="connsiteY1" fmla="*/ 68 h 438752"/>
              <a:gd name="connsiteX2" fmla="*/ 3653 w 2556967"/>
              <a:gd name="connsiteY2" fmla="*/ 31976 h 438752"/>
              <a:gd name="connsiteX3" fmla="*/ 66187 w 2556967"/>
              <a:gd name="connsiteY3" fmla="*/ 126476 h 438752"/>
              <a:gd name="connsiteX4" fmla="*/ 66187 w 2556967"/>
              <a:gd name="connsiteY4" fmla="*/ 151920 h 438752"/>
              <a:gd name="connsiteX5" fmla="*/ 3653 w 2556967"/>
              <a:gd name="connsiteY5" fmla="*/ 246419 h 438752"/>
              <a:gd name="connsiteX6" fmla="*/ 14336 w 2556967"/>
              <a:gd name="connsiteY6" fmla="*/ 278327 h 438752"/>
              <a:gd name="connsiteX7" fmla="*/ 1606899 w 2556967"/>
              <a:gd name="connsiteY7" fmla="*/ 278327 h 438752"/>
              <a:gd name="connsiteX8" fmla="*/ 2556967 w 2556967"/>
              <a:gd name="connsiteY8" fmla="*/ 438752 h 438752"/>
              <a:gd name="connsiteX9" fmla="*/ 2556967 w 2556967"/>
              <a:gd name="connsiteY9" fmla="*/ 160425 h 438752"/>
              <a:gd name="connsiteX10" fmla="*/ 1606899 w 2556967"/>
              <a:gd name="connsiteY10" fmla="*/ 0 h 438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56967" h="438752">
                <a:moveTo>
                  <a:pt x="1606899" y="68"/>
                </a:moveTo>
                <a:lnTo>
                  <a:pt x="14336" y="68"/>
                </a:lnTo>
                <a:cubicBezTo>
                  <a:pt x="2020" y="68"/>
                  <a:pt x="-4581" y="19594"/>
                  <a:pt x="3653" y="31976"/>
                </a:cubicBezTo>
                <a:lnTo>
                  <a:pt x="66187" y="126476"/>
                </a:lnTo>
                <a:cubicBezTo>
                  <a:pt x="71018" y="133755"/>
                  <a:pt x="71018" y="144709"/>
                  <a:pt x="66187" y="151920"/>
                </a:cubicBezTo>
                <a:lnTo>
                  <a:pt x="3653" y="246419"/>
                </a:lnTo>
                <a:cubicBezTo>
                  <a:pt x="-4513" y="258802"/>
                  <a:pt x="2020" y="278327"/>
                  <a:pt x="14336" y="278327"/>
                </a:cubicBezTo>
                <a:lnTo>
                  <a:pt x="1606899" y="278327"/>
                </a:lnTo>
                <a:lnTo>
                  <a:pt x="2556967" y="438752"/>
                </a:lnTo>
                <a:lnTo>
                  <a:pt x="2556967" y="160425"/>
                </a:lnTo>
                <a:lnTo>
                  <a:pt x="1606899" y="0"/>
                </a:lnTo>
                <a:close/>
              </a:path>
            </a:pathLst>
          </a:custGeom>
          <a:solidFill>
            <a:srgbClr val="47B6BC"/>
          </a:solidFill>
          <a:ln w="6804" cap="flat">
            <a:noFill/>
            <a:prstDash val="solid"/>
            <a:miter/>
          </a:ln>
        </p:spPr>
        <p:txBody>
          <a:bodyPr rtlCol="0" anchor="ctr"/>
          <a:lstStyle/>
          <a:p>
            <a:endParaRPr lang="fr-FR">
              <a:latin typeface="Century Gothic" panose="020B0502020202020204" pitchFamily="34" charset="0"/>
            </a:endParaRPr>
          </a:p>
        </p:txBody>
      </p:sp>
      <p:sp>
        <p:nvSpPr>
          <p:cNvPr id="7" name="Forme libre 11">
            <a:extLst>
              <a:ext uri="{FF2B5EF4-FFF2-40B4-BE49-F238E27FC236}">
                <a16:creationId xmlns:a16="http://schemas.microsoft.com/office/drawing/2014/main" id="{F7DBB9F0-A5D7-85A2-423B-55B77F3B00FB}"/>
              </a:ext>
            </a:extLst>
          </p:cNvPr>
          <p:cNvSpPr/>
          <p:nvPr/>
        </p:nvSpPr>
        <p:spPr>
          <a:xfrm>
            <a:off x="542807" y="3432571"/>
            <a:ext cx="6003110" cy="1031355"/>
          </a:xfrm>
          <a:custGeom>
            <a:avLst/>
            <a:gdLst>
              <a:gd name="connsiteX0" fmla="*/ 1606899 w 2556967"/>
              <a:gd name="connsiteY0" fmla="*/ 161037 h 439296"/>
              <a:gd name="connsiteX1" fmla="*/ 14336 w 2556967"/>
              <a:gd name="connsiteY1" fmla="*/ 161037 h 439296"/>
              <a:gd name="connsiteX2" fmla="*/ 3653 w 2556967"/>
              <a:gd name="connsiteY2" fmla="*/ 192945 h 439296"/>
              <a:gd name="connsiteX3" fmla="*/ 66187 w 2556967"/>
              <a:gd name="connsiteY3" fmla="*/ 287444 h 439296"/>
              <a:gd name="connsiteX4" fmla="*/ 66187 w 2556967"/>
              <a:gd name="connsiteY4" fmla="*/ 312889 h 439296"/>
              <a:gd name="connsiteX5" fmla="*/ 3653 w 2556967"/>
              <a:gd name="connsiteY5" fmla="*/ 407388 h 439296"/>
              <a:gd name="connsiteX6" fmla="*/ 14336 w 2556967"/>
              <a:gd name="connsiteY6" fmla="*/ 439296 h 439296"/>
              <a:gd name="connsiteX7" fmla="*/ 1606899 w 2556967"/>
              <a:gd name="connsiteY7" fmla="*/ 439296 h 439296"/>
              <a:gd name="connsiteX8" fmla="*/ 2556967 w 2556967"/>
              <a:gd name="connsiteY8" fmla="*/ 278328 h 439296"/>
              <a:gd name="connsiteX9" fmla="*/ 2556967 w 2556967"/>
              <a:gd name="connsiteY9" fmla="*/ 0 h 439296"/>
              <a:gd name="connsiteX10" fmla="*/ 1606899 w 2556967"/>
              <a:gd name="connsiteY10" fmla="*/ 160969 h 439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56967" h="439296">
                <a:moveTo>
                  <a:pt x="1606899" y="161037"/>
                </a:moveTo>
                <a:lnTo>
                  <a:pt x="14336" y="161037"/>
                </a:lnTo>
                <a:cubicBezTo>
                  <a:pt x="2020" y="161037"/>
                  <a:pt x="-4581" y="180562"/>
                  <a:pt x="3653" y="192945"/>
                </a:cubicBezTo>
                <a:lnTo>
                  <a:pt x="66187" y="287444"/>
                </a:lnTo>
                <a:cubicBezTo>
                  <a:pt x="71018" y="294724"/>
                  <a:pt x="71018" y="305678"/>
                  <a:pt x="66187" y="312889"/>
                </a:cubicBezTo>
                <a:lnTo>
                  <a:pt x="3653" y="407388"/>
                </a:lnTo>
                <a:cubicBezTo>
                  <a:pt x="-4513" y="419770"/>
                  <a:pt x="2020" y="439296"/>
                  <a:pt x="14336" y="439296"/>
                </a:cubicBezTo>
                <a:lnTo>
                  <a:pt x="1606899" y="439296"/>
                </a:lnTo>
                <a:lnTo>
                  <a:pt x="2556967" y="278328"/>
                </a:lnTo>
                <a:lnTo>
                  <a:pt x="2556967" y="0"/>
                </a:lnTo>
                <a:lnTo>
                  <a:pt x="1606899" y="160969"/>
                </a:lnTo>
                <a:close/>
              </a:path>
            </a:pathLst>
          </a:custGeom>
          <a:solidFill>
            <a:schemeClr val="accent2"/>
          </a:solidFill>
          <a:ln w="6804" cap="flat">
            <a:noFill/>
            <a:prstDash val="solid"/>
            <a:miter/>
          </a:ln>
        </p:spPr>
        <p:txBody>
          <a:bodyPr rtlCol="0" anchor="ctr"/>
          <a:lstStyle/>
          <a:p>
            <a:endParaRPr lang="fr-FR">
              <a:latin typeface="Century Gothic" panose="020B0502020202020204" pitchFamily="34" charset="0"/>
            </a:endParaRPr>
          </a:p>
        </p:txBody>
      </p:sp>
      <p:sp>
        <p:nvSpPr>
          <p:cNvPr id="8" name="Forme libre 12">
            <a:extLst>
              <a:ext uri="{FF2B5EF4-FFF2-40B4-BE49-F238E27FC236}">
                <a16:creationId xmlns:a16="http://schemas.microsoft.com/office/drawing/2014/main" id="{B429B08B-3E8A-7F71-E182-6A9097D8DAB2}"/>
              </a:ext>
            </a:extLst>
          </p:cNvPr>
          <p:cNvSpPr/>
          <p:nvPr/>
        </p:nvSpPr>
        <p:spPr>
          <a:xfrm>
            <a:off x="542807" y="3433848"/>
            <a:ext cx="6003110" cy="1783508"/>
          </a:xfrm>
          <a:custGeom>
            <a:avLst/>
            <a:gdLst>
              <a:gd name="connsiteX0" fmla="*/ 1606899 w 2556967"/>
              <a:gd name="connsiteY0" fmla="*/ 481409 h 759668"/>
              <a:gd name="connsiteX1" fmla="*/ 14336 w 2556967"/>
              <a:gd name="connsiteY1" fmla="*/ 481409 h 759668"/>
              <a:gd name="connsiteX2" fmla="*/ 3653 w 2556967"/>
              <a:gd name="connsiteY2" fmla="*/ 513318 h 759668"/>
              <a:gd name="connsiteX3" fmla="*/ 66187 w 2556967"/>
              <a:gd name="connsiteY3" fmla="*/ 607817 h 759668"/>
              <a:gd name="connsiteX4" fmla="*/ 66187 w 2556967"/>
              <a:gd name="connsiteY4" fmla="*/ 633262 h 759668"/>
              <a:gd name="connsiteX5" fmla="*/ 3653 w 2556967"/>
              <a:gd name="connsiteY5" fmla="*/ 727761 h 759668"/>
              <a:gd name="connsiteX6" fmla="*/ 14336 w 2556967"/>
              <a:gd name="connsiteY6" fmla="*/ 759669 h 759668"/>
              <a:gd name="connsiteX7" fmla="*/ 1606899 w 2556967"/>
              <a:gd name="connsiteY7" fmla="*/ 759669 h 759668"/>
              <a:gd name="connsiteX8" fmla="*/ 2556967 w 2556967"/>
              <a:gd name="connsiteY8" fmla="*/ 278327 h 759668"/>
              <a:gd name="connsiteX9" fmla="*/ 2556967 w 2556967"/>
              <a:gd name="connsiteY9" fmla="*/ 0 h 759668"/>
              <a:gd name="connsiteX10" fmla="*/ 1606899 w 2556967"/>
              <a:gd name="connsiteY10" fmla="*/ 481341 h 75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56967" h="759668">
                <a:moveTo>
                  <a:pt x="1606899" y="481409"/>
                </a:moveTo>
                <a:lnTo>
                  <a:pt x="14336" y="481409"/>
                </a:lnTo>
                <a:cubicBezTo>
                  <a:pt x="2020" y="481409"/>
                  <a:pt x="-4581" y="500935"/>
                  <a:pt x="3653" y="513318"/>
                </a:cubicBezTo>
                <a:lnTo>
                  <a:pt x="66187" y="607817"/>
                </a:lnTo>
                <a:cubicBezTo>
                  <a:pt x="71018" y="615096"/>
                  <a:pt x="71018" y="626050"/>
                  <a:pt x="66187" y="633262"/>
                </a:cubicBezTo>
                <a:lnTo>
                  <a:pt x="3653" y="727761"/>
                </a:lnTo>
                <a:cubicBezTo>
                  <a:pt x="-4513" y="740143"/>
                  <a:pt x="2020" y="759669"/>
                  <a:pt x="14336" y="759669"/>
                </a:cubicBezTo>
                <a:lnTo>
                  <a:pt x="1606899" y="759669"/>
                </a:lnTo>
                <a:lnTo>
                  <a:pt x="2556967" y="278327"/>
                </a:lnTo>
                <a:lnTo>
                  <a:pt x="2556967" y="0"/>
                </a:lnTo>
                <a:lnTo>
                  <a:pt x="1606899" y="481341"/>
                </a:lnTo>
                <a:close/>
              </a:path>
            </a:pathLst>
          </a:custGeom>
          <a:solidFill>
            <a:srgbClr val="7F7F7F"/>
          </a:solidFill>
          <a:ln w="6804" cap="flat">
            <a:noFill/>
            <a:prstDash val="solid"/>
            <a:miter/>
          </a:ln>
        </p:spPr>
        <p:txBody>
          <a:bodyPr rtlCol="0" anchor="ctr"/>
          <a:lstStyle/>
          <a:p>
            <a:endParaRPr lang="fr-FR">
              <a:latin typeface="Century Gothic" panose="020B0502020202020204" pitchFamily="34" charset="0"/>
            </a:endParaRPr>
          </a:p>
        </p:txBody>
      </p:sp>
      <p:sp>
        <p:nvSpPr>
          <p:cNvPr id="9" name="Forme libre 13">
            <a:extLst>
              <a:ext uri="{FF2B5EF4-FFF2-40B4-BE49-F238E27FC236}">
                <a16:creationId xmlns:a16="http://schemas.microsoft.com/office/drawing/2014/main" id="{5A95F120-8C9B-5528-4661-6AC4936640D0}"/>
              </a:ext>
            </a:extLst>
          </p:cNvPr>
          <p:cNvSpPr/>
          <p:nvPr/>
        </p:nvSpPr>
        <p:spPr>
          <a:xfrm>
            <a:off x="542648" y="2695430"/>
            <a:ext cx="7705114" cy="3275519"/>
          </a:xfrm>
          <a:custGeom>
            <a:avLst/>
            <a:gdLst>
              <a:gd name="connsiteX0" fmla="*/ 3290034 w 3290033"/>
              <a:gd name="connsiteY0" fmla="*/ 453788 h 1395176"/>
              <a:gd name="connsiteX1" fmla="*/ 2951502 w 3290033"/>
              <a:gd name="connsiteY1" fmla="*/ 0 h 1395176"/>
              <a:gd name="connsiteX2" fmla="*/ 2951502 w 3290033"/>
              <a:gd name="connsiteY2" fmla="*/ 314658 h 1395176"/>
              <a:gd name="connsiteX3" fmla="*/ 2556967 w 3290033"/>
              <a:gd name="connsiteY3" fmla="*/ 314658 h 1395176"/>
              <a:gd name="connsiteX4" fmla="*/ 1606899 w 3290033"/>
              <a:gd name="connsiteY4" fmla="*/ 1116917 h 1395176"/>
              <a:gd name="connsiteX5" fmla="*/ 14336 w 3290033"/>
              <a:gd name="connsiteY5" fmla="*/ 1116917 h 1395176"/>
              <a:gd name="connsiteX6" fmla="*/ 3653 w 3290033"/>
              <a:gd name="connsiteY6" fmla="*/ 1148824 h 1395176"/>
              <a:gd name="connsiteX7" fmla="*/ 66187 w 3290033"/>
              <a:gd name="connsiteY7" fmla="*/ 1243324 h 1395176"/>
              <a:gd name="connsiteX8" fmla="*/ 66187 w 3290033"/>
              <a:gd name="connsiteY8" fmla="*/ 1268769 h 1395176"/>
              <a:gd name="connsiteX9" fmla="*/ 3653 w 3290033"/>
              <a:gd name="connsiteY9" fmla="*/ 1363268 h 1395176"/>
              <a:gd name="connsiteX10" fmla="*/ 14336 w 3290033"/>
              <a:gd name="connsiteY10" fmla="*/ 1395176 h 1395176"/>
              <a:gd name="connsiteX11" fmla="*/ 1606899 w 3290033"/>
              <a:gd name="connsiteY11" fmla="*/ 1395176 h 1395176"/>
              <a:gd name="connsiteX12" fmla="*/ 2556967 w 3290033"/>
              <a:gd name="connsiteY12" fmla="*/ 592918 h 1395176"/>
              <a:gd name="connsiteX13" fmla="*/ 2556967 w 3290033"/>
              <a:gd name="connsiteY13" fmla="*/ 592918 h 1395176"/>
              <a:gd name="connsiteX14" fmla="*/ 2951502 w 3290033"/>
              <a:gd name="connsiteY14" fmla="*/ 592918 h 1395176"/>
              <a:gd name="connsiteX15" fmla="*/ 2951502 w 3290033"/>
              <a:gd name="connsiteY15" fmla="*/ 907576 h 1395176"/>
              <a:gd name="connsiteX16" fmla="*/ 3290034 w 3290033"/>
              <a:gd name="connsiteY16" fmla="*/ 453788 h 139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90033" h="1395176">
                <a:moveTo>
                  <a:pt x="3290034" y="453788"/>
                </a:moveTo>
                <a:lnTo>
                  <a:pt x="2951502" y="0"/>
                </a:lnTo>
                <a:lnTo>
                  <a:pt x="2951502" y="314658"/>
                </a:lnTo>
                <a:lnTo>
                  <a:pt x="2556967" y="314658"/>
                </a:lnTo>
                <a:cubicBezTo>
                  <a:pt x="2556967" y="314658"/>
                  <a:pt x="1606899" y="1116917"/>
                  <a:pt x="1606899" y="1116917"/>
                </a:cubicBezTo>
                <a:lnTo>
                  <a:pt x="14336" y="1116917"/>
                </a:lnTo>
                <a:cubicBezTo>
                  <a:pt x="2020" y="1116917"/>
                  <a:pt x="-4581" y="1136442"/>
                  <a:pt x="3653" y="1148824"/>
                </a:cubicBezTo>
                <a:lnTo>
                  <a:pt x="66187" y="1243324"/>
                </a:lnTo>
                <a:cubicBezTo>
                  <a:pt x="71018" y="1250604"/>
                  <a:pt x="71018" y="1261557"/>
                  <a:pt x="66187" y="1268769"/>
                </a:cubicBezTo>
                <a:lnTo>
                  <a:pt x="3653" y="1363268"/>
                </a:lnTo>
                <a:cubicBezTo>
                  <a:pt x="-4513" y="1375651"/>
                  <a:pt x="2020" y="1395176"/>
                  <a:pt x="14336" y="1395176"/>
                </a:cubicBezTo>
                <a:lnTo>
                  <a:pt x="1606899" y="1395176"/>
                </a:lnTo>
                <a:lnTo>
                  <a:pt x="2556967" y="592918"/>
                </a:lnTo>
                <a:lnTo>
                  <a:pt x="2556967" y="592918"/>
                </a:lnTo>
                <a:cubicBezTo>
                  <a:pt x="2556967" y="592918"/>
                  <a:pt x="2951502" y="592918"/>
                  <a:pt x="2951502" y="592918"/>
                </a:cubicBezTo>
                <a:lnTo>
                  <a:pt x="2951502" y="907576"/>
                </a:lnTo>
                <a:lnTo>
                  <a:pt x="3290034" y="453788"/>
                </a:lnTo>
                <a:close/>
              </a:path>
            </a:pathLst>
          </a:custGeom>
          <a:solidFill>
            <a:srgbClr val="004346"/>
          </a:solidFill>
          <a:ln w="6804" cap="flat">
            <a:noFill/>
            <a:prstDash val="solid"/>
            <a:miter/>
          </a:ln>
        </p:spPr>
        <p:txBody>
          <a:bodyPr rtlCol="0" anchor="ctr"/>
          <a:lstStyle/>
          <a:p>
            <a:endParaRPr lang="fr-FR">
              <a:latin typeface="Century Gothic" panose="020B0502020202020204" pitchFamily="34" charset="0"/>
            </a:endParaRPr>
          </a:p>
        </p:txBody>
      </p:sp>
      <p:sp>
        <p:nvSpPr>
          <p:cNvPr id="10" name="ZoneTexte 3">
            <a:extLst>
              <a:ext uri="{FF2B5EF4-FFF2-40B4-BE49-F238E27FC236}">
                <a16:creationId xmlns:a16="http://schemas.microsoft.com/office/drawing/2014/main" id="{E0689D19-8811-144A-909A-FB5D10366215}"/>
              </a:ext>
            </a:extLst>
          </p:cNvPr>
          <p:cNvSpPr txBox="1"/>
          <p:nvPr/>
        </p:nvSpPr>
        <p:spPr>
          <a:xfrm>
            <a:off x="718719" y="5459643"/>
            <a:ext cx="444353" cy="369332"/>
          </a:xfrm>
          <a:prstGeom prst="rect">
            <a:avLst/>
          </a:prstGeom>
          <a:noFill/>
        </p:spPr>
        <p:txBody>
          <a:bodyPr wrap="none" rtlCol="0" anchor="ctr">
            <a:spAutoFit/>
          </a:bodyPr>
          <a:lstStyle/>
          <a:p>
            <a:pPr algn="ctr"/>
            <a:r>
              <a:rPr lang="fr-FR" b="1">
                <a:solidFill>
                  <a:schemeClr val="bg1"/>
                </a:solidFill>
                <a:latin typeface="Century Gothic" panose="020B0502020202020204" pitchFamily="34" charset="0"/>
              </a:rPr>
              <a:t>06</a:t>
            </a:r>
          </a:p>
        </p:txBody>
      </p:sp>
      <p:sp>
        <p:nvSpPr>
          <p:cNvPr id="11" name="ZoneTexte 4">
            <a:extLst>
              <a:ext uri="{FF2B5EF4-FFF2-40B4-BE49-F238E27FC236}">
                <a16:creationId xmlns:a16="http://schemas.microsoft.com/office/drawing/2014/main" id="{F3C7941D-5A8E-8F0D-2BE6-228026ACC17A}"/>
              </a:ext>
            </a:extLst>
          </p:cNvPr>
          <p:cNvSpPr txBox="1"/>
          <p:nvPr/>
        </p:nvSpPr>
        <p:spPr>
          <a:xfrm>
            <a:off x="718719" y="4706051"/>
            <a:ext cx="444353" cy="369332"/>
          </a:xfrm>
          <a:prstGeom prst="rect">
            <a:avLst/>
          </a:prstGeom>
          <a:noFill/>
        </p:spPr>
        <p:txBody>
          <a:bodyPr wrap="none" rtlCol="0" anchor="ctr">
            <a:spAutoFit/>
          </a:bodyPr>
          <a:lstStyle/>
          <a:p>
            <a:pPr algn="ctr"/>
            <a:r>
              <a:rPr lang="fr-FR" b="1">
                <a:solidFill>
                  <a:schemeClr val="bg1"/>
                </a:solidFill>
                <a:latin typeface="Century Gothic" panose="020B0502020202020204" pitchFamily="34" charset="0"/>
              </a:rPr>
              <a:t>05</a:t>
            </a:r>
          </a:p>
        </p:txBody>
      </p:sp>
      <p:sp>
        <p:nvSpPr>
          <p:cNvPr id="12" name="ZoneTexte 5">
            <a:extLst>
              <a:ext uri="{FF2B5EF4-FFF2-40B4-BE49-F238E27FC236}">
                <a16:creationId xmlns:a16="http://schemas.microsoft.com/office/drawing/2014/main" id="{87E3B0D4-BA5B-66D4-57E7-4260E516C55C}"/>
              </a:ext>
            </a:extLst>
          </p:cNvPr>
          <p:cNvSpPr txBox="1"/>
          <p:nvPr/>
        </p:nvSpPr>
        <p:spPr>
          <a:xfrm>
            <a:off x="718719" y="3952620"/>
            <a:ext cx="444353" cy="369332"/>
          </a:xfrm>
          <a:prstGeom prst="rect">
            <a:avLst/>
          </a:prstGeom>
          <a:noFill/>
        </p:spPr>
        <p:txBody>
          <a:bodyPr wrap="none" rtlCol="0" anchor="ctr">
            <a:spAutoFit/>
          </a:bodyPr>
          <a:lstStyle/>
          <a:p>
            <a:pPr algn="ctr"/>
            <a:r>
              <a:rPr lang="fr-FR" b="1">
                <a:solidFill>
                  <a:schemeClr val="bg1"/>
                </a:solidFill>
                <a:latin typeface="Century Gothic" panose="020B0502020202020204" pitchFamily="34" charset="0"/>
              </a:rPr>
              <a:t>04</a:t>
            </a:r>
          </a:p>
        </p:txBody>
      </p:sp>
      <p:sp>
        <p:nvSpPr>
          <p:cNvPr id="13" name="ZoneTexte 6">
            <a:extLst>
              <a:ext uri="{FF2B5EF4-FFF2-40B4-BE49-F238E27FC236}">
                <a16:creationId xmlns:a16="http://schemas.microsoft.com/office/drawing/2014/main" id="{C275EB5C-39EA-BCEF-8A85-073F10B46673}"/>
              </a:ext>
            </a:extLst>
          </p:cNvPr>
          <p:cNvSpPr txBox="1"/>
          <p:nvPr/>
        </p:nvSpPr>
        <p:spPr>
          <a:xfrm>
            <a:off x="718719" y="3199346"/>
            <a:ext cx="444353" cy="369332"/>
          </a:xfrm>
          <a:prstGeom prst="rect">
            <a:avLst/>
          </a:prstGeom>
          <a:noFill/>
        </p:spPr>
        <p:txBody>
          <a:bodyPr wrap="none" rtlCol="0" anchor="ctr">
            <a:spAutoFit/>
          </a:bodyPr>
          <a:lstStyle/>
          <a:p>
            <a:pPr algn="ctr"/>
            <a:r>
              <a:rPr lang="fr-FR" b="1">
                <a:solidFill>
                  <a:schemeClr val="bg1"/>
                </a:solidFill>
                <a:latin typeface="Century Gothic" panose="020B0502020202020204" pitchFamily="34" charset="0"/>
              </a:rPr>
              <a:t>03</a:t>
            </a:r>
          </a:p>
        </p:txBody>
      </p:sp>
      <p:sp>
        <p:nvSpPr>
          <p:cNvPr id="14" name="ZoneTexte 7">
            <a:extLst>
              <a:ext uri="{FF2B5EF4-FFF2-40B4-BE49-F238E27FC236}">
                <a16:creationId xmlns:a16="http://schemas.microsoft.com/office/drawing/2014/main" id="{B1ABB821-BF6F-FD14-AA31-6248593C2ACE}"/>
              </a:ext>
            </a:extLst>
          </p:cNvPr>
          <p:cNvSpPr txBox="1"/>
          <p:nvPr/>
        </p:nvSpPr>
        <p:spPr>
          <a:xfrm>
            <a:off x="718719" y="2445916"/>
            <a:ext cx="444353" cy="369332"/>
          </a:xfrm>
          <a:prstGeom prst="rect">
            <a:avLst/>
          </a:prstGeom>
          <a:noFill/>
        </p:spPr>
        <p:txBody>
          <a:bodyPr wrap="none" rtlCol="0" anchor="ctr">
            <a:spAutoFit/>
          </a:bodyPr>
          <a:lstStyle/>
          <a:p>
            <a:pPr algn="ctr"/>
            <a:r>
              <a:rPr lang="fr-FR" b="1">
                <a:solidFill>
                  <a:schemeClr val="bg1"/>
                </a:solidFill>
                <a:latin typeface="Century Gothic" panose="020B0502020202020204" pitchFamily="34" charset="0"/>
              </a:rPr>
              <a:t>02</a:t>
            </a:r>
          </a:p>
        </p:txBody>
      </p:sp>
      <p:sp>
        <p:nvSpPr>
          <p:cNvPr id="15" name="ZoneTexte 14">
            <a:extLst>
              <a:ext uri="{FF2B5EF4-FFF2-40B4-BE49-F238E27FC236}">
                <a16:creationId xmlns:a16="http://schemas.microsoft.com/office/drawing/2014/main" id="{40D4AF8E-225E-B1E5-63FF-D17336EB6851}"/>
              </a:ext>
            </a:extLst>
          </p:cNvPr>
          <p:cNvSpPr txBox="1"/>
          <p:nvPr/>
        </p:nvSpPr>
        <p:spPr>
          <a:xfrm>
            <a:off x="718719" y="1692643"/>
            <a:ext cx="444353" cy="369332"/>
          </a:xfrm>
          <a:prstGeom prst="rect">
            <a:avLst/>
          </a:prstGeom>
          <a:noFill/>
        </p:spPr>
        <p:txBody>
          <a:bodyPr wrap="none" rtlCol="0" anchor="ctr">
            <a:spAutoFit/>
          </a:bodyPr>
          <a:lstStyle/>
          <a:p>
            <a:pPr algn="ctr"/>
            <a:r>
              <a:rPr lang="fr-FR" b="1">
                <a:solidFill>
                  <a:schemeClr val="bg1"/>
                </a:solidFill>
                <a:latin typeface="Century Gothic" panose="020B0502020202020204" pitchFamily="34" charset="0"/>
              </a:rPr>
              <a:t>01</a:t>
            </a:r>
          </a:p>
        </p:txBody>
      </p:sp>
      <p:pic>
        <p:nvPicPr>
          <p:cNvPr id="34" name="Graphic 31" descr="Trophy">
            <a:extLst>
              <a:ext uri="{FF2B5EF4-FFF2-40B4-BE49-F238E27FC236}">
                <a16:creationId xmlns:a16="http://schemas.microsoft.com/office/drawing/2014/main" id="{B500E4AD-D09D-1F46-F89F-035EE69415C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271962" y="3326672"/>
            <a:ext cx="868112" cy="868112"/>
          </a:xfrm>
          <a:prstGeom prst="rect">
            <a:avLst/>
          </a:prstGeom>
        </p:spPr>
      </p:pic>
      <p:sp>
        <p:nvSpPr>
          <p:cNvPr id="38" name="TextBox 37">
            <a:extLst>
              <a:ext uri="{FF2B5EF4-FFF2-40B4-BE49-F238E27FC236}">
                <a16:creationId xmlns:a16="http://schemas.microsoft.com/office/drawing/2014/main" id="{FAE225FE-9658-2D57-370A-85465030FA15}"/>
              </a:ext>
            </a:extLst>
          </p:cNvPr>
          <p:cNvSpPr txBox="1"/>
          <p:nvPr/>
        </p:nvSpPr>
        <p:spPr>
          <a:xfrm>
            <a:off x="1150248" y="1521932"/>
            <a:ext cx="2545452" cy="677108"/>
          </a:xfrm>
          <a:prstGeom prst="rect">
            <a:avLst/>
          </a:prstGeom>
          <a:noFill/>
        </p:spPr>
        <p:txBody>
          <a:bodyPr wrap="square" rtlCol="0">
            <a:spAutoFit/>
          </a:bodyPr>
          <a:lstStyle/>
          <a:p>
            <a:r>
              <a:rPr lang="en-US" sz="1600" b="1">
                <a:solidFill>
                  <a:schemeClr val="bg1"/>
                </a:solidFill>
                <a:latin typeface="Century Gothic" panose="020B0502020202020204" pitchFamily="34" charset="0"/>
              </a:rPr>
              <a:t>Champions identified</a:t>
            </a:r>
          </a:p>
          <a:p>
            <a:r>
              <a:rPr lang="en-US" sz="1100">
                <a:solidFill>
                  <a:schemeClr val="bg1"/>
                </a:solidFill>
                <a:latin typeface="Century Gothic" panose="020B0502020202020204" pitchFamily="34" charset="0"/>
              </a:rPr>
              <a:t>Service Offering Champion(s) named per domain/service group</a:t>
            </a:r>
            <a:endParaRPr lang="en-US" sz="1100" b="1">
              <a:solidFill>
                <a:schemeClr val="bg1"/>
              </a:solidFill>
              <a:latin typeface="Century Gothic" panose="020B0502020202020204" pitchFamily="34" charset="0"/>
            </a:endParaRPr>
          </a:p>
        </p:txBody>
      </p:sp>
      <p:sp>
        <p:nvSpPr>
          <p:cNvPr id="39" name="TextBox 38">
            <a:extLst>
              <a:ext uri="{FF2B5EF4-FFF2-40B4-BE49-F238E27FC236}">
                <a16:creationId xmlns:a16="http://schemas.microsoft.com/office/drawing/2014/main" id="{69D662DF-D210-470B-0248-36E7D5E84DE3}"/>
              </a:ext>
            </a:extLst>
          </p:cNvPr>
          <p:cNvSpPr txBox="1"/>
          <p:nvPr/>
        </p:nvSpPr>
        <p:spPr>
          <a:xfrm>
            <a:off x="1150248" y="2275206"/>
            <a:ext cx="2545452" cy="677108"/>
          </a:xfrm>
          <a:prstGeom prst="rect">
            <a:avLst/>
          </a:prstGeom>
          <a:noFill/>
        </p:spPr>
        <p:txBody>
          <a:bodyPr wrap="square" rtlCol="0">
            <a:spAutoFit/>
          </a:bodyPr>
          <a:lstStyle/>
          <a:p>
            <a:r>
              <a:rPr lang="en-US" sz="1600" b="1" dirty="0">
                <a:solidFill>
                  <a:schemeClr val="bg1"/>
                </a:solidFill>
                <a:latin typeface="Century Gothic" panose="020B0502020202020204" pitchFamily="34" charset="0"/>
              </a:rPr>
              <a:t>Capture use cases</a:t>
            </a:r>
          </a:p>
          <a:p>
            <a:r>
              <a:rPr lang="en-US" sz="1100" dirty="0">
                <a:solidFill>
                  <a:schemeClr val="bg1"/>
                </a:solidFill>
                <a:latin typeface="Century Gothic" panose="020B0502020202020204" pitchFamily="34" charset="0"/>
              </a:rPr>
              <a:t>Collect industry problems + buyer needs (problem-first)</a:t>
            </a:r>
            <a:endParaRPr lang="en-US" sz="1100" b="1" dirty="0">
              <a:solidFill>
                <a:schemeClr val="bg1"/>
              </a:solidFill>
              <a:latin typeface="Century Gothic" panose="020B0502020202020204" pitchFamily="34" charset="0"/>
            </a:endParaRPr>
          </a:p>
        </p:txBody>
      </p:sp>
      <p:sp>
        <p:nvSpPr>
          <p:cNvPr id="40" name="TextBox 39">
            <a:extLst>
              <a:ext uri="{FF2B5EF4-FFF2-40B4-BE49-F238E27FC236}">
                <a16:creationId xmlns:a16="http://schemas.microsoft.com/office/drawing/2014/main" id="{A6C3A031-53FF-D559-D88B-9E902FD6E9CC}"/>
              </a:ext>
            </a:extLst>
          </p:cNvPr>
          <p:cNvSpPr txBox="1"/>
          <p:nvPr/>
        </p:nvSpPr>
        <p:spPr>
          <a:xfrm>
            <a:off x="1150248" y="3028480"/>
            <a:ext cx="2545452" cy="677108"/>
          </a:xfrm>
          <a:prstGeom prst="rect">
            <a:avLst/>
          </a:prstGeom>
          <a:noFill/>
        </p:spPr>
        <p:txBody>
          <a:bodyPr wrap="square" rtlCol="0">
            <a:spAutoFit/>
          </a:bodyPr>
          <a:lstStyle/>
          <a:p>
            <a:r>
              <a:rPr lang="en-US" sz="1600" b="1">
                <a:solidFill>
                  <a:schemeClr val="bg1"/>
                </a:solidFill>
                <a:latin typeface="Century Gothic" panose="020B0502020202020204" pitchFamily="34" charset="0"/>
              </a:rPr>
              <a:t>Prioritize with leadership</a:t>
            </a:r>
          </a:p>
          <a:p>
            <a:r>
              <a:rPr lang="en-US" sz="1100">
                <a:solidFill>
                  <a:schemeClr val="bg1"/>
                </a:solidFill>
                <a:latin typeface="Century Gothic" panose="020B0502020202020204" pitchFamily="34" charset="0"/>
              </a:rPr>
              <a:t>Select top 1–2 items (industry-relevant, repeatable)</a:t>
            </a:r>
            <a:endParaRPr lang="en-US" sz="1100" b="1">
              <a:solidFill>
                <a:schemeClr val="bg1"/>
              </a:solidFill>
              <a:latin typeface="Century Gothic" panose="020B0502020202020204" pitchFamily="34" charset="0"/>
            </a:endParaRPr>
          </a:p>
        </p:txBody>
      </p:sp>
      <p:sp>
        <p:nvSpPr>
          <p:cNvPr id="41" name="TextBox 40">
            <a:extLst>
              <a:ext uri="{FF2B5EF4-FFF2-40B4-BE49-F238E27FC236}">
                <a16:creationId xmlns:a16="http://schemas.microsoft.com/office/drawing/2014/main" id="{65B99427-FA5B-AED0-0C67-F9D2D73FC931}"/>
              </a:ext>
            </a:extLst>
          </p:cNvPr>
          <p:cNvSpPr txBox="1"/>
          <p:nvPr/>
        </p:nvSpPr>
        <p:spPr>
          <a:xfrm>
            <a:off x="1150248" y="3781754"/>
            <a:ext cx="2545452" cy="677108"/>
          </a:xfrm>
          <a:prstGeom prst="rect">
            <a:avLst/>
          </a:prstGeom>
          <a:noFill/>
        </p:spPr>
        <p:txBody>
          <a:bodyPr wrap="square" rtlCol="0">
            <a:spAutoFit/>
          </a:bodyPr>
          <a:lstStyle/>
          <a:p>
            <a:r>
              <a:rPr lang="en-US" sz="1600" b="1">
                <a:solidFill>
                  <a:schemeClr val="bg1"/>
                </a:solidFill>
                <a:latin typeface="Century Gothic" panose="020B0502020202020204" pitchFamily="34" charset="0"/>
              </a:rPr>
              <a:t>Develop with AI + Sales</a:t>
            </a:r>
          </a:p>
          <a:p>
            <a:r>
              <a:rPr lang="en-US" sz="1100">
                <a:solidFill>
                  <a:schemeClr val="bg1"/>
                </a:solidFill>
                <a:latin typeface="Century Gothic" panose="020B0502020202020204" pitchFamily="34" charset="0"/>
              </a:rPr>
              <a:t>Work with AI build support + Sales Force to shape MVP/demo</a:t>
            </a:r>
            <a:endParaRPr lang="en-US" sz="1100" b="1">
              <a:solidFill>
                <a:schemeClr val="bg1"/>
              </a:solidFill>
              <a:latin typeface="Century Gothic" panose="020B0502020202020204" pitchFamily="34" charset="0"/>
            </a:endParaRPr>
          </a:p>
        </p:txBody>
      </p:sp>
      <p:sp>
        <p:nvSpPr>
          <p:cNvPr id="42" name="TextBox 41">
            <a:extLst>
              <a:ext uri="{FF2B5EF4-FFF2-40B4-BE49-F238E27FC236}">
                <a16:creationId xmlns:a16="http://schemas.microsoft.com/office/drawing/2014/main" id="{32C2A4B5-BC5E-DBB1-9D51-AF0D8275B88F}"/>
              </a:ext>
            </a:extLst>
          </p:cNvPr>
          <p:cNvSpPr txBox="1"/>
          <p:nvPr/>
        </p:nvSpPr>
        <p:spPr>
          <a:xfrm>
            <a:off x="1150248" y="4535028"/>
            <a:ext cx="2545452" cy="677108"/>
          </a:xfrm>
          <a:prstGeom prst="rect">
            <a:avLst/>
          </a:prstGeom>
          <a:noFill/>
        </p:spPr>
        <p:txBody>
          <a:bodyPr wrap="square" rtlCol="0">
            <a:spAutoFit/>
          </a:bodyPr>
          <a:lstStyle/>
          <a:p>
            <a:r>
              <a:rPr lang="en-US" sz="1600" b="1">
                <a:solidFill>
                  <a:schemeClr val="bg1"/>
                </a:solidFill>
                <a:latin typeface="Century Gothic" panose="020B0502020202020204" pitchFamily="34" charset="0"/>
              </a:rPr>
              <a:t>Demo / asset ready</a:t>
            </a:r>
          </a:p>
          <a:p>
            <a:r>
              <a:rPr lang="en-US" sz="1100">
                <a:solidFill>
                  <a:schemeClr val="bg1"/>
                </a:solidFill>
                <a:latin typeface="Century Gothic" panose="020B0502020202020204" pitchFamily="34" charset="0"/>
              </a:rPr>
              <a:t>Demo/video + talk track + GTM content</a:t>
            </a:r>
            <a:endParaRPr lang="en-US" sz="1100" b="1">
              <a:solidFill>
                <a:schemeClr val="bg1"/>
              </a:solidFill>
              <a:latin typeface="Century Gothic" panose="020B0502020202020204" pitchFamily="34" charset="0"/>
            </a:endParaRPr>
          </a:p>
        </p:txBody>
      </p:sp>
      <p:sp>
        <p:nvSpPr>
          <p:cNvPr id="43" name="TextBox 42">
            <a:extLst>
              <a:ext uri="{FF2B5EF4-FFF2-40B4-BE49-F238E27FC236}">
                <a16:creationId xmlns:a16="http://schemas.microsoft.com/office/drawing/2014/main" id="{D6B87D53-9ABC-7588-76EF-D7CD8C449CAE}"/>
              </a:ext>
            </a:extLst>
          </p:cNvPr>
          <p:cNvSpPr txBox="1"/>
          <p:nvPr/>
        </p:nvSpPr>
        <p:spPr>
          <a:xfrm>
            <a:off x="1150248" y="5288302"/>
            <a:ext cx="2545452" cy="677108"/>
          </a:xfrm>
          <a:prstGeom prst="rect">
            <a:avLst/>
          </a:prstGeom>
          <a:noFill/>
        </p:spPr>
        <p:txBody>
          <a:bodyPr wrap="square" rtlCol="0">
            <a:spAutoFit/>
          </a:bodyPr>
          <a:lstStyle/>
          <a:p>
            <a:r>
              <a:rPr lang="en-US" sz="1600" b="1">
                <a:solidFill>
                  <a:schemeClr val="bg1"/>
                </a:solidFill>
                <a:latin typeface="Century Gothic" panose="020B0502020202020204" pitchFamily="34" charset="0"/>
              </a:rPr>
              <a:t>Bring to Market &amp; Scale</a:t>
            </a:r>
          </a:p>
          <a:p>
            <a:r>
              <a:rPr lang="en-US" sz="1100">
                <a:solidFill>
                  <a:schemeClr val="bg1"/>
                </a:solidFill>
                <a:latin typeface="Century Gothic" panose="020B0502020202020204" pitchFamily="34" charset="0"/>
              </a:rPr>
              <a:t>Showcase → target accounts → rinse &amp; repeat</a:t>
            </a:r>
            <a:endParaRPr lang="en-US" sz="1100" b="1">
              <a:solidFill>
                <a:schemeClr val="bg1"/>
              </a:solidFill>
              <a:latin typeface="Century Gothic" panose="020B0502020202020204" pitchFamily="34" charset="0"/>
            </a:endParaRPr>
          </a:p>
        </p:txBody>
      </p:sp>
      <p:sp>
        <p:nvSpPr>
          <p:cNvPr id="44" name="TextBox 43">
            <a:extLst>
              <a:ext uri="{FF2B5EF4-FFF2-40B4-BE49-F238E27FC236}">
                <a16:creationId xmlns:a16="http://schemas.microsoft.com/office/drawing/2014/main" id="{D0B4B6F0-A1D1-AA61-34A3-DCECFDF86F96}"/>
              </a:ext>
            </a:extLst>
          </p:cNvPr>
          <p:cNvSpPr txBox="1"/>
          <p:nvPr/>
        </p:nvSpPr>
        <p:spPr>
          <a:xfrm>
            <a:off x="9164274" y="2291320"/>
            <a:ext cx="2775117" cy="3170099"/>
          </a:xfrm>
          <a:prstGeom prst="rect">
            <a:avLst/>
          </a:prstGeom>
          <a:noFill/>
          <a:ln>
            <a:solidFill>
              <a:srgbClr val="004346"/>
            </a:solidFill>
          </a:ln>
        </p:spPr>
        <p:txBody>
          <a:bodyPr wrap="square" rtlCol="0">
            <a:spAutoFit/>
          </a:bodyPr>
          <a:lstStyle/>
          <a:p>
            <a:pPr algn="ctr"/>
            <a:r>
              <a:rPr lang="en-US" sz="1600" b="1" u="sng">
                <a:latin typeface="Century Gothic" panose="020B0502020202020204" pitchFamily="34" charset="0"/>
              </a:rPr>
              <a:t>OUTCOMES</a:t>
            </a:r>
          </a:p>
          <a:p>
            <a:pPr algn="ctr"/>
            <a:endParaRPr lang="en-US" sz="1100" b="1" u="sng">
              <a:latin typeface="Century Gothic" panose="020B0502020202020204" pitchFamily="34" charset="0"/>
            </a:endParaRPr>
          </a:p>
          <a:p>
            <a:pPr marL="228600" indent="-228600">
              <a:buFont typeface="+mj-lt"/>
              <a:buAutoNum type="arabicPeriod"/>
            </a:pPr>
            <a:r>
              <a:rPr lang="en-US" sz="1200" b="1">
                <a:latin typeface="Century Gothic" panose="020B0502020202020204" pitchFamily="34" charset="0"/>
              </a:rPr>
              <a:t>Client:</a:t>
            </a:r>
            <a:r>
              <a:rPr lang="en-US" sz="1200">
                <a:latin typeface="Century Gothic" panose="020B0502020202020204" pitchFamily="34" charset="0"/>
              </a:rPr>
              <a:t> stronger, industry-relevant offerings that better meet client needs and improve competitiveness</a:t>
            </a:r>
          </a:p>
          <a:p>
            <a:pPr marL="228600" indent="-228600">
              <a:buFont typeface="+mj-lt"/>
              <a:buAutoNum type="arabicPeriod"/>
            </a:pPr>
            <a:endParaRPr lang="en-US" sz="1200">
              <a:latin typeface="Century Gothic" panose="020B0502020202020204" pitchFamily="34" charset="0"/>
            </a:endParaRPr>
          </a:p>
          <a:p>
            <a:pPr marL="228600" indent="-228600">
              <a:buFont typeface="+mj-lt"/>
              <a:buAutoNum type="arabicPeriod"/>
            </a:pPr>
            <a:r>
              <a:rPr lang="en-US" sz="1200" b="1">
                <a:latin typeface="Century Gothic" panose="020B0502020202020204" pitchFamily="34" charset="0"/>
              </a:rPr>
              <a:t>Internal:</a:t>
            </a:r>
            <a:r>
              <a:rPr lang="en-US" sz="1200">
                <a:latin typeface="Century Gothic" panose="020B0502020202020204" pitchFamily="34" charset="0"/>
              </a:rPr>
              <a:t> increased </a:t>
            </a:r>
            <a:r>
              <a:rPr lang="en-US" sz="1200" b="1">
                <a:latin typeface="Century Gothic" panose="020B0502020202020204" pitchFamily="34" charset="0"/>
              </a:rPr>
              <a:t>pipeline and revenue</a:t>
            </a:r>
            <a:r>
              <a:rPr lang="en-US" sz="1200">
                <a:latin typeface="Century Gothic" panose="020B0502020202020204" pitchFamily="34" charset="0"/>
              </a:rPr>
              <a:t> through differentiated AI-enabled offerings</a:t>
            </a:r>
          </a:p>
          <a:p>
            <a:pPr marL="228600" indent="-228600">
              <a:buFont typeface="+mj-lt"/>
              <a:buAutoNum type="arabicPeriod"/>
            </a:pPr>
            <a:endParaRPr lang="en-US" sz="1200">
              <a:latin typeface="Century Gothic" panose="020B0502020202020204" pitchFamily="34" charset="0"/>
            </a:endParaRPr>
          </a:p>
          <a:p>
            <a:pPr marL="228600" indent="-228600">
              <a:buFont typeface="+mj-lt"/>
              <a:buAutoNum type="arabicPeriod"/>
            </a:pPr>
            <a:r>
              <a:rPr lang="en-US" sz="1200" b="1">
                <a:latin typeface="Century Gothic" panose="020B0502020202020204" pitchFamily="34" charset="0"/>
              </a:rPr>
              <a:t>Scale:</a:t>
            </a:r>
            <a:r>
              <a:rPr lang="en-US" sz="1200">
                <a:latin typeface="Century Gothic" panose="020B0502020202020204" pitchFamily="34" charset="0"/>
              </a:rPr>
              <a:t> broader enablement through reusable assets, education, and the ability to scale what works across the firm</a:t>
            </a:r>
            <a:endParaRPr lang="en-US" sz="1200" b="1">
              <a:latin typeface="Century Gothic" panose="020B0502020202020204" pitchFamily="34" charset="0"/>
            </a:endParaRPr>
          </a:p>
        </p:txBody>
      </p:sp>
      <p:sp>
        <p:nvSpPr>
          <p:cNvPr id="19" name="Rectangle 1">
            <a:extLst>
              <a:ext uri="{FF2B5EF4-FFF2-40B4-BE49-F238E27FC236}">
                <a16:creationId xmlns:a16="http://schemas.microsoft.com/office/drawing/2014/main" id="{DB27D92A-4AAD-BB3F-A6FB-9B630362CE65}"/>
              </a:ext>
            </a:extLst>
          </p:cNvPr>
          <p:cNvSpPr>
            <a:spLocks noChangeArrowheads="1"/>
          </p:cNvSpPr>
          <p:nvPr/>
        </p:nvSpPr>
        <p:spPr bwMode="auto">
          <a:xfrm>
            <a:off x="5361137" y="4960885"/>
            <a:ext cx="2536977"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200" b="1" i="0" u="none" strike="noStrike" cap="none" normalizeH="0" baseline="0">
                <a:ln>
                  <a:noFill/>
                </a:ln>
                <a:solidFill>
                  <a:schemeClr val="tx1"/>
                </a:solidFill>
                <a:effectLst/>
                <a:latin typeface="Century Gothic" panose="020B0502020202020204" pitchFamily="34" charset="0"/>
                <a:cs typeface="Arial" panose="020B0604020202020204" pitchFamily="34" charset="0"/>
              </a:rPr>
              <a:t>● </a:t>
            </a:r>
            <a:r>
              <a:rPr lang="en-US" altLang="en-US" sz="1200" b="1">
                <a:latin typeface="Century Gothic" panose="020B0502020202020204" pitchFamily="34" charset="0"/>
                <a:cs typeface="Arial" panose="020B0604020202020204" pitchFamily="34" charset="0"/>
              </a:rPr>
              <a:t>AI Service Offering C</a:t>
            </a:r>
            <a:r>
              <a:rPr kumimoji="0" lang="en-US" altLang="en-US" sz="1200" b="1" i="0" u="none" strike="noStrike" cap="none" normalizeH="0" baseline="0">
                <a:ln>
                  <a:noFill/>
                </a:ln>
                <a:solidFill>
                  <a:schemeClr val="tx1"/>
                </a:solidFill>
                <a:effectLst/>
                <a:latin typeface="Century Gothic" panose="020B0502020202020204" pitchFamily="34" charset="0"/>
                <a:cs typeface="Arial" panose="020B0604020202020204" pitchFamily="34" charset="0"/>
              </a:rPr>
              <a:t>hampion</a:t>
            </a:r>
          </a:p>
          <a:p>
            <a:pPr marL="0" marR="0" lvl="0" indent="0" algn="l" defTabSz="914400" rtl="0" eaLnBrk="0" fontAlgn="base" latinLnBrk="0" hangingPunct="0">
              <a:lnSpc>
                <a:spcPct val="100000"/>
              </a:lnSpc>
              <a:spcBef>
                <a:spcPct val="0"/>
              </a:spcBef>
              <a:spcAft>
                <a:spcPct val="0"/>
              </a:spcAft>
              <a:buClrTx/>
              <a:buSzTx/>
              <a:tabLst/>
            </a:pPr>
            <a:r>
              <a:rPr lang="en-US" sz="1200" b="1">
                <a:latin typeface="Century Gothic" panose="020B0502020202020204" pitchFamily="34" charset="0"/>
                <a:cs typeface="Arial" panose="020B0604020202020204" pitchFamily="34" charset="0"/>
              </a:rPr>
              <a:t>★</a:t>
            </a:r>
            <a:r>
              <a:rPr kumimoji="0" lang="en-US" altLang="en-US" sz="1200" b="1" i="0" u="none" strike="noStrike" cap="none" normalizeH="0" baseline="0">
                <a:ln>
                  <a:noFill/>
                </a:ln>
                <a:solidFill>
                  <a:schemeClr val="tx1"/>
                </a:solidFill>
                <a:effectLst/>
                <a:latin typeface="Century Gothic" panose="020B0502020202020204" pitchFamily="34" charset="0"/>
                <a:cs typeface="Arial" panose="020B0604020202020204" pitchFamily="34" charset="0"/>
              </a:rPr>
              <a:t> AI Build Support (FDE/AI Lab)</a:t>
            </a:r>
            <a:endParaRPr lang="en-US" altLang="en-US" sz="1200" b="1">
              <a:latin typeface="Century Gothic" panose="020B0502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200" b="1" i="0" u="none" strike="noStrike" cap="none" normalizeH="0" baseline="0">
                <a:ln>
                  <a:noFill/>
                </a:ln>
                <a:solidFill>
                  <a:schemeClr val="tx1"/>
                </a:solidFill>
                <a:effectLst/>
                <a:latin typeface="Century Gothic" panose="020B0502020202020204" pitchFamily="34" charset="0"/>
                <a:cs typeface="Arial" panose="020B0604020202020204" pitchFamily="34" charset="0"/>
              </a:rPr>
              <a:t>◆ AI Sales Force</a:t>
            </a:r>
            <a:endParaRPr lang="en-US" altLang="en-US" sz="1200" b="1">
              <a:latin typeface="Century Gothic" panose="020B0502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200" b="1" i="0" u="none" strike="noStrike" cap="none" normalizeH="0" baseline="0">
                <a:ln>
                  <a:noFill/>
                </a:ln>
                <a:solidFill>
                  <a:schemeClr val="tx1"/>
                </a:solidFill>
                <a:effectLst/>
                <a:latin typeface="Century Gothic" panose="020B0502020202020204" pitchFamily="34" charset="0"/>
                <a:cs typeface="Arial" panose="020B0604020202020204" pitchFamily="34" charset="0"/>
              </a:rPr>
              <a:t>▲ Practice Leadership</a:t>
            </a:r>
          </a:p>
          <a:p>
            <a:pPr eaLnBrk="0" fontAlgn="base" hangingPunct="0">
              <a:spcBef>
                <a:spcPct val="0"/>
              </a:spcBef>
              <a:spcAft>
                <a:spcPct val="0"/>
              </a:spcAft>
            </a:pPr>
            <a:r>
              <a:rPr lang="en-US" sz="1200" b="1">
                <a:latin typeface="Century Gothic" panose="020B0502020202020204" pitchFamily="34" charset="0"/>
                <a:cs typeface="Arial" panose="020B0604020202020204" pitchFamily="34" charset="0"/>
              </a:rPr>
              <a:t>⬣ Marketing</a:t>
            </a:r>
            <a:endParaRPr lang="en-US" altLang="en-US" sz="1200" b="1">
              <a:latin typeface="Century Gothic" panose="020B0502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b="1" i="0" u="none" strike="noStrike" cap="none" normalizeH="0" baseline="0">
              <a:ln>
                <a:noFill/>
              </a:ln>
              <a:solidFill>
                <a:schemeClr val="tx1"/>
              </a:solidFill>
              <a:effectLst/>
              <a:latin typeface="Century Gothic" panose="020B0502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b="1" i="0" u="none" strike="noStrike" cap="none" normalizeH="0" baseline="0">
              <a:ln>
                <a:noFill/>
              </a:ln>
              <a:solidFill>
                <a:schemeClr val="tx1"/>
              </a:solidFill>
              <a:effectLst/>
              <a:latin typeface="Century Gothic" panose="020B0502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1074A3E8-1F49-B057-F356-288FD5788890}"/>
              </a:ext>
            </a:extLst>
          </p:cNvPr>
          <p:cNvSpPr txBox="1"/>
          <p:nvPr/>
        </p:nvSpPr>
        <p:spPr>
          <a:xfrm>
            <a:off x="3638269" y="1699946"/>
            <a:ext cx="421481" cy="369332"/>
          </a:xfrm>
          <a:prstGeom prst="rect">
            <a:avLst/>
          </a:prstGeom>
          <a:noFill/>
        </p:spPr>
        <p:txBody>
          <a:bodyPr wrap="square">
            <a:spAutoFit/>
          </a:bodyPr>
          <a:lstStyle/>
          <a:p>
            <a:r>
              <a:rPr kumimoji="0" lang="en-US" altLang="en-US" sz="1800" b="1" i="0" u="none" strike="noStrike" cap="none" normalizeH="0" baseline="0">
                <a:ln>
                  <a:noFill/>
                </a:ln>
                <a:solidFill>
                  <a:schemeClr val="bg1"/>
                </a:solidFill>
                <a:effectLst/>
                <a:latin typeface="Century Gothic" panose="020B0502020202020204" pitchFamily="34" charset="0"/>
              </a:rPr>
              <a:t>▲</a:t>
            </a:r>
            <a:endParaRPr lang="en-US">
              <a:solidFill>
                <a:schemeClr val="bg1"/>
              </a:solidFill>
              <a:latin typeface="Century Gothic" panose="020B0502020202020204" pitchFamily="34" charset="0"/>
            </a:endParaRPr>
          </a:p>
        </p:txBody>
      </p:sp>
      <p:sp>
        <p:nvSpPr>
          <p:cNvPr id="23" name="TextBox 22">
            <a:extLst>
              <a:ext uri="{FF2B5EF4-FFF2-40B4-BE49-F238E27FC236}">
                <a16:creationId xmlns:a16="http://schemas.microsoft.com/office/drawing/2014/main" id="{ECE6C0FC-998A-81AA-7B14-BE3BCA0B9832}"/>
              </a:ext>
            </a:extLst>
          </p:cNvPr>
          <p:cNvSpPr txBox="1"/>
          <p:nvPr/>
        </p:nvSpPr>
        <p:spPr>
          <a:xfrm>
            <a:off x="3683349" y="2399707"/>
            <a:ext cx="331320" cy="400110"/>
          </a:xfrm>
          <a:prstGeom prst="rect">
            <a:avLst/>
          </a:prstGeom>
          <a:noFill/>
        </p:spPr>
        <p:txBody>
          <a:bodyPr wrap="square">
            <a:spAutoFit/>
          </a:bodyPr>
          <a:lstStyle/>
          <a:p>
            <a:r>
              <a:rPr kumimoji="0" lang="en-US" altLang="en-US" sz="2000" b="1" i="0" u="none" strike="noStrike" cap="none" normalizeH="0" baseline="0">
                <a:ln>
                  <a:noFill/>
                </a:ln>
                <a:solidFill>
                  <a:schemeClr val="bg1"/>
                </a:solidFill>
                <a:effectLst/>
                <a:latin typeface="Century Gothic" panose="020B0502020202020204" pitchFamily="34" charset="0"/>
              </a:rPr>
              <a:t>●</a:t>
            </a:r>
            <a:endParaRPr lang="en-US" sz="2000">
              <a:solidFill>
                <a:schemeClr val="bg1"/>
              </a:solidFill>
              <a:latin typeface="Century Gothic" panose="020B0502020202020204" pitchFamily="34" charset="0"/>
            </a:endParaRPr>
          </a:p>
        </p:txBody>
      </p:sp>
      <p:sp>
        <p:nvSpPr>
          <p:cNvPr id="25" name="TextBox 24">
            <a:extLst>
              <a:ext uri="{FF2B5EF4-FFF2-40B4-BE49-F238E27FC236}">
                <a16:creationId xmlns:a16="http://schemas.microsoft.com/office/drawing/2014/main" id="{BC27605A-0FEF-BAFA-6906-3E47DAA4275A}"/>
              </a:ext>
            </a:extLst>
          </p:cNvPr>
          <p:cNvSpPr txBox="1"/>
          <p:nvPr/>
        </p:nvSpPr>
        <p:spPr>
          <a:xfrm>
            <a:off x="3662091" y="3163371"/>
            <a:ext cx="295556" cy="400110"/>
          </a:xfrm>
          <a:prstGeom prst="rect">
            <a:avLst/>
          </a:prstGeom>
          <a:noFill/>
        </p:spPr>
        <p:txBody>
          <a:bodyPr wrap="square">
            <a:spAutoFit/>
          </a:bodyPr>
          <a:lstStyle/>
          <a:p>
            <a:r>
              <a:rPr kumimoji="0" lang="en-US" altLang="en-US" sz="2000" b="1" i="0" u="none" strike="noStrike" cap="none" normalizeH="0" baseline="0">
                <a:ln>
                  <a:noFill/>
                </a:ln>
                <a:solidFill>
                  <a:schemeClr val="bg1"/>
                </a:solidFill>
                <a:effectLst/>
                <a:latin typeface="Century Gothic" panose="020B0502020202020204" pitchFamily="34" charset="0"/>
              </a:rPr>
              <a:t>●</a:t>
            </a:r>
            <a:endParaRPr lang="en-US" sz="2000">
              <a:solidFill>
                <a:schemeClr val="bg1"/>
              </a:solidFill>
              <a:latin typeface="Century Gothic" panose="020B0502020202020204" pitchFamily="34" charset="0"/>
            </a:endParaRPr>
          </a:p>
        </p:txBody>
      </p:sp>
      <p:sp>
        <p:nvSpPr>
          <p:cNvPr id="27" name="TextBox 26">
            <a:extLst>
              <a:ext uri="{FF2B5EF4-FFF2-40B4-BE49-F238E27FC236}">
                <a16:creationId xmlns:a16="http://schemas.microsoft.com/office/drawing/2014/main" id="{6FFF2B8B-F4FD-13F6-DFA9-7187BF51096E}"/>
              </a:ext>
            </a:extLst>
          </p:cNvPr>
          <p:cNvSpPr txBox="1"/>
          <p:nvPr/>
        </p:nvSpPr>
        <p:spPr>
          <a:xfrm>
            <a:off x="3820959" y="3185643"/>
            <a:ext cx="404953" cy="369332"/>
          </a:xfrm>
          <a:prstGeom prst="rect">
            <a:avLst/>
          </a:prstGeom>
          <a:noFill/>
        </p:spPr>
        <p:txBody>
          <a:bodyPr wrap="square">
            <a:spAutoFit/>
          </a:bodyPr>
          <a:lstStyle/>
          <a:p>
            <a:r>
              <a:rPr kumimoji="0" lang="en-US" altLang="en-US" sz="1800" b="1" i="0" u="none" strike="noStrike" cap="none" normalizeH="0" baseline="0">
                <a:ln>
                  <a:noFill/>
                </a:ln>
                <a:solidFill>
                  <a:schemeClr val="bg1"/>
                </a:solidFill>
                <a:effectLst/>
                <a:latin typeface="Century Gothic" panose="020B0502020202020204" pitchFamily="34" charset="0"/>
              </a:rPr>
              <a:t>▲</a:t>
            </a:r>
            <a:endParaRPr lang="en-US">
              <a:solidFill>
                <a:schemeClr val="bg1"/>
              </a:solidFill>
              <a:latin typeface="Century Gothic" panose="020B0502020202020204" pitchFamily="34" charset="0"/>
            </a:endParaRPr>
          </a:p>
        </p:txBody>
      </p:sp>
      <p:sp>
        <p:nvSpPr>
          <p:cNvPr id="29" name="TextBox 28">
            <a:extLst>
              <a:ext uri="{FF2B5EF4-FFF2-40B4-BE49-F238E27FC236}">
                <a16:creationId xmlns:a16="http://schemas.microsoft.com/office/drawing/2014/main" id="{704DD826-18F7-ECDF-5FB1-06EFB7746BB0}"/>
              </a:ext>
            </a:extLst>
          </p:cNvPr>
          <p:cNvSpPr txBox="1"/>
          <p:nvPr/>
        </p:nvSpPr>
        <p:spPr>
          <a:xfrm>
            <a:off x="3564815" y="3925276"/>
            <a:ext cx="404953" cy="369332"/>
          </a:xfrm>
          <a:prstGeom prst="rect">
            <a:avLst/>
          </a:prstGeom>
          <a:noFill/>
        </p:spPr>
        <p:txBody>
          <a:bodyPr wrap="square">
            <a:spAutoFit/>
          </a:bodyPr>
          <a:lstStyle/>
          <a:p>
            <a:r>
              <a:rPr lang="en-US" sz="1800">
                <a:solidFill>
                  <a:schemeClr val="bg1"/>
                </a:solidFill>
                <a:latin typeface="Century Gothic" panose="020B0502020202020204" pitchFamily="34" charset="0"/>
              </a:rPr>
              <a:t>★</a:t>
            </a:r>
            <a:endParaRPr lang="en-US">
              <a:solidFill>
                <a:schemeClr val="bg1"/>
              </a:solidFill>
              <a:latin typeface="Century Gothic" panose="020B0502020202020204" pitchFamily="34" charset="0"/>
            </a:endParaRPr>
          </a:p>
        </p:txBody>
      </p:sp>
      <p:sp>
        <p:nvSpPr>
          <p:cNvPr id="30" name="TextBox 29">
            <a:extLst>
              <a:ext uri="{FF2B5EF4-FFF2-40B4-BE49-F238E27FC236}">
                <a16:creationId xmlns:a16="http://schemas.microsoft.com/office/drawing/2014/main" id="{161F36A8-E0BC-6F7E-4BF2-7187D289DD89}"/>
              </a:ext>
            </a:extLst>
          </p:cNvPr>
          <p:cNvSpPr txBox="1"/>
          <p:nvPr/>
        </p:nvSpPr>
        <p:spPr>
          <a:xfrm>
            <a:off x="3799809" y="3906281"/>
            <a:ext cx="331320" cy="400110"/>
          </a:xfrm>
          <a:prstGeom prst="rect">
            <a:avLst/>
          </a:prstGeom>
          <a:noFill/>
        </p:spPr>
        <p:txBody>
          <a:bodyPr wrap="square">
            <a:spAutoFit/>
          </a:bodyPr>
          <a:lstStyle/>
          <a:p>
            <a:r>
              <a:rPr kumimoji="0" lang="en-US" altLang="en-US" sz="2000" b="1" i="0" u="none" strike="noStrike" cap="none" normalizeH="0" baseline="0">
                <a:ln>
                  <a:noFill/>
                </a:ln>
                <a:solidFill>
                  <a:schemeClr val="bg1"/>
                </a:solidFill>
                <a:effectLst/>
                <a:latin typeface="Century Gothic" panose="020B0502020202020204" pitchFamily="34" charset="0"/>
              </a:rPr>
              <a:t>●</a:t>
            </a:r>
            <a:endParaRPr lang="en-US" sz="2000">
              <a:solidFill>
                <a:schemeClr val="bg1"/>
              </a:solidFill>
              <a:latin typeface="Century Gothic" panose="020B0502020202020204" pitchFamily="34" charset="0"/>
            </a:endParaRPr>
          </a:p>
        </p:txBody>
      </p:sp>
      <p:sp>
        <p:nvSpPr>
          <p:cNvPr id="32" name="TextBox 31">
            <a:extLst>
              <a:ext uri="{FF2B5EF4-FFF2-40B4-BE49-F238E27FC236}">
                <a16:creationId xmlns:a16="http://schemas.microsoft.com/office/drawing/2014/main" id="{688316A3-8193-45F7-4D0E-82CBE54B088C}"/>
              </a:ext>
            </a:extLst>
          </p:cNvPr>
          <p:cNvSpPr txBox="1"/>
          <p:nvPr/>
        </p:nvSpPr>
        <p:spPr>
          <a:xfrm>
            <a:off x="3994860" y="3936891"/>
            <a:ext cx="404953" cy="369332"/>
          </a:xfrm>
          <a:prstGeom prst="rect">
            <a:avLst/>
          </a:prstGeom>
          <a:noFill/>
        </p:spPr>
        <p:txBody>
          <a:bodyPr wrap="square">
            <a:spAutoFit/>
          </a:bodyPr>
          <a:lstStyle/>
          <a:p>
            <a:r>
              <a:rPr kumimoji="0" lang="en-US" altLang="en-US" sz="1800" b="1" i="0" u="none" strike="noStrike" cap="none" normalizeH="0" baseline="0">
                <a:ln>
                  <a:noFill/>
                </a:ln>
                <a:solidFill>
                  <a:schemeClr val="bg1"/>
                </a:solidFill>
                <a:effectLst/>
                <a:latin typeface="Century Gothic" panose="020B0502020202020204" pitchFamily="34" charset="0"/>
              </a:rPr>
              <a:t>◆</a:t>
            </a:r>
            <a:endParaRPr lang="en-US">
              <a:solidFill>
                <a:schemeClr val="bg1"/>
              </a:solidFill>
              <a:latin typeface="Century Gothic" panose="020B0502020202020204" pitchFamily="34" charset="0"/>
            </a:endParaRPr>
          </a:p>
        </p:txBody>
      </p:sp>
      <p:sp>
        <p:nvSpPr>
          <p:cNvPr id="33" name="TextBox 32">
            <a:extLst>
              <a:ext uri="{FF2B5EF4-FFF2-40B4-BE49-F238E27FC236}">
                <a16:creationId xmlns:a16="http://schemas.microsoft.com/office/drawing/2014/main" id="{73F0AF7D-4834-1D14-32C1-5E7CF63726E8}"/>
              </a:ext>
            </a:extLst>
          </p:cNvPr>
          <p:cNvSpPr txBox="1"/>
          <p:nvPr/>
        </p:nvSpPr>
        <p:spPr>
          <a:xfrm>
            <a:off x="3607393" y="4703504"/>
            <a:ext cx="404953" cy="369332"/>
          </a:xfrm>
          <a:prstGeom prst="rect">
            <a:avLst/>
          </a:prstGeom>
          <a:noFill/>
        </p:spPr>
        <p:txBody>
          <a:bodyPr wrap="square">
            <a:spAutoFit/>
          </a:bodyPr>
          <a:lstStyle/>
          <a:p>
            <a:r>
              <a:rPr lang="en-US" sz="1800">
                <a:solidFill>
                  <a:schemeClr val="bg1"/>
                </a:solidFill>
                <a:latin typeface="Century Gothic" panose="020B0502020202020204" pitchFamily="34" charset="0"/>
              </a:rPr>
              <a:t>★</a:t>
            </a:r>
            <a:endParaRPr lang="en-US">
              <a:solidFill>
                <a:schemeClr val="bg1"/>
              </a:solidFill>
              <a:latin typeface="Century Gothic" panose="020B0502020202020204" pitchFamily="34" charset="0"/>
            </a:endParaRPr>
          </a:p>
        </p:txBody>
      </p:sp>
      <p:sp>
        <p:nvSpPr>
          <p:cNvPr id="35" name="TextBox 34">
            <a:extLst>
              <a:ext uri="{FF2B5EF4-FFF2-40B4-BE49-F238E27FC236}">
                <a16:creationId xmlns:a16="http://schemas.microsoft.com/office/drawing/2014/main" id="{B8546A55-87B2-3295-1AAB-11D4652C4F41}"/>
              </a:ext>
            </a:extLst>
          </p:cNvPr>
          <p:cNvSpPr txBox="1"/>
          <p:nvPr/>
        </p:nvSpPr>
        <p:spPr>
          <a:xfrm>
            <a:off x="3829200" y="4684509"/>
            <a:ext cx="331320" cy="400110"/>
          </a:xfrm>
          <a:prstGeom prst="rect">
            <a:avLst/>
          </a:prstGeom>
          <a:noFill/>
        </p:spPr>
        <p:txBody>
          <a:bodyPr wrap="square">
            <a:spAutoFit/>
          </a:bodyPr>
          <a:lstStyle/>
          <a:p>
            <a:r>
              <a:rPr kumimoji="0" lang="en-US" altLang="en-US" sz="2000" b="1" i="0" u="none" strike="noStrike" cap="none" normalizeH="0" baseline="0">
                <a:ln>
                  <a:noFill/>
                </a:ln>
                <a:solidFill>
                  <a:schemeClr val="bg1"/>
                </a:solidFill>
                <a:effectLst/>
                <a:latin typeface="Century Gothic" panose="020B0502020202020204" pitchFamily="34" charset="0"/>
              </a:rPr>
              <a:t>●</a:t>
            </a:r>
            <a:endParaRPr lang="en-US" sz="2000">
              <a:solidFill>
                <a:schemeClr val="bg1"/>
              </a:solidFill>
              <a:latin typeface="Century Gothic" panose="020B0502020202020204" pitchFamily="34" charset="0"/>
            </a:endParaRPr>
          </a:p>
        </p:txBody>
      </p:sp>
      <p:sp>
        <p:nvSpPr>
          <p:cNvPr id="46" name="TextBox 45">
            <a:extLst>
              <a:ext uri="{FF2B5EF4-FFF2-40B4-BE49-F238E27FC236}">
                <a16:creationId xmlns:a16="http://schemas.microsoft.com/office/drawing/2014/main" id="{BC31C39F-2729-358A-63A4-436EFCD2787F}"/>
              </a:ext>
            </a:extLst>
          </p:cNvPr>
          <p:cNvSpPr txBox="1"/>
          <p:nvPr/>
        </p:nvSpPr>
        <p:spPr>
          <a:xfrm>
            <a:off x="3608941" y="5438105"/>
            <a:ext cx="331320" cy="400110"/>
          </a:xfrm>
          <a:prstGeom prst="rect">
            <a:avLst/>
          </a:prstGeom>
          <a:noFill/>
        </p:spPr>
        <p:txBody>
          <a:bodyPr wrap="square">
            <a:spAutoFit/>
          </a:bodyPr>
          <a:lstStyle/>
          <a:p>
            <a:r>
              <a:rPr kumimoji="0" lang="en-US" altLang="en-US" sz="2000" b="1" i="0" u="none" strike="noStrike" cap="none" normalizeH="0" baseline="0">
                <a:ln>
                  <a:noFill/>
                </a:ln>
                <a:solidFill>
                  <a:schemeClr val="bg1"/>
                </a:solidFill>
                <a:effectLst/>
                <a:latin typeface="Century Gothic" panose="020B0502020202020204" pitchFamily="34" charset="0"/>
              </a:rPr>
              <a:t>●</a:t>
            </a:r>
            <a:endParaRPr lang="en-US" sz="2000">
              <a:solidFill>
                <a:schemeClr val="bg1"/>
              </a:solidFill>
              <a:latin typeface="Century Gothic" panose="020B0502020202020204" pitchFamily="34" charset="0"/>
            </a:endParaRPr>
          </a:p>
        </p:txBody>
      </p:sp>
      <p:sp>
        <p:nvSpPr>
          <p:cNvPr id="47" name="TextBox 46">
            <a:extLst>
              <a:ext uri="{FF2B5EF4-FFF2-40B4-BE49-F238E27FC236}">
                <a16:creationId xmlns:a16="http://schemas.microsoft.com/office/drawing/2014/main" id="{ED3E6030-3589-D135-B736-04DC01AD25F5}"/>
              </a:ext>
            </a:extLst>
          </p:cNvPr>
          <p:cNvSpPr txBox="1"/>
          <p:nvPr/>
        </p:nvSpPr>
        <p:spPr>
          <a:xfrm>
            <a:off x="3798491" y="5468715"/>
            <a:ext cx="404953" cy="369332"/>
          </a:xfrm>
          <a:prstGeom prst="rect">
            <a:avLst/>
          </a:prstGeom>
          <a:noFill/>
        </p:spPr>
        <p:txBody>
          <a:bodyPr wrap="square">
            <a:spAutoFit/>
          </a:bodyPr>
          <a:lstStyle/>
          <a:p>
            <a:r>
              <a:rPr kumimoji="0" lang="en-US" altLang="en-US" sz="1800" b="1" i="0" u="none" strike="noStrike" cap="none" normalizeH="0" baseline="0">
                <a:ln>
                  <a:noFill/>
                </a:ln>
                <a:solidFill>
                  <a:schemeClr val="bg1"/>
                </a:solidFill>
                <a:effectLst/>
                <a:latin typeface="Century Gothic" panose="020B0502020202020204" pitchFamily="34" charset="0"/>
              </a:rPr>
              <a:t>◆</a:t>
            </a:r>
            <a:endParaRPr lang="en-US">
              <a:solidFill>
                <a:schemeClr val="bg1"/>
              </a:solidFill>
              <a:latin typeface="Century Gothic" panose="020B0502020202020204" pitchFamily="34" charset="0"/>
            </a:endParaRPr>
          </a:p>
        </p:txBody>
      </p:sp>
      <p:sp>
        <p:nvSpPr>
          <p:cNvPr id="18" name="TextBox 17">
            <a:extLst>
              <a:ext uri="{FF2B5EF4-FFF2-40B4-BE49-F238E27FC236}">
                <a16:creationId xmlns:a16="http://schemas.microsoft.com/office/drawing/2014/main" id="{3A8AD7E8-135D-45D7-B6CF-39D01CB17864}"/>
              </a:ext>
            </a:extLst>
          </p:cNvPr>
          <p:cNvSpPr txBox="1"/>
          <p:nvPr/>
        </p:nvSpPr>
        <p:spPr>
          <a:xfrm>
            <a:off x="4050036" y="5459643"/>
            <a:ext cx="345169" cy="369332"/>
          </a:xfrm>
          <a:prstGeom prst="rect">
            <a:avLst/>
          </a:prstGeom>
          <a:noFill/>
        </p:spPr>
        <p:txBody>
          <a:bodyPr wrap="square">
            <a:spAutoFit/>
          </a:bodyPr>
          <a:lstStyle/>
          <a:p>
            <a:r>
              <a:rPr lang="en-US" sz="1800" b="1" dirty="0">
                <a:solidFill>
                  <a:schemeClr val="bg1"/>
                </a:solidFill>
                <a:latin typeface="Century Gothic" panose="020B0502020202020204" pitchFamily="34" charset="0"/>
                <a:cs typeface="Arial" panose="020B0604020202020204" pitchFamily="34" charset="0"/>
              </a:rPr>
              <a:t>⬣</a:t>
            </a:r>
            <a:endParaRPr lang="en-US" dirty="0">
              <a:solidFill>
                <a:schemeClr val="bg1"/>
              </a:solidFill>
              <a:latin typeface="Century Gothic" panose="020B0502020202020204" pitchFamily="34" charset="0"/>
            </a:endParaRPr>
          </a:p>
        </p:txBody>
      </p:sp>
      <p:sp>
        <p:nvSpPr>
          <p:cNvPr id="16" name="TextBox 15">
            <a:extLst>
              <a:ext uri="{FF2B5EF4-FFF2-40B4-BE49-F238E27FC236}">
                <a16:creationId xmlns:a16="http://schemas.microsoft.com/office/drawing/2014/main" id="{FA8DC3C0-7EFD-5964-6817-F91F91EA3AEE}"/>
              </a:ext>
            </a:extLst>
          </p:cNvPr>
          <p:cNvSpPr txBox="1"/>
          <p:nvPr/>
        </p:nvSpPr>
        <p:spPr>
          <a:xfrm>
            <a:off x="4023435" y="4710854"/>
            <a:ext cx="345169" cy="369332"/>
          </a:xfrm>
          <a:prstGeom prst="rect">
            <a:avLst/>
          </a:prstGeom>
          <a:noFill/>
        </p:spPr>
        <p:txBody>
          <a:bodyPr wrap="square">
            <a:spAutoFit/>
          </a:bodyPr>
          <a:lstStyle/>
          <a:p>
            <a:r>
              <a:rPr lang="en-US" sz="1800" b="1" dirty="0">
                <a:solidFill>
                  <a:schemeClr val="bg1"/>
                </a:solidFill>
                <a:latin typeface="Century Gothic" panose="020B0502020202020204" pitchFamily="34" charset="0"/>
                <a:cs typeface="Arial" panose="020B0604020202020204" pitchFamily="34" charset="0"/>
              </a:rPr>
              <a:t>⬣</a:t>
            </a:r>
            <a:endParaRPr lang="en-US" dirty="0">
              <a:solidFill>
                <a:schemeClr val="bg1"/>
              </a:solidFill>
              <a:latin typeface="Century Gothic" panose="020B0502020202020204" pitchFamily="34" charset="0"/>
            </a:endParaRPr>
          </a:p>
        </p:txBody>
      </p:sp>
    </p:spTree>
    <p:extLst>
      <p:ext uri="{BB962C8B-B14F-4D97-AF65-F5344CB8AC3E}">
        <p14:creationId xmlns:p14="http://schemas.microsoft.com/office/powerpoint/2010/main" val="2071409988"/>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51BF6-E648-0772-D61B-F506B297972E}"/>
              </a:ext>
            </a:extLst>
          </p:cNvPr>
          <p:cNvSpPr>
            <a:spLocks noGrp="1"/>
          </p:cNvSpPr>
          <p:nvPr>
            <p:ph type="title"/>
          </p:nvPr>
        </p:nvSpPr>
        <p:spPr>
          <a:xfrm>
            <a:off x="546500" y="531323"/>
            <a:ext cx="11098999" cy="332399"/>
          </a:xfrm>
        </p:spPr>
        <p:txBody>
          <a:bodyPr/>
          <a:lstStyle/>
          <a:p>
            <a:r>
              <a:rPr lang="en-US" b="1">
                <a:latin typeface="+mj-lt"/>
              </a:rPr>
              <a:t>AI Service Offering Champions: </a:t>
            </a:r>
            <a:r>
              <a:rPr lang="en-US">
                <a:latin typeface="+mj-lt"/>
              </a:rPr>
              <a:t>Next Steps &amp; Key Dates</a:t>
            </a:r>
          </a:p>
        </p:txBody>
      </p:sp>
      <p:sp>
        <p:nvSpPr>
          <p:cNvPr id="7" name="Rectangle 6">
            <a:extLst>
              <a:ext uri="{FF2B5EF4-FFF2-40B4-BE49-F238E27FC236}">
                <a16:creationId xmlns:a16="http://schemas.microsoft.com/office/drawing/2014/main" id="{7C6E6957-7C57-EB64-56C8-C7B9A14ACB0C}"/>
              </a:ext>
            </a:extLst>
          </p:cNvPr>
          <p:cNvSpPr/>
          <p:nvPr/>
        </p:nvSpPr>
        <p:spPr>
          <a:xfrm>
            <a:off x="9413507" y="0"/>
            <a:ext cx="2778493" cy="6858000"/>
          </a:xfrm>
          <a:prstGeom prst="rect">
            <a:avLst/>
          </a:prstGeom>
          <a:solidFill>
            <a:srgbClr val="004346"/>
          </a:solidFill>
          <a:ln>
            <a:solidFill>
              <a:srgbClr val="004346"/>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2400" b="1">
              <a:latin typeface="+mj-lt"/>
            </a:endParaRPr>
          </a:p>
          <a:p>
            <a:pPr algn="ctr"/>
            <a:endParaRPr lang="en-US" sz="2400" b="1">
              <a:latin typeface="+mj-lt"/>
            </a:endParaRPr>
          </a:p>
          <a:p>
            <a:pPr algn="ctr"/>
            <a:r>
              <a:rPr lang="en-US" sz="2400" b="1">
                <a:latin typeface="+mj-lt"/>
              </a:rPr>
              <a:t>Key Dates</a:t>
            </a:r>
          </a:p>
          <a:p>
            <a:pPr algn="ctr"/>
            <a:endParaRPr lang="en-US" sz="2400" b="1">
              <a:latin typeface="+mj-lt"/>
            </a:endParaRPr>
          </a:p>
          <a:p>
            <a:pPr algn="ctr"/>
            <a:endParaRPr lang="en-US" sz="2400" b="1">
              <a:latin typeface="+mj-lt"/>
            </a:endParaRPr>
          </a:p>
          <a:p>
            <a:pPr algn="ctr"/>
            <a:endParaRPr lang="en-US" sz="2400" b="1">
              <a:latin typeface="+mj-lt"/>
            </a:endParaRPr>
          </a:p>
          <a:p>
            <a:pPr algn="ctr"/>
            <a:endParaRPr lang="en-US" sz="2400" b="1">
              <a:latin typeface="+mj-lt"/>
            </a:endParaRPr>
          </a:p>
          <a:p>
            <a:pPr algn="ctr"/>
            <a:endParaRPr lang="en-US" sz="2400" b="1">
              <a:latin typeface="+mj-lt"/>
            </a:endParaRPr>
          </a:p>
          <a:p>
            <a:pPr algn="ctr"/>
            <a:endParaRPr lang="en-US" sz="2400" b="1">
              <a:latin typeface="+mj-lt"/>
            </a:endParaRPr>
          </a:p>
          <a:p>
            <a:pPr algn="ctr"/>
            <a:endParaRPr lang="en-US" sz="2400" b="1">
              <a:latin typeface="+mj-lt"/>
            </a:endParaRPr>
          </a:p>
          <a:p>
            <a:pPr algn="ctr"/>
            <a:endParaRPr lang="en-US" sz="2400" b="1">
              <a:latin typeface="+mj-lt"/>
            </a:endParaRPr>
          </a:p>
          <a:p>
            <a:pPr algn="ctr"/>
            <a:endParaRPr lang="en-US" sz="2400" b="1">
              <a:latin typeface="+mj-lt"/>
            </a:endParaRPr>
          </a:p>
        </p:txBody>
      </p:sp>
      <p:sp>
        <p:nvSpPr>
          <p:cNvPr id="8" name="Rectangle 1">
            <a:extLst>
              <a:ext uri="{FF2B5EF4-FFF2-40B4-BE49-F238E27FC236}">
                <a16:creationId xmlns:a16="http://schemas.microsoft.com/office/drawing/2014/main" id="{E02136D8-7CCC-3526-9D28-B4F84CA37DD1}"/>
              </a:ext>
            </a:extLst>
          </p:cNvPr>
          <p:cNvSpPr>
            <a:spLocks noChangeArrowheads="1"/>
          </p:cNvSpPr>
          <p:nvPr/>
        </p:nvSpPr>
        <p:spPr bwMode="auto">
          <a:xfrm>
            <a:off x="9422579" y="1539814"/>
            <a:ext cx="2778493" cy="420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spcBef>
                <a:spcPct val="0"/>
              </a:spcBef>
              <a:spcAft>
                <a:spcPts val="1800"/>
              </a:spcAft>
              <a:buClrTx/>
              <a:buSzTx/>
              <a:buFont typeface="Arial" panose="020B0604020202020204" pitchFamily="34" charset="0"/>
              <a:buChar char="•"/>
              <a:tabLst/>
            </a:pPr>
            <a:r>
              <a:rPr kumimoji="0" lang="en-US" altLang="en-US" sz="1600" i="0" u="none" strike="noStrike" cap="none" normalizeH="0" baseline="0" dirty="0">
                <a:ln>
                  <a:noFill/>
                </a:ln>
                <a:solidFill>
                  <a:schemeClr val="bg1"/>
                </a:solidFill>
                <a:effectLst/>
                <a:latin typeface="+mj-lt"/>
              </a:rPr>
              <a:t>Champions confirmed: </a:t>
            </a:r>
            <a:r>
              <a:rPr kumimoji="0" lang="en-US" altLang="en-US" sz="1600" b="1" i="0" u="none" strike="noStrike" cap="none" normalizeH="0" baseline="0" dirty="0">
                <a:ln>
                  <a:noFill/>
                </a:ln>
                <a:solidFill>
                  <a:schemeClr val="bg1"/>
                </a:solidFill>
                <a:effectLst/>
                <a:latin typeface="+mj-lt"/>
              </a:rPr>
              <a:t>Mon 3/9</a:t>
            </a:r>
          </a:p>
          <a:p>
            <a:pPr marL="285750" marR="0" lvl="0" indent="-285750" algn="l" defTabSz="914400" rtl="0" eaLnBrk="0" fontAlgn="base" latinLnBrk="0" hangingPunct="0">
              <a:spcBef>
                <a:spcPct val="0"/>
              </a:spcBef>
              <a:spcAft>
                <a:spcPts val="1800"/>
              </a:spcAft>
              <a:buClrTx/>
              <a:buSzTx/>
              <a:buFont typeface="Arial" panose="020B0604020202020204" pitchFamily="34" charset="0"/>
              <a:buChar char="•"/>
              <a:tabLst/>
            </a:pPr>
            <a:r>
              <a:rPr kumimoji="0" lang="en-US" altLang="en-US" sz="1600" i="0" u="none" strike="noStrike" cap="none" normalizeH="0" baseline="0" dirty="0">
                <a:ln>
                  <a:noFill/>
                </a:ln>
                <a:solidFill>
                  <a:schemeClr val="bg1"/>
                </a:solidFill>
                <a:effectLst/>
                <a:latin typeface="+mj-lt"/>
              </a:rPr>
              <a:t>Champions kick off session: </a:t>
            </a:r>
            <a:r>
              <a:rPr lang="en-US" altLang="en-US" sz="1600" b="1" dirty="0">
                <a:solidFill>
                  <a:schemeClr val="bg1"/>
                </a:solidFill>
                <a:latin typeface="+mj-lt"/>
              </a:rPr>
              <a:t>Wed 3/18</a:t>
            </a:r>
            <a:endParaRPr kumimoji="0" lang="en-US" altLang="en-US" sz="1600" b="1" i="0" u="none" strike="noStrike" cap="none" normalizeH="0" baseline="0" dirty="0">
              <a:ln>
                <a:noFill/>
              </a:ln>
              <a:solidFill>
                <a:schemeClr val="bg1"/>
              </a:solidFill>
              <a:effectLst/>
              <a:latin typeface="+mj-lt"/>
            </a:endParaRPr>
          </a:p>
          <a:p>
            <a:pPr marL="285750" marR="0" lvl="0" indent="-285750" algn="l" defTabSz="914400" rtl="0" eaLnBrk="0" fontAlgn="base" latinLnBrk="0" hangingPunct="0">
              <a:spcBef>
                <a:spcPct val="0"/>
              </a:spcBef>
              <a:spcAft>
                <a:spcPts val="1800"/>
              </a:spcAft>
              <a:buClrTx/>
              <a:buSzTx/>
              <a:buFont typeface="Arial" panose="020B0604020202020204" pitchFamily="34" charset="0"/>
              <a:buChar char="•"/>
              <a:tabLst/>
            </a:pPr>
            <a:r>
              <a:rPr lang="en-US" altLang="en-US" sz="1600" dirty="0">
                <a:solidFill>
                  <a:schemeClr val="bg1"/>
                </a:solidFill>
                <a:latin typeface="+mj-lt"/>
              </a:rPr>
              <a:t>Identify use cases: </a:t>
            </a:r>
            <a:r>
              <a:rPr lang="en-US" altLang="en-US" sz="1600" b="1" dirty="0">
                <a:solidFill>
                  <a:schemeClr val="bg1"/>
                </a:solidFill>
                <a:latin typeface="+mj-lt"/>
              </a:rPr>
              <a:t>Fri 4/10</a:t>
            </a:r>
          </a:p>
          <a:p>
            <a:pPr marL="285750" marR="0" lvl="0" indent="-285750" algn="l" defTabSz="914400" rtl="0" eaLnBrk="0" fontAlgn="base" latinLnBrk="0" hangingPunct="0">
              <a:spcBef>
                <a:spcPct val="0"/>
              </a:spcBef>
              <a:spcAft>
                <a:spcPts val="1800"/>
              </a:spcAft>
              <a:buClrTx/>
              <a:buSzTx/>
              <a:buFont typeface="Arial" panose="020B0604020202020204" pitchFamily="34" charset="0"/>
              <a:buChar char="•"/>
              <a:tabLst/>
            </a:pPr>
            <a:r>
              <a:rPr lang="en-US" altLang="en-US" sz="1600" dirty="0">
                <a:solidFill>
                  <a:schemeClr val="bg1"/>
                </a:solidFill>
                <a:latin typeface="+mj-lt"/>
              </a:rPr>
              <a:t>Build out top 1-2 use cases: </a:t>
            </a:r>
            <a:r>
              <a:rPr lang="en-US" altLang="en-US" sz="1600" b="1" dirty="0">
                <a:solidFill>
                  <a:schemeClr val="bg1"/>
                </a:solidFill>
                <a:latin typeface="+mj-lt"/>
              </a:rPr>
              <a:t>Fri, 4/24</a:t>
            </a:r>
          </a:p>
          <a:p>
            <a:pPr marL="285750" marR="0" lvl="0" indent="-285750" algn="l" defTabSz="914400" rtl="0" eaLnBrk="0" fontAlgn="base" latinLnBrk="0" hangingPunct="0">
              <a:spcBef>
                <a:spcPct val="0"/>
              </a:spcBef>
              <a:spcAft>
                <a:spcPts val="1800"/>
              </a:spcAft>
              <a:buClrTx/>
              <a:buSzTx/>
              <a:buFont typeface="Arial" panose="020B0604020202020204" pitchFamily="34" charset="0"/>
              <a:buChar char="•"/>
              <a:tabLst/>
            </a:pPr>
            <a:r>
              <a:rPr lang="en-US" altLang="en-US" sz="1600" dirty="0">
                <a:solidFill>
                  <a:schemeClr val="bg1"/>
                </a:solidFill>
                <a:latin typeface="+mj-lt"/>
              </a:rPr>
              <a:t>Finalize GTM materials: </a:t>
            </a:r>
            <a:r>
              <a:rPr lang="en-US" altLang="en-US" sz="1600" b="1" dirty="0">
                <a:solidFill>
                  <a:schemeClr val="bg1"/>
                </a:solidFill>
                <a:latin typeface="+mj-lt"/>
              </a:rPr>
              <a:t>Thu, 4/30</a:t>
            </a:r>
            <a:endParaRPr kumimoji="0" lang="en-US" altLang="en-US" sz="1600" b="1" i="0" u="none" strike="noStrike" cap="none" normalizeH="0" baseline="0" dirty="0">
              <a:ln>
                <a:noFill/>
              </a:ln>
              <a:solidFill>
                <a:schemeClr val="bg1"/>
              </a:solidFill>
              <a:effectLst/>
              <a:latin typeface="+mj-lt"/>
            </a:endParaRPr>
          </a:p>
          <a:p>
            <a:pPr marL="285750" marR="0" lvl="0" indent="-285750" algn="l" defTabSz="914400" rtl="0" eaLnBrk="0" fontAlgn="base" latinLnBrk="0" hangingPunct="0">
              <a:spcBef>
                <a:spcPct val="0"/>
              </a:spcBef>
              <a:spcAft>
                <a:spcPts val="1800"/>
              </a:spcAft>
              <a:buClrTx/>
              <a:buSzTx/>
              <a:buFont typeface="Arial" panose="020B0604020202020204" pitchFamily="34" charset="0"/>
              <a:buChar char="•"/>
              <a:tabLst/>
            </a:pPr>
            <a:r>
              <a:rPr kumimoji="0" lang="en-US" altLang="en-US" sz="1600" i="0" u="none" strike="noStrike" cap="none" normalizeH="0" baseline="0" dirty="0">
                <a:ln>
                  <a:noFill/>
                </a:ln>
                <a:solidFill>
                  <a:schemeClr val="bg1"/>
                </a:solidFill>
                <a:effectLst/>
                <a:latin typeface="+mj-lt"/>
              </a:rPr>
              <a:t>Next showcase slots: bi-weekly thereafter</a:t>
            </a:r>
          </a:p>
        </p:txBody>
      </p:sp>
      <p:graphicFrame>
        <p:nvGraphicFramePr>
          <p:cNvPr id="10" name="Diagram 9">
            <a:extLst>
              <a:ext uri="{FF2B5EF4-FFF2-40B4-BE49-F238E27FC236}">
                <a16:creationId xmlns:a16="http://schemas.microsoft.com/office/drawing/2014/main" id="{65FEE398-4CA2-9FDE-1FA1-533AD1FA8608}"/>
              </a:ext>
            </a:extLst>
          </p:cNvPr>
          <p:cNvGraphicFramePr/>
          <p:nvPr>
            <p:extLst>
              <p:ext uri="{D42A27DB-BD31-4B8C-83A1-F6EECF244321}">
                <p14:modId xmlns:p14="http://schemas.microsoft.com/office/powerpoint/2010/main" val="3591673071"/>
              </p:ext>
            </p:extLst>
          </p:nvPr>
        </p:nvGraphicFramePr>
        <p:xfrm>
          <a:off x="546500" y="1052814"/>
          <a:ext cx="8282190" cy="51751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TextBox 12">
            <a:extLst>
              <a:ext uri="{FF2B5EF4-FFF2-40B4-BE49-F238E27FC236}">
                <a16:creationId xmlns:a16="http://schemas.microsoft.com/office/drawing/2014/main" id="{FC7ADD31-C110-D558-B49F-9DE973BA2BC8}"/>
              </a:ext>
            </a:extLst>
          </p:cNvPr>
          <p:cNvSpPr txBox="1"/>
          <p:nvPr/>
        </p:nvSpPr>
        <p:spPr>
          <a:xfrm>
            <a:off x="930166" y="1568669"/>
            <a:ext cx="184731" cy="307777"/>
          </a:xfrm>
          <a:prstGeom prst="rect">
            <a:avLst/>
          </a:prstGeom>
          <a:noFill/>
        </p:spPr>
        <p:txBody>
          <a:bodyPr wrap="none" rtlCol="0">
            <a:spAutoFit/>
          </a:bodyPr>
          <a:lstStyle/>
          <a:p>
            <a:pPr algn="l"/>
            <a:endParaRPr lang="en-US" sz="1400"/>
          </a:p>
        </p:txBody>
      </p:sp>
    </p:spTree>
    <p:extLst>
      <p:ext uri="{BB962C8B-B14F-4D97-AF65-F5344CB8AC3E}">
        <p14:creationId xmlns:p14="http://schemas.microsoft.com/office/powerpoint/2010/main" val="1956990757"/>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40000" y="350000"/>
            <a:ext cx="11100000" cy="320000"/>
          </a:xfrm>
          <a:prstGeom prst="rect">
            <a:avLst/>
          </a:prstGeom>
          <a:noFill/>
          <a:ln w="12700">
            <a:noFill/>
          </a:ln>
        </p:spPr>
        <p:txBody>
          <a:bodyPr wrap="square" lIns="0" tIns="0" rIns="0" bIns="0" rtlCol="0"/>
          <a:lstStyle/>
          <a:p>
            <a:r>
              <a:rPr lang="en-US" sz="2800">
                <a:latin typeface="Century Gothic" panose="020B0502020202020204" pitchFamily="34" charset="0"/>
              </a:rPr>
              <a:t>AI Use Case Identification: What is the Desirability?</a:t>
            </a:r>
            <a:endParaRPr lang="en-US" sz="2500">
              <a:solidFill>
                <a:srgbClr val="283042"/>
              </a:solidFill>
              <a:latin typeface="Century Gothic" panose="020B0502020202020204" pitchFamily="34" charset="0"/>
            </a:endParaRPr>
          </a:p>
        </p:txBody>
      </p:sp>
      <p:sp>
        <p:nvSpPr>
          <p:cNvPr id="3" name="Intro"/>
          <p:cNvSpPr txBox="1"/>
          <p:nvPr/>
        </p:nvSpPr>
        <p:spPr>
          <a:xfrm>
            <a:off x="540000" y="760000"/>
            <a:ext cx="11100000" cy="300000"/>
          </a:xfrm>
          <a:prstGeom prst="rect">
            <a:avLst/>
          </a:prstGeom>
          <a:noFill/>
          <a:ln w="12700">
            <a:noFill/>
          </a:ln>
        </p:spPr>
        <p:txBody>
          <a:bodyPr wrap="square" lIns="0" tIns="0" rIns="0" bIns="0" rtlCol="0"/>
          <a:lstStyle/>
          <a:p>
            <a:pPr marL="0" indent="0" algn="l">
              <a:spcAft>
                <a:spcPts val="0"/>
              </a:spcAft>
              <a:buNone/>
            </a:pPr>
            <a:r>
              <a:rPr lang="en-US" sz="1450" b="0">
                <a:solidFill>
                  <a:srgbClr val="667085"/>
                </a:solidFill>
                <a:latin typeface="Century Gothic" panose="020B0502020202020204" pitchFamily="34" charset="0"/>
              </a:rPr>
              <a:t>Use this template to capture AI service offering ideas </a:t>
            </a:r>
            <a:r>
              <a:rPr lang="en-US" sz="1450">
                <a:solidFill>
                  <a:srgbClr val="667085"/>
                </a:solidFill>
                <a:latin typeface="Century Gothic" panose="020B0502020202020204" pitchFamily="34" charset="0"/>
              </a:rPr>
              <a:t>by answering</a:t>
            </a:r>
            <a:r>
              <a:rPr lang="en-US" sz="1450" b="0">
                <a:solidFill>
                  <a:srgbClr val="667085"/>
                </a:solidFill>
                <a:latin typeface="Century Gothic" panose="020B0502020202020204" pitchFamily="34" charset="0"/>
              </a:rPr>
              <a:t> 4 desirability questions</a:t>
            </a:r>
            <a:endParaRPr lang="en-US" sz="1450">
              <a:solidFill>
                <a:srgbClr val="667085"/>
              </a:solidFill>
              <a:latin typeface="Century Gothic" panose="020B0502020202020204" pitchFamily="34" charset="0"/>
            </a:endParaRPr>
          </a:p>
        </p:txBody>
      </p:sp>
      <p:sp>
        <p:nvSpPr>
          <p:cNvPr id="4" name="Directions Box"/>
          <p:cNvSpPr/>
          <p:nvPr/>
        </p:nvSpPr>
        <p:spPr>
          <a:xfrm>
            <a:off x="540000" y="1230000"/>
            <a:ext cx="3620000" cy="4830000"/>
          </a:xfrm>
          <a:prstGeom prst="rect">
            <a:avLst/>
          </a:prstGeom>
          <a:solidFill>
            <a:srgbClr val="F6F8FA"/>
          </a:solidFill>
          <a:ln w="12700">
            <a:solidFill>
              <a:srgbClr val="D7DCE2"/>
            </a:solidFill>
          </a:ln>
        </p:spPr>
        <p:txBody>
          <a:bodyPr rtlCol="0"/>
          <a:lstStyle/>
          <a:p>
            <a:endParaRPr lang="en-CA">
              <a:latin typeface="Century Gothic" panose="020B0502020202020204" pitchFamily="34" charset="0"/>
            </a:endParaRPr>
          </a:p>
        </p:txBody>
      </p:sp>
      <p:sp>
        <p:nvSpPr>
          <p:cNvPr id="5" name="Directions Title"/>
          <p:cNvSpPr txBox="1"/>
          <p:nvPr/>
        </p:nvSpPr>
        <p:spPr>
          <a:xfrm>
            <a:off x="720000" y="1410000"/>
            <a:ext cx="3200000" cy="260000"/>
          </a:xfrm>
          <a:prstGeom prst="rect">
            <a:avLst/>
          </a:prstGeom>
          <a:noFill/>
          <a:ln w="12700">
            <a:noFill/>
          </a:ln>
        </p:spPr>
        <p:txBody>
          <a:bodyPr wrap="square" lIns="0" tIns="0" rIns="0" bIns="0" rtlCol="0"/>
          <a:lstStyle/>
          <a:p>
            <a:pPr marL="0" indent="0" algn="l">
              <a:spcAft>
                <a:spcPts val="0"/>
              </a:spcAft>
              <a:buNone/>
            </a:pPr>
            <a:r>
              <a:rPr lang="en-US" sz="1700" b="1">
                <a:solidFill>
                  <a:srgbClr val="005F65"/>
                </a:solidFill>
                <a:latin typeface="Century Gothic" panose="020B0502020202020204" pitchFamily="34" charset="0"/>
              </a:rPr>
              <a:t>Directions</a:t>
            </a:r>
            <a:endParaRPr lang="en-US" sz="1700">
              <a:solidFill>
                <a:srgbClr val="005F65"/>
              </a:solidFill>
              <a:latin typeface="Century Gothic" panose="020B0502020202020204" pitchFamily="34" charset="0"/>
            </a:endParaRPr>
          </a:p>
        </p:txBody>
      </p:sp>
      <p:sp>
        <p:nvSpPr>
          <p:cNvPr id="6" name="Directions Body"/>
          <p:cNvSpPr txBox="1"/>
          <p:nvPr/>
        </p:nvSpPr>
        <p:spPr>
          <a:xfrm>
            <a:off x="720000" y="1750000"/>
            <a:ext cx="3000000" cy="3400000"/>
          </a:xfrm>
          <a:prstGeom prst="rect">
            <a:avLst/>
          </a:prstGeom>
          <a:noFill/>
          <a:ln w="12700">
            <a:noFill/>
          </a:ln>
        </p:spPr>
        <p:txBody>
          <a:bodyPr wrap="square" lIns="0" tIns="0" rIns="0" bIns="0" rtlCol="0"/>
          <a:lstStyle/>
          <a:p>
            <a:pPr>
              <a:spcAft>
                <a:spcPts val="180"/>
              </a:spcAft>
            </a:pPr>
            <a:r>
              <a:rPr lang="en-US" sz="1380" b="1" dirty="0">
                <a:solidFill>
                  <a:srgbClr val="1F2937"/>
                </a:solidFill>
                <a:latin typeface="Century Gothic" panose="020B0502020202020204" pitchFamily="34" charset="0"/>
              </a:rPr>
              <a:t>Please complete the following by </a:t>
            </a:r>
            <a:r>
              <a:rPr lang="en-US" sz="1380" b="1" dirty="0">
                <a:solidFill>
                  <a:srgbClr val="1F2937"/>
                </a:solidFill>
                <a:highlight>
                  <a:srgbClr val="FFFF00"/>
                </a:highlight>
                <a:latin typeface="Century Gothic" panose="020B0502020202020204" pitchFamily="34" charset="0"/>
              </a:rPr>
              <a:t>Friday, April 10</a:t>
            </a:r>
            <a:r>
              <a:rPr lang="en-US" sz="1380" b="1" baseline="30000" dirty="0">
                <a:solidFill>
                  <a:srgbClr val="1F2937"/>
                </a:solidFill>
                <a:highlight>
                  <a:srgbClr val="FFFF00"/>
                </a:highlight>
                <a:latin typeface="Century Gothic" panose="020B0502020202020204" pitchFamily="34" charset="0"/>
              </a:rPr>
              <a:t>th</a:t>
            </a:r>
            <a:r>
              <a:rPr lang="en-US" sz="1380" b="1" dirty="0">
                <a:solidFill>
                  <a:srgbClr val="1F2937"/>
                </a:solidFill>
                <a:latin typeface="Century Gothic" panose="020B0502020202020204" pitchFamily="34" charset="0"/>
              </a:rPr>
              <a:t>: </a:t>
            </a:r>
          </a:p>
          <a:p>
            <a:pPr>
              <a:spcAft>
                <a:spcPts val="180"/>
              </a:spcAft>
            </a:pPr>
            <a:endParaRPr lang="en-US" sz="1380" dirty="0">
              <a:solidFill>
                <a:srgbClr val="1F2937"/>
              </a:solidFill>
              <a:latin typeface="Century Gothic" panose="020B0502020202020204" pitchFamily="34" charset="0"/>
            </a:endParaRPr>
          </a:p>
          <a:p>
            <a:pPr marL="0" indent="0" algn="l">
              <a:spcAft>
                <a:spcPts val="180"/>
              </a:spcAft>
              <a:buNone/>
            </a:pPr>
            <a:r>
              <a:rPr lang="en-US" sz="1380" b="0" dirty="0">
                <a:solidFill>
                  <a:srgbClr val="1F2937"/>
                </a:solidFill>
                <a:latin typeface="Century Gothic" panose="020B0502020202020204" pitchFamily="34" charset="0"/>
              </a:rPr>
              <a:t>1. Open </a:t>
            </a:r>
            <a:r>
              <a:rPr lang="en-US" sz="1380" b="1" dirty="0">
                <a:solidFill>
                  <a:srgbClr val="1F2937"/>
                </a:solidFill>
                <a:latin typeface="Century Gothic" panose="020B0502020202020204" pitchFamily="34" charset="0"/>
              </a:rPr>
              <a:t>Workbook A</a:t>
            </a:r>
            <a:r>
              <a:rPr lang="en-US" sz="1380" b="0" dirty="0">
                <a:solidFill>
                  <a:srgbClr val="1F2937"/>
                </a:solidFill>
                <a:latin typeface="Century Gothic" panose="020B0502020202020204" pitchFamily="34" charset="0"/>
              </a:rPr>
              <a:t> and use the guidance tab.</a:t>
            </a:r>
            <a:endParaRPr lang="en-US" sz="1380" dirty="0">
              <a:solidFill>
                <a:srgbClr val="1F2937"/>
              </a:solidFill>
              <a:latin typeface="Century Gothic" panose="020B0502020202020204" pitchFamily="34" charset="0"/>
            </a:endParaRPr>
          </a:p>
          <a:p>
            <a:pPr marL="0" indent="0" algn="l">
              <a:spcAft>
                <a:spcPts val="180"/>
              </a:spcAft>
              <a:buNone/>
            </a:pPr>
            <a:r>
              <a:rPr lang="en-US" sz="1380" b="0" dirty="0">
                <a:solidFill>
                  <a:srgbClr val="1F2937"/>
                </a:solidFill>
                <a:latin typeface="Century Gothic" panose="020B0502020202020204" pitchFamily="34" charset="0"/>
              </a:rPr>
              <a:t>2. Leverage the 4 desirability questions in this template to generate as many use case ideas as possible for your practice.</a:t>
            </a:r>
          </a:p>
          <a:p>
            <a:pPr>
              <a:spcAft>
                <a:spcPts val="180"/>
              </a:spcAft>
            </a:pPr>
            <a:r>
              <a:rPr lang="en-US" sz="1380" dirty="0">
                <a:solidFill>
                  <a:srgbClr val="1F2937"/>
                </a:solidFill>
                <a:latin typeface="Century Gothic" panose="020B0502020202020204" pitchFamily="34" charset="0"/>
              </a:rPr>
              <a:t>3. Input your use case ideas into Tab “Please Complete-Use Case Intake” of </a:t>
            </a:r>
            <a:r>
              <a:rPr lang="en-US" sz="1380" b="1" dirty="0">
                <a:solidFill>
                  <a:srgbClr val="1F2937"/>
                </a:solidFill>
                <a:highlight>
                  <a:srgbClr val="FFFF00"/>
                </a:highlight>
                <a:latin typeface="Century Gothic" panose="020B0502020202020204" pitchFamily="34" charset="0"/>
                <a:hlinkClick r:id="rId3"/>
              </a:rPr>
              <a:t>Workbook A</a:t>
            </a:r>
            <a:endParaRPr lang="en-US" sz="1380" b="1" dirty="0">
              <a:solidFill>
                <a:srgbClr val="1F2937"/>
              </a:solidFill>
              <a:highlight>
                <a:srgbClr val="FFFF00"/>
              </a:highlight>
              <a:latin typeface="Century Gothic" panose="020B0502020202020204" pitchFamily="34" charset="0"/>
            </a:endParaRPr>
          </a:p>
          <a:p>
            <a:pPr marL="0" indent="0" algn="l">
              <a:spcAft>
                <a:spcPts val="180"/>
              </a:spcAft>
              <a:buNone/>
            </a:pPr>
            <a:r>
              <a:rPr lang="en-US" sz="1380" b="0" dirty="0">
                <a:solidFill>
                  <a:srgbClr val="1F2937"/>
                </a:solidFill>
                <a:latin typeface="Century Gothic" panose="020B0502020202020204" pitchFamily="34" charset="0"/>
              </a:rPr>
              <a:t>4. Indicate the priority ranking for your use case ideas. </a:t>
            </a:r>
            <a:endParaRPr lang="en-US" sz="1380" dirty="0">
              <a:solidFill>
                <a:srgbClr val="1F2937"/>
              </a:solidFill>
              <a:latin typeface="Century Gothic" panose="020B0502020202020204" pitchFamily="34" charset="0"/>
            </a:endParaRPr>
          </a:p>
          <a:p>
            <a:pPr marL="0" indent="0" algn="l">
              <a:spcAft>
                <a:spcPts val="180"/>
              </a:spcAft>
              <a:buNone/>
            </a:pPr>
            <a:r>
              <a:rPr lang="en-US" sz="1380" b="0" dirty="0">
                <a:solidFill>
                  <a:srgbClr val="1F2937"/>
                </a:solidFill>
                <a:latin typeface="Century Gothic" panose="020B0502020202020204" pitchFamily="34" charset="0"/>
              </a:rPr>
              <a:t>5. Highlight your </a:t>
            </a:r>
            <a:r>
              <a:rPr lang="en-US" sz="1380" dirty="0">
                <a:solidFill>
                  <a:srgbClr val="1F2937"/>
                </a:solidFill>
                <a:latin typeface="Century Gothic" panose="020B0502020202020204" pitchFamily="34" charset="0"/>
              </a:rPr>
              <a:t>top 2</a:t>
            </a:r>
            <a:r>
              <a:rPr lang="en-US" sz="1380" b="0" dirty="0">
                <a:solidFill>
                  <a:srgbClr val="1F2937"/>
                </a:solidFill>
                <a:latin typeface="Century Gothic" panose="020B0502020202020204" pitchFamily="34" charset="0"/>
              </a:rPr>
              <a:t> priority ideas</a:t>
            </a:r>
            <a:endParaRPr lang="en-US" sz="1380" dirty="0">
              <a:solidFill>
                <a:srgbClr val="1F2937"/>
              </a:solidFill>
              <a:highlight>
                <a:srgbClr val="FFFF00"/>
              </a:highlight>
              <a:latin typeface="Century Gothic" panose="020B0502020202020204" pitchFamily="34" charset="0"/>
            </a:endParaRPr>
          </a:p>
        </p:txBody>
      </p:sp>
      <p:sp>
        <p:nvSpPr>
          <p:cNvPr id="9" name="Template Outer"/>
          <p:cNvSpPr/>
          <p:nvPr/>
        </p:nvSpPr>
        <p:spPr>
          <a:xfrm>
            <a:off x="4420000" y="1230000"/>
            <a:ext cx="7140000" cy="4830000"/>
          </a:xfrm>
          <a:prstGeom prst="rect">
            <a:avLst/>
          </a:prstGeom>
          <a:solidFill>
            <a:srgbClr val="FFFFFF"/>
          </a:solidFill>
          <a:ln w="12700">
            <a:solidFill>
              <a:srgbClr val="D7DCE2"/>
            </a:solidFill>
          </a:ln>
        </p:spPr>
        <p:txBody>
          <a:bodyPr rtlCol="0"/>
          <a:lstStyle/>
          <a:p>
            <a:endParaRPr lang="en-CA">
              <a:latin typeface="Century Gothic" panose="020B0502020202020204" pitchFamily="34" charset="0"/>
            </a:endParaRPr>
          </a:p>
        </p:txBody>
      </p:sp>
      <p:sp>
        <p:nvSpPr>
          <p:cNvPr id="10" name="Template Label"/>
          <p:cNvSpPr txBox="1"/>
          <p:nvPr/>
        </p:nvSpPr>
        <p:spPr>
          <a:xfrm>
            <a:off x="4660000" y="1410000"/>
            <a:ext cx="2500000" cy="260000"/>
          </a:xfrm>
          <a:prstGeom prst="rect">
            <a:avLst/>
          </a:prstGeom>
          <a:noFill/>
          <a:ln w="12700">
            <a:noFill/>
          </a:ln>
        </p:spPr>
        <p:txBody>
          <a:bodyPr wrap="square" lIns="0" tIns="0" rIns="0" bIns="0" rtlCol="0"/>
          <a:lstStyle/>
          <a:p>
            <a:pPr marL="0" indent="0" algn="l">
              <a:spcAft>
                <a:spcPts val="0"/>
              </a:spcAft>
              <a:buNone/>
            </a:pPr>
            <a:r>
              <a:rPr lang="en-US" sz="1700" b="1">
                <a:solidFill>
                  <a:srgbClr val="283042"/>
                </a:solidFill>
                <a:latin typeface="Century Gothic" panose="020B0502020202020204" pitchFamily="34" charset="0"/>
              </a:rPr>
              <a:t>Use Case Template</a:t>
            </a:r>
            <a:endParaRPr lang="en-US" sz="1700">
              <a:solidFill>
                <a:srgbClr val="283042"/>
              </a:solidFill>
              <a:latin typeface="Century Gothic" panose="020B0502020202020204" pitchFamily="34" charset="0"/>
            </a:endParaRPr>
          </a:p>
        </p:txBody>
      </p:sp>
      <p:sp>
        <p:nvSpPr>
          <p:cNvPr id="11" name="Field 1 Label"/>
          <p:cNvSpPr txBox="1"/>
          <p:nvPr/>
        </p:nvSpPr>
        <p:spPr>
          <a:xfrm>
            <a:off x="4660000" y="1760000"/>
            <a:ext cx="3200000" cy="180000"/>
          </a:xfrm>
          <a:prstGeom prst="rect">
            <a:avLst/>
          </a:prstGeom>
          <a:noFill/>
          <a:ln w="12700">
            <a:noFill/>
          </a:ln>
        </p:spPr>
        <p:txBody>
          <a:bodyPr wrap="square" lIns="0" tIns="0" rIns="0" bIns="0" rtlCol="0"/>
          <a:lstStyle/>
          <a:p>
            <a:pPr marL="0" indent="0" algn="l">
              <a:spcAft>
                <a:spcPts val="0"/>
              </a:spcAft>
              <a:buNone/>
            </a:pPr>
            <a:r>
              <a:rPr lang="en-US" sz="1200" b="1">
                <a:solidFill>
                  <a:srgbClr val="005F65"/>
                </a:solidFill>
                <a:latin typeface="Century Gothic" panose="020B0502020202020204" pitchFamily="34" charset="0"/>
              </a:rPr>
              <a:t>Practice / Domain</a:t>
            </a:r>
            <a:endParaRPr lang="en-US" sz="1200">
              <a:solidFill>
                <a:srgbClr val="005F65"/>
              </a:solidFill>
              <a:latin typeface="Century Gothic" panose="020B0502020202020204" pitchFamily="34" charset="0"/>
            </a:endParaRPr>
          </a:p>
        </p:txBody>
      </p:sp>
      <p:sp>
        <p:nvSpPr>
          <p:cNvPr id="12" name="Field 1 Box"/>
          <p:cNvSpPr/>
          <p:nvPr/>
        </p:nvSpPr>
        <p:spPr>
          <a:xfrm>
            <a:off x="4660000" y="1950000"/>
            <a:ext cx="3200000" cy="190000"/>
          </a:xfrm>
          <a:prstGeom prst="rect">
            <a:avLst/>
          </a:prstGeom>
          <a:solidFill>
            <a:srgbClr val="F8FAFB"/>
          </a:solidFill>
          <a:ln w="12700">
            <a:solidFill>
              <a:srgbClr val="D7DCE2"/>
            </a:solidFill>
          </a:ln>
        </p:spPr>
        <p:txBody>
          <a:bodyPr rtlCol="0"/>
          <a:lstStyle/>
          <a:p>
            <a:endParaRPr lang="en-CA">
              <a:latin typeface="Century Gothic" panose="020B0502020202020204" pitchFamily="34" charset="0"/>
            </a:endParaRPr>
          </a:p>
        </p:txBody>
      </p:sp>
      <p:sp>
        <p:nvSpPr>
          <p:cNvPr id="13" name="Field 1 Placeholder"/>
          <p:cNvSpPr txBox="1"/>
          <p:nvPr/>
        </p:nvSpPr>
        <p:spPr>
          <a:xfrm>
            <a:off x="4680000" y="1966000"/>
            <a:ext cx="3160000" cy="140000"/>
          </a:xfrm>
          <a:prstGeom prst="rect">
            <a:avLst/>
          </a:prstGeom>
          <a:noFill/>
          <a:ln w="12700">
            <a:noFill/>
          </a:ln>
        </p:spPr>
        <p:txBody>
          <a:bodyPr wrap="square" lIns="0" tIns="0" rIns="0" bIns="0" rtlCol="0"/>
          <a:lstStyle/>
          <a:p>
            <a:pPr marL="0" indent="0" algn="l">
              <a:spcAft>
                <a:spcPts val="0"/>
              </a:spcAft>
              <a:buNone/>
            </a:pPr>
            <a:r>
              <a:rPr lang="en-US" sz="1100" b="0">
                <a:solidFill>
                  <a:srgbClr val="98A2B3"/>
                </a:solidFill>
                <a:latin typeface="Century Gothic" panose="020B0502020202020204" pitchFamily="34" charset="0"/>
              </a:rPr>
              <a:t>Practice or service line</a:t>
            </a:r>
            <a:endParaRPr lang="en-US" sz="1100">
              <a:solidFill>
                <a:srgbClr val="98A2B3"/>
              </a:solidFill>
              <a:latin typeface="Century Gothic" panose="020B0502020202020204" pitchFamily="34" charset="0"/>
            </a:endParaRPr>
          </a:p>
        </p:txBody>
      </p:sp>
      <p:sp>
        <p:nvSpPr>
          <p:cNvPr id="14" name="Field 2 Label"/>
          <p:cNvSpPr txBox="1"/>
          <p:nvPr/>
        </p:nvSpPr>
        <p:spPr>
          <a:xfrm>
            <a:off x="8080000" y="1760000"/>
            <a:ext cx="3200000" cy="180000"/>
          </a:xfrm>
          <a:prstGeom prst="rect">
            <a:avLst/>
          </a:prstGeom>
          <a:noFill/>
          <a:ln w="12700">
            <a:noFill/>
          </a:ln>
        </p:spPr>
        <p:txBody>
          <a:bodyPr wrap="square" lIns="0" tIns="0" rIns="0" bIns="0" rtlCol="0"/>
          <a:lstStyle/>
          <a:p>
            <a:pPr marL="0" indent="0" algn="l">
              <a:spcAft>
                <a:spcPts val="0"/>
              </a:spcAft>
              <a:buNone/>
            </a:pPr>
            <a:r>
              <a:rPr lang="en-US" sz="1200" b="1">
                <a:solidFill>
                  <a:srgbClr val="005F65"/>
                </a:solidFill>
                <a:latin typeface="Century Gothic" panose="020B0502020202020204" pitchFamily="34" charset="0"/>
              </a:rPr>
              <a:t>Champion</a:t>
            </a:r>
            <a:endParaRPr lang="en-US" sz="1200">
              <a:solidFill>
                <a:srgbClr val="005F65"/>
              </a:solidFill>
              <a:latin typeface="Century Gothic" panose="020B0502020202020204" pitchFamily="34" charset="0"/>
            </a:endParaRPr>
          </a:p>
        </p:txBody>
      </p:sp>
      <p:sp>
        <p:nvSpPr>
          <p:cNvPr id="15" name="Field 2 Box"/>
          <p:cNvSpPr/>
          <p:nvPr/>
        </p:nvSpPr>
        <p:spPr>
          <a:xfrm>
            <a:off x="8080000" y="1950000"/>
            <a:ext cx="3200000" cy="190000"/>
          </a:xfrm>
          <a:prstGeom prst="rect">
            <a:avLst/>
          </a:prstGeom>
          <a:solidFill>
            <a:srgbClr val="F8FAFB"/>
          </a:solidFill>
          <a:ln w="12700">
            <a:solidFill>
              <a:srgbClr val="D7DCE2"/>
            </a:solidFill>
          </a:ln>
        </p:spPr>
        <p:txBody>
          <a:bodyPr rtlCol="0"/>
          <a:lstStyle/>
          <a:p>
            <a:endParaRPr lang="en-CA">
              <a:latin typeface="Century Gothic" panose="020B0502020202020204" pitchFamily="34" charset="0"/>
            </a:endParaRPr>
          </a:p>
        </p:txBody>
      </p:sp>
      <p:sp>
        <p:nvSpPr>
          <p:cNvPr id="16" name="Field 2 Placeholder"/>
          <p:cNvSpPr txBox="1"/>
          <p:nvPr/>
        </p:nvSpPr>
        <p:spPr>
          <a:xfrm>
            <a:off x="8100000" y="1966000"/>
            <a:ext cx="3160000" cy="140000"/>
          </a:xfrm>
          <a:prstGeom prst="rect">
            <a:avLst/>
          </a:prstGeom>
          <a:noFill/>
          <a:ln w="12700">
            <a:noFill/>
          </a:ln>
        </p:spPr>
        <p:txBody>
          <a:bodyPr wrap="square" lIns="0" tIns="0" rIns="0" bIns="0" rtlCol="0"/>
          <a:lstStyle/>
          <a:p>
            <a:pPr marL="0" indent="0" algn="l">
              <a:spcAft>
                <a:spcPts val="0"/>
              </a:spcAft>
              <a:buNone/>
            </a:pPr>
            <a:r>
              <a:rPr lang="en-US" sz="1100" b="0">
                <a:solidFill>
                  <a:srgbClr val="98A2B3"/>
                </a:solidFill>
                <a:latin typeface="Century Gothic" panose="020B0502020202020204" pitchFamily="34" charset="0"/>
              </a:rPr>
              <a:t>Name</a:t>
            </a:r>
            <a:endParaRPr lang="en-US" sz="1100">
              <a:solidFill>
                <a:srgbClr val="98A2B3"/>
              </a:solidFill>
              <a:latin typeface="Century Gothic" panose="020B0502020202020204" pitchFamily="34" charset="0"/>
            </a:endParaRPr>
          </a:p>
        </p:txBody>
      </p:sp>
      <p:sp>
        <p:nvSpPr>
          <p:cNvPr id="17" name="Field 3 Label"/>
          <p:cNvSpPr txBox="1"/>
          <p:nvPr/>
        </p:nvSpPr>
        <p:spPr>
          <a:xfrm>
            <a:off x="4660000" y="2240000"/>
            <a:ext cx="3200000" cy="180000"/>
          </a:xfrm>
          <a:prstGeom prst="rect">
            <a:avLst/>
          </a:prstGeom>
          <a:noFill/>
          <a:ln w="12700">
            <a:noFill/>
          </a:ln>
        </p:spPr>
        <p:txBody>
          <a:bodyPr wrap="square" lIns="0" tIns="0" rIns="0" bIns="0" rtlCol="0"/>
          <a:lstStyle/>
          <a:p>
            <a:pPr marL="0" indent="0" algn="l">
              <a:spcAft>
                <a:spcPts val="0"/>
              </a:spcAft>
              <a:buNone/>
            </a:pPr>
            <a:r>
              <a:rPr lang="en-US" sz="1200" b="1">
                <a:solidFill>
                  <a:srgbClr val="005F65"/>
                </a:solidFill>
                <a:latin typeface="Century Gothic" panose="020B0502020202020204" pitchFamily="34" charset="0"/>
              </a:rPr>
              <a:t>Use Case Title</a:t>
            </a:r>
            <a:endParaRPr lang="en-US" sz="1200">
              <a:solidFill>
                <a:srgbClr val="005F65"/>
              </a:solidFill>
              <a:latin typeface="Century Gothic" panose="020B0502020202020204" pitchFamily="34" charset="0"/>
            </a:endParaRPr>
          </a:p>
        </p:txBody>
      </p:sp>
      <p:sp>
        <p:nvSpPr>
          <p:cNvPr id="18" name="Field 3 Box"/>
          <p:cNvSpPr/>
          <p:nvPr/>
        </p:nvSpPr>
        <p:spPr>
          <a:xfrm>
            <a:off x="4660000" y="2430000"/>
            <a:ext cx="3200000" cy="190000"/>
          </a:xfrm>
          <a:prstGeom prst="rect">
            <a:avLst/>
          </a:prstGeom>
          <a:solidFill>
            <a:srgbClr val="F8FAFB"/>
          </a:solidFill>
          <a:ln w="12700">
            <a:solidFill>
              <a:srgbClr val="D7DCE2"/>
            </a:solidFill>
          </a:ln>
        </p:spPr>
        <p:txBody>
          <a:bodyPr rtlCol="0"/>
          <a:lstStyle/>
          <a:p>
            <a:endParaRPr lang="en-CA">
              <a:latin typeface="Century Gothic" panose="020B0502020202020204" pitchFamily="34" charset="0"/>
            </a:endParaRPr>
          </a:p>
        </p:txBody>
      </p:sp>
      <p:sp>
        <p:nvSpPr>
          <p:cNvPr id="19" name="Field 3 Placeholder"/>
          <p:cNvSpPr txBox="1"/>
          <p:nvPr/>
        </p:nvSpPr>
        <p:spPr>
          <a:xfrm>
            <a:off x="4680000" y="2446000"/>
            <a:ext cx="3160000" cy="140000"/>
          </a:xfrm>
          <a:prstGeom prst="rect">
            <a:avLst/>
          </a:prstGeom>
          <a:noFill/>
          <a:ln w="12700">
            <a:noFill/>
          </a:ln>
        </p:spPr>
        <p:txBody>
          <a:bodyPr wrap="square" lIns="0" tIns="0" rIns="0" bIns="0" rtlCol="0"/>
          <a:lstStyle/>
          <a:p>
            <a:pPr marL="0" indent="0" algn="l">
              <a:spcAft>
                <a:spcPts val="0"/>
              </a:spcAft>
              <a:buNone/>
            </a:pPr>
            <a:r>
              <a:rPr lang="en-US" sz="1100" b="0">
                <a:solidFill>
                  <a:srgbClr val="98A2B3"/>
                </a:solidFill>
                <a:latin typeface="Century Gothic" panose="020B0502020202020204" pitchFamily="34" charset="0"/>
              </a:rPr>
              <a:t>Short working title</a:t>
            </a:r>
            <a:endParaRPr lang="en-US" sz="1100">
              <a:solidFill>
                <a:srgbClr val="98A2B3"/>
              </a:solidFill>
              <a:latin typeface="Century Gothic" panose="020B0502020202020204" pitchFamily="34" charset="0"/>
            </a:endParaRPr>
          </a:p>
        </p:txBody>
      </p:sp>
      <p:sp>
        <p:nvSpPr>
          <p:cNvPr id="20" name="Field 4 Label"/>
          <p:cNvSpPr txBox="1"/>
          <p:nvPr/>
        </p:nvSpPr>
        <p:spPr>
          <a:xfrm>
            <a:off x="8080000" y="2240000"/>
            <a:ext cx="3200000" cy="180000"/>
          </a:xfrm>
          <a:prstGeom prst="rect">
            <a:avLst/>
          </a:prstGeom>
          <a:noFill/>
          <a:ln w="12700">
            <a:noFill/>
          </a:ln>
        </p:spPr>
        <p:txBody>
          <a:bodyPr wrap="square" lIns="0" tIns="0" rIns="0" bIns="0" rtlCol="0"/>
          <a:lstStyle/>
          <a:p>
            <a:pPr marL="0" indent="0" algn="l">
              <a:spcAft>
                <a:spcPts val="0"/>
              </a:spcAft>
              <a:buNone/>
            </a:pPr>
            <a:r>
              <a:rPr lang="en-US" sz="1200" b="1">
                <a:solidFill>
                  <a:srgbClr val="005F65"/>
                </a:solidFill>
                <a:latin typeface="Century Gothic" panose="020B0502020202020204" pitchFamily="34" charset="0"/>
              </a:rPr>
              <a:t>Priority Rank</a:t>
            </a:r>
            <a:endParaRPr lang="en-US" sz="1200">
              <a:solidFill>
                <a:srgbClr val="005F65"/>
              </a:solidFill>
              <a:latin typeface="Century Gothic" panose="020B0502020202020204" pitchFamily="34" charset="0"/>
            </a:endParaRPr>
          </a:p>
        </p:txBody>
      </p:sp>
      <p:sp>
        <p:nvSpPr>
          <p:cNvPr id="21" name="Field 4 Box"/>
          <p:cNvSpPr/>
          <p:nvPr/>
        </p:nvSpPr>
        <p:spPr>
          <a:xfrm>
            <a:off x="8080000" y="2430000"/>
            <a:ext cx="3200000" cy="190000"/>
          </a:xfrm>
          <a:prstGeom prst="rect">
            <a:avLst/>
          </a:prstGeom>
          <a:solidFill>
            <a:srgbClr val="F8FAFB"/>
          </a:solidFill>
          <a:ln w="12700">
            <a:solidFill>
              <a:srgbClr val="D7DCE2"/>
            </a:solidFill>
          </a:ln>
        </p:spPr>
        <p:txBody>
          <a:bodyPr rtlCol="0"/>
          <a:lstStyle/>
          <a:p>
            <a:endParaRPr lang="en-CA">
              <a:latin typeface="Century Gothic" panose="020B0502020202020204" pitchFamily="34" charset="0"/>
            </a:endParaRPr>
          </a:p>
        </p:txBody>
      </p:sp>
      <p:sp>
        <p:nvSpPr>
          <p:cNvPr id="22" name="Field 4 Placeholder"/>
          <p:cNvSpPr txBox="1"/>
          <p:nvPr/>
        </p:nvSpPr>
        <p:spPr>
          <a:xfrm>
            <a:off x="8100000" y="2446000"/>
            <a:ext cx="3160000" cy="140000"/>
          </a:xfrm>
          <a:prstGeom prst="rect">
            <a:avLst/>
          </a:prstGeom>
          <a:noFill/>
          <a:ln w="12700">
            <a:noFill/>
          </a:ln>
        </p:spPr>
        <p:txBody>
          <a:bodyPr wrap="square" lIns="0" tIns="0" rIns="0" bIns="0" rtlCol="0"/>
          <a:lstStyle/>
          <a:p>
            <a:pPr marL="0" indent="0" algn="l">
              <a:spcAft>
                <a:spcPts val="0"/>
              </a:spcAft>
              <a:buNone/>
            </a:pPr>
            <a:r>
              <a:rPr lang="en-US" sz="1100" b="0">
                <a:solidFill>
                  <a:srgbClr val="98A2B3"/>
                </a:solidFill>
                <a:latin typeface="Century Gothic" panose="020B0502020202020204" pitchFamily="34" charset="0"/>
              </a:rPr>
              <a:t>High / Medium / Low or 1-3</a:t>
            </a:r>
            <a:endParaRPr lang="en-US" sz="1100">
              <a:solidFill>
                <a:srgbClr val="98A2B3"/>
              </a:solidFill>
              <a:latin typeface="Century Gothic" panose="020B0502020202020204" pitchFamily="34" charset="0"/>
            </a:endParaRPr>
          </a:p>
        </p:txBody>
      </p:sp>
      <p:sp>
        <p:nvSpPr>
          <p:cNvPr id="23" name="Q1 Box"/>
          <p:cNvSpPr/>
          <p:nvPr/>
        </p:nvSpPr>
        <p:spPr>
          <a:xfrm>
            <a:off x="4660000" y="2840000"/>
            <a:ext cx="6640000" cy="620000"/>
          </a:xfrm>
          <a:prstGeom prst="rect">
            <a:avLst/>
          </a:prstGeom>
          <a:solidFill>
            <a:srgbClr val="F8FAFB"/>
          </a:solidFill>
          <a:ln w="12700">
            <a:solidFill>
              <a:srgbClr val="D7DCE2"/>
            </a:solidFill>
          </a:ln>
        </p:spPr>
        <p:txBody>
          <a:bodyPr rtlCol="0"/>
          <a:lstStyle/>
          <a:p>
            <a:endParaRPr lang="en-CA">
              <a:latin typeface="Century Gothic" panose="020B0502020202020204" pitchFamily="34" charset="0"/>
            </a:endParaRPr>
          </a:p>
        </p:txBody>
      </p:sp>
      <p:sp>
        <p:nvSpPr>
          <p:cNvPr id="24" name="Q1 Title"/>
          <p:cNvSpPr txBox="1"/>
          <p:nvPr/>
        </p:nvSpPr>
        <p:spPr>
          <a:xfrm>
            <a:off x="4860000" y="2900000"/>
            <a:ext cx="6300000" cy="150000"/>
          </a:xfrm>
          <a:prstGeom prst="rect">
            <a:avLst/>
          </a:prstGeom>
          <a:noFill/>
          <a:ln w="12700">
            <a:noFill/>
          </a:ln>
        </p:spPr>
        <p:txBody>
          <a:bodyPr wrap="square" lIns="0" tIns="0" rIns="0" bIns="0" rtlCol="0"/>
          <a:lstStyle/>
          <a:p>
            <a:pPr marL="0" indent="0" algn="l">
              <a:spcAft>
                <a:spcPts val="0"/>
              </a:spcAft>
              <a:buNone/>
            </a:pPr>
            <a:r>
              <a:rPr lang="en-US" sz="1300" b="1">
                <a:solidFill>
                  <a:srgbClr val="283042"/>
                </a:solidFill>
                <a:latin typeface="Century Gothic" panose="020B0502020202020204" pitchFamily="34" charset="0"/>
              </a:rPr>
              <a:t>1. What is the pain?</a:t>
            </a:r>
            <a:endParaRPr lang="en-US" sz="1300">
              <a:solidFill>
                <a:srgbClr val="283042"/>
              </a:solidFill>
              <a:latin typeface="Century Gothic" panose="020B0502020202020204" pitchFamily="34" charset="0"/>
            </a:endParaRPr>
          </a:p>
        </p:txBody>
      </p:sp>
      <p:sp>
        <p:nvSpPr>
          <p:cNvPr id="25" name="Q1 Sub"/>
          <p:cNvSpPr txBox="1"/>
          <p:nvPr/>
        </p:nvSpPr>
        <p:spPr>
          <a:xfrm>
            <a:off x="4860000" y="3050000"/>
            <a:ext cx="6300000" cy="120000"/>
          </a:xfrm>
          <a:prstGeom prst="rect">
            <a:avLst/>
          </a:prstGeom>
          <a:noFill/>
          <a:ln w="12700">
            <a:noFill/>
          </a:ln>
        </p:spPr>
        <p:txBody>
          <a:bodyPr wrap="square" lIns="0" tIns="0" rIns="0" bIns="0" rtlCol="0"/>
          <a:lstStyle/>
          <a:p>
            <a:pPr marL="0" indent="0" algn="l">
              <a:spcAft>
                <a:spcPts val="0"/>
              </a:spcAft>
              <a:buNone/>
            </a:pPr>
            <a:r>
              <a:rPr lang="en-US" sz="1120" b="0">
                <a:solidFill>
                  <a:srgbClr val="667085"/>
                </a:solidFill>
                <a:latin typeface="Century Gothic" panose="020B0502020202020204" pitchFamily="34" charset="0"/>
              </a:rPr>
              <a:t>Describe the problem in plain language.</a:t>
            </a:r>
            <a:endParaRPr lang="en-US" sz="1120">
              <a:solidFill>
                <a:srgbClr val="667085"/>
              </a:solidFill>
              <a:latin typeface="Century Gothic" panose="020B0502020202020204" pitchFamily="34" charset="0"/>
            </a:endParaRPr>
          </a:p>
        </p:txBody>
      </p:sp>
      <p:sp>
        <p:nvSpPr>
          <p:cNvPr id="26" name="Q1 AnswerLine"/>
          <p:cNvSpPr/>
          <p:nvPr/>
        </p:nvSpPr>
        <p:spPr>
          <a:xfrm>
            <a:off x="4860000" y="3250000"/>
            <a:ext cx="6200000" cy="30000"/>
          </a:xfrm>
          <a:prstGeom prst="rect">
            <a:avLst/>
          </a:prstGeom>
          <a:solidFill>
            <a:srgbClr val="BFC7D1"/>
          </a:solidFill>
          <a:ln w="12700">
            <a:solidFill>
              <a:srgbClr val="BFC7D1"/>
            </a:solidFill>
          </a:ln>
        </p:spPr>
        <p:txBody>
          <a:bodyPr rtlCol="0"/>
          <a:lstStyle/>
          <a:p>
            <a:endParaRPr lang="en-CA">
              <a:latin typeface="Century Gothic" panose="020B0502020202020204" pitchFamily="34" charset="0"/>
            </a:endParaRPr>
          </a:p>
        </p:txBody>
      </p:sp>
      <p:sp>
        <p:nvSpPr>
          <p:cNvPr id="27" name="Q2 Box"/>
          <p:cNvSpPr/>
          <p:nvPr/>
        </p:nvSpPr>
        <p:spPr>
          <a:xfrm>
            <a:off x="4660000" y="3610000"/>
            <a:ext cx="6640000" cy="620000"/>
          </a:xfrm>
          <a:prstGeom prst="rect">
            <a:avLst/>
          </a:prstGeom>
          <a:solidFill>
            <a:srgbClr val="F8FAFB"/>
          </a:solidFill>
          <a:ln w="12700">
            <a:solidFill>
              <a:srgbClr val="D7DCE2"/>
            </a:solidFill>
          </a:ln>
        </p:spPr>
        <p:txBody>
          <a:bodyPr rtlCol="0"/>
          <a:lstStyle/>
          <a:p>
            <a:endParaRPr lang="en-CA">
              <a:latin typeface="Century Gothic" panose="020B0502020202020204" pitchFamily="34" charset="0"/>
            </a:endParaRPr>
          </a:p>
        </p:txBody>
      </p:sp>
      <p:sp>
        <p:nvSpPr>
          <p:cNvPr id="28" name="Q2 Title"/>
          <p:cNvSpPr txBox="1"/>
          <p:nvPr/>
        </p:nvSpPr>
        <p:spPr>
          <a:xfrm>
            <a:off x="4860000" y="3670000"/>
            <a:ext cx="6300000" cy="150000"/>
          </a:xfrm>
          <a:prstGeom prst="rect">
            <a:avLst/>
          </a:prstGeom>
          <a:noFill/>
          <a:ln w="12700">
            <a:noFill/>
          </a:ln>
        </p:spPr>
        <p:txBody>
          <a:bodyPr wrap="square" lIns="0" tIns="0" rIns="0" bIns="0" rtlCol="0"/>
          <a:lstStyle/>
          <a:p>
            <a:pPr marL="0" indent="0" algn="l">
              <a:spcAft>
                <a:spcPts val="0"/>
              </a:spcAft>
              <a:buNone/>
            </a:pPr>
            <a:r>
              <a:rPr lang="en-US" sz="1300" b="1">
                <a:solidFill>
                  <a:srgbClr val="283042"/>
                </a:solidFill>
                <a:latin typeface="Century Gothic" panose="020B0502020202020204" pitchFamily="34" charset="0"/>
              </a:rPr>
              <a:t>2. Who feels it?</a:t>
            </a:r>
            <a:endParaRPr lang="en-US" sz="1300">
              <a:solidFill>
                <a:srgbClr val="283042"/>
              </a:solidFill>
              <a:latin typeface="Century Gothic" panose="020B0502020202020204" pitchFamily="34" charset="0"/>
            </a:endParaRPr>
          </a:p>
        </p:txBody>
      </p:sp>
      <p:sp>
        <p:nvSpPr>
          <p:cNvPr id="29" name="Q2 Sub"/>
          <p:cNvSpPr txBox="1"/>
          <p:nvPr/>
        </p:nvSpPr>
        <p:spPr>
          <a:xfrm>
            <a:off x="4860000" y="3820000"/>
            <a:ext cx="6300000" cy="120000"/>
          </a:xfrm>
          <a:prstGeom prst="rect">
            <a:avLst/>
          </a:prstGeom>
          <a:noFill/>
          <a:ln w="12700">
            <a:noFill/>
          </a:ln>
        </p:spPr>
        <p:txBody>
          <a:bodyPr wrap="square" lIns="0" tIns="0" rIns="0" bIns="0" rtlCol="0"/>
          <a:lstStyle/>
          <a:p>
            <a:pPr marL="0" indent="0" algn="l">
              <a:spcAft>
                <a:spcPts val="0"/>
              </a:spcAft>
              <a:buNone/>
            </a:pPr>
            <a:r>
              <a:rPr lang="en-US" sz="1120" b="0">
                <a:solidFill>
                  <a:srgbClr val="667085"/>
                </a:solidFill>
                <a:latin typeface="Century Gothic" panose="020B0502020202020204" pitchFamily="34" charset="0"/>
              </a:rPr>
              <a:t>Name the buyer, user, or team impacted.</a:t>
            </a:r>
            <a:endParaRPr lang="en-US" sz="1120">
              <a:solidFill>
                <a:srgbClr val="667085"/>
              </a:solidFill>
              <a:latin typeface="Century Gothic" panose="020B0502020202020204" pitchFamily="34" charset="0"/>
            </a:endParaRPr>
          </a:p>
        </p:txBody>
      </p:sp>
      <p:sp>
        <p:nvSpPr>
          <p:cNvPr id="30" name="Q2 AnswerLine"/>
          <p:cNvSpPr/>
          <p:nvPr/>
        </p:nvSpPr>
        <p:spPr>
          <a:xfrm>
            <a:off x="4860000" y="4020000"/>
            <a:ext cx="6200000" cy="30000"/>
          </a:xfrm>
          <a:prstGeom prst="rect">
            <a:avLst/>
          </a:prstGeom>
          <a:solidFill>
            <a:srgbClr val="BFC7D1"/>
          </a:solidFill>
          <a:ln w="12700">
            <a:solidFill>
              <a:srgbClr val="BFC7D1"/>
            </a:solidFill>
          </a:ln>
        </p:spPr>
        <p:txBody>
          <a:bodyPr rtlCol="0"/>
          <a:lstStyle/>
          <a:p>
            <a:endParaRPr lang="en-CA">
              <a:latin typeface="Century Gothic" panose="020B0502020202020204" pitchFamily="34" charset="0"/>
            </a:endParaRPr>
          </a:p>
        </p:txBody>
      </p:sp>
      <p:sp>
        <p:nvSpPr>
          <p:cNvPr id="31" name="Q3 Box"/>
          <p:cNvSpPr/>
          <p:nvPr/>
        </p:nvSpPr>
        <p:spPr>
          <a:xfrm>
            <a:off x="4660000" y="4380000"/>
            <a:ext cx="6640000" cy="620000"/>
          </a:xfrm>
          <a:prstGeom prst="rect">
            <a:avLst/>
          </a:prstGeom>
          <a:solidFill>
            <a:srgbClr val="F8FAFB"/>
          </a:solidFill>
          <a:ln w="12700">
            <a:solidFill>
              <a:srgbClr val="D7DCE2"/>
            </a:solidFill>
          </a:ln>
        </p:spPr>
        <p:txBody>
          <a:bodyPr rtlCol="0"/>
          <a:lstStyle/>
          <a:p>
            <a:endParaRPr lang="en-CA">
              <a:latin typeface="Century Gothic" panose="020B0502020202020204" pitchFamily="34" charset="0"/>
            </a:endParaRPr>
          </a:p>
        </p:txBody>
      </p:sp>
      <p:sp>
        <p:nvSpPr>
          <p:cNvPr id="32" name="Q3 Title"/>
          <p:cNvSpPr txBox="1"/>
          <p:nvPr/>
        </p:nvSpPr>
        <p:spPr>
          <a:xfrm>
            <a:off x="4860000" y="4440000"/>
            <a:ext cx="6300000" cy="150000"/>
          </a:xfrm>
          <a:prstGeom prst="rect">
            <a:avLst/>
          </a:prstGeom>
          <a:noFill/>
          <a:ln w="12700">
            <a:noFill/>
          </a:ln>
        </p:spPr>
        <p:txBody>
          <a:bodyPr wrap="square" lIns="0" tIns="0" rIns="0" bIns="0" rtlCol="0"/>
          <a:lstStyle/>
          <a:p>
            <a:pPr marL="0" indent="0" algn="l">
              <a:spcAft>
                <a:spcPts val="0"/>
              </a:spcAft>
              <a:buNone/>
            </a:pPr>
            <a:r>
              <a:rPr lang="en-US" sz="1300" b="1">
                <a:solidFill>
                  <a:srgbClr val="283042"/>
                </a:solidFill>
                <a:latin typeface="Century Gothic" panose="020B0502020202020204" pitchFamily="34" charset="0"/>
              </a:rPr>
              <a:t>3. Why does it matter?</a:t>
            </a:r>
            <a:endParaRPr lang="en-US" sz="1300">
              <a:solidFill>
                <a:srgbClr val="283042"/>
              </a:solidFill>
              <a:latin typeface="Century Gothic" panose="020B0502020202020204" pitchFamily="34" charset="0"/>
            </a:endParaRPr>
          </a:p>
        </p:txBody>
      </p:sp>
      <p:sp>
        <p:nvSpPr>
          <p:cNvPr id="33" name="Q3 Sub"/>
          <p:cNvSpPr txBox="1"/>
          <p:nvPr/>
        </p:nvSpPr>
        <p:spPr>
          <a:xfrm>
            <a:off x="4860000" y="4590000"/>
            <a:ext cx="6300000" cy="120000"/>
          </a:xfrm>
          <a:prstGeom prst="rect">
            <a:avLst/>
          </a:prstGeom>
          <a:noFill/>
          <a:ln w="12700">
            <a:noFill/>
          </a:ln>
        </p:spPr>
        <p:txBody>
          <a:bodyPr wrap="square" lIns="0" tIns="0" rIns="0" bIns="0" rtlCol="0"/>
          <a:lstStyle/>
          <a:p>
            <a:pPr marL="0" indent="0" algn="l">
              <a:spcAft>
                <a:spcPts val="0"/>
              </a:spcAft>
              <a:buNone/>
            </a:pPr>
            <a:r>
              <a:rPr lang="en-US" sz="1120" b="0">
                <a:solidFill>
                  <a:srgbClr val="667085"/>
                </a:solidFill>
                <a:latin typeface="Century Gothic" panose="020B0502020202020204" pitchFamily="34" charset="0"/>
              </a:rPr>
              <a:t>Capture the cost, time, risk, error, or client impact.</a:t>
            </a:r>
            <a:endParaRPr lang="en-US" sz="1120">
              <a:solidFill>
                <a:srgbClr val="667085"/>
              </a:solidFill>
              <a:latin typeface="Century Gothic" panose="020B0502020202020204" pitchFamily="34" charset="0"/>
            </a:endParaRPr>
          </a:p>
        </p:txBody>
      </p:sp>
      <p:sp>
        <p:nvSpPr>
          <p:cNvPr id="34" name="Q3 AnswerLine"/>
          <p:cNvSpPr/>
          <p:nvPr/>
        </p:nvSpPr>
        <p:spPr>
          <a:xfrm>
            <a:off x="4860000" y="4790000"/>
            <a:ext cx="6200000" cy="30000"/>
          </a:xfrm>
          <a:prstGeom prst="rect">
            <a:avLst/>
          </a:prstGeom>
          <a:solidFill>
            <a:srgbClr val="BFC7D1"/>
          </a:solidFill>
          <a:ln w="12700">
            <a:solidFill>
              <a:srgbClr val="BFC7D1"/>
            </a:solidFill>
          </a:ln>
        </p:spPr>
        <p:txBody>
          <a:bodyPr rtlCol="0"/>
          <a:lstStyle/>
          <a:p>
            <a:endParaRPr lang="en-CA">
              <a:latin typeface="Century Gothic" panose="020B0502020202020204" pitchFamily="34" charset="0"/>
            </a:endParaRPr>
          </a:p>
        </p:txBody>
      </p:sp>
      <p:sp>
        <p:nvSpPr>
          <p:cNvPr id="35" name="Q4 Box"/>
          <p:cNvSpPr/>
          <p:nvPr/>
        </p:nvSpPr>
        <p:spPr>
          <a:xfrm>
            <a:off x="4660000" y="5150000"/>
            <a:ext cx="6640000" cy="620000"/>
          </a:xfrm>
          <a:prstGeom prst="rect">
            <a:avLst/>
          </a:prstGeom>
          <a:solidFill>
            <a:srgbClr val="F8FAFB"/>
          </a:solidFill>
          <a:ln w="12700">
            <a:solidFill>
              <a:srgbClr val="D7DCE2"/>
            </a:solidFill>
          </a:ln>
        </p:spPr>
        <p:txBody>
          <a:bodyPr rtlCol="0"/>
          <a:lstStyle/>
          <a:p>
            <a:endParaRPr lang="en-CA">
              <a:latin typeface="Century Gothic" panose="020B0502020202020204" pitchFamily="34" charset="0"/>
            </a:endParaRPr>
          </a:p>
        </p:txBody>
      </p:sp>
      <p:sp>
        <p:nvSpPr>
          <p:cNvPr id="36" name="Q4 Title"/>
          <p:cNvSpPr txBox="1"/>
          <p:nvPr/>
        </p:nvSpPr>
        <p:spPr>
          <a:xfrm>
            <a:off x="4860000" y="5210000"/>
            <a:ext cx="6300000" cy="150000"/>
          </a:xfrm>
          <a:prstGeom prst="rect">
            <a:avLst/>
          </a:prstGeom>
          <a:noFill/>
          <a:ln w="12700">
            <a:noFill/>
          </a:ln>
        </p:spPr>
        <p:txBody>
          <a:bodyPr wrap="square" lIns="0" tIns="0" rIns="0" bIns="0" rtlCol="0"/>
          <a:lstStyle/>
          <a:p>
            <a:pPr marL="0" indent="0" algn="l">
              <a:spcAft>
                <a:spcPts val="0"/>
              </a:spcAft>
              <a:buNone/>
            </a:pPr>
            <a:r>
              <a:rPr lang="en-US" sz="1300" b="1">
                <a:solidFill>
                  <a:srgbClr val="283042"/>
                </a:solidFill>
                <a:latin typeface="Century Gothic" panose="020B0502020202020204" pitchFamily="34" charset="0"/>
              </a:rPr>
              <a:t>4. Why is it still unsolved today?</a:t>
            </a:r>
            <a:endParaRPr lang="en-US" sz="1300">
              <a:solidFill>
                <a:srgbClr val="283042"/>
              </a:solidFill>
              <a:latin typeface="Century Gothic" panose="020B0502020202020204" pitchFamily="34" charset="0"/>
            </a:endParaRPr>
          </a:p>
        </p:txBody>
      </p:sp>
      <p:sp>
        <p:nvSpPr>
          <p:cNvPr id="37" name="Q4 Sub"/>
          <p:cNvSpPr txBox="1"/>
          <p:nvPr/>
        </p:nvSpPr>
        <p:spPr>
          <a:xfrm>
            <a:off x="4860000" y="5360000"/>
            <a:ext cx="6300000" cy="120000"/>
          </a:xfrm>
          <a:prstGeom prst="rect">
            <a:avLst/>
          </a:prstGeom>
          <a:noFill/>
          <a:ln w="12700">
            <a:noFill/>
          </a:ln>
        </p:spPr>
        <p:txBody>
          <a:bodyPr wrap="square" lIns="0" tIns="0" rIns="0" bIns="0" rtlCol="0"/>
          <a:lstStyle/>
          <a:p>
            <a:pPr marL="0" indent="0" algn="l">
              <a:spcAft>
                <a:spcPts val="0"/>
              </a:spcAft>
              <a:buNone/>
            </a:pPr>
            <a:r>
              <a:rPr lang="en-US" sz="1120" b="0">
                <a:solidFill>
                  <a:srgbClr val="667085"/>
                </a:solidFill>
                <a:latin typeface="Century Gothic" panose="020B0502020202020204" pitchFamily="34" charset="0"/>
              </a:rPr>
              <a:t>Note blockers such as data, process, tooling, governance, or fragmentation.</a:t>
            </a:r>
            <a:endParaRPr lang="en-US" sz="1120">
              <a:solidFill>
                <a:srgbClr val="667085"/>
              </a:solidFill>
              <a:latin typeface="Century Gothic" panose="020B0502020202020204" pitchFamily="34" charset="0"/>
            </a:endParaRPr>
          </a:p>
        </p:txBody>
      </p:sp>
      <p:sp>
        <p:nvSpPr>
          <p:cNvPr id="38" name="Q4 AnswerLine"/>
          <p:cNvSpPr/>
          <p:nvPr/>
        </p:nvSpPr>
        <p:spPr>
          <a:xfrm>
            <a:off x="4860000" y="5560000"/>
            <a:ext cx="6200000" cy="30000"/>
          </a:xfrm>
          <a:prstGeom prst="rect">
            <a:avLst/>
          </a:prstGeom>
          <a:solidFill>
            <a:srgbClr val="BFC7D1"/>
          </a:solidFill>
          <a:ln w="12700">
            <a:solidFill>
              <a:srgbClr val="BFC7D1"/>
            </a:solidFill>
          </a:ln>
        </p:spPr>
        <p:txBody>
          <a:bodyPr rtlCol="0"/>
          <a:lstStyle/>
          <a:p>
            <a:endParaRPr lang="en-CA">
              <a:latin typeface="Century Gothic" panose="020B0502020202020204" pitchFamily="34" charset="0"/>
            </a:endParaRPr>
          </a:p>
        </p:txBody>
      </p:sp>
    </p:spTree>
    <p:extLst>
      <p:ext uri="{BB962C8B-B14F-4D97-AF65-F5344CB8AC3E}">
        <p14:creationId xmlns:p14="http://schemas.microsoft.com/office/powerpoint/2010/main" val="3161460204"/>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418573" y="330000"/>
            <a:ext cx="11200000" cy="420000"/>
          </a:xfrm>
          <a:prstGeom prst="rect">
            <a:avLst/>
          </a:prstGeom>
          <a:noFill/>
          <a:ln w="12700">
            <a:noFill/>
          </a:ln>
        </p:spPr>
        <p:txBody>
          <a:bodyPr wrap="square" lIns="0" tIns="0" rIns="0" bIns="0" rtlCol="0"/>
          <a:lstStyle/>
          <a:p>
            <a:pPr marL="0" indent="0" algn="l">
              <a:spcAft>
                <a:spcPts val="0"/>
              </a:spcAft>
              <a:buNone/>
            </a:pPr>
            <a:r>
              <a:rPr lang="en-US" sz="2400" b="0" dirty="0">
                <a:solidFill>
                  <a:srgbClr val="283042"/>
                </a:solidFill>
                <a:latin typeface="Century Gothic" panose="020B0502020202020204" pitchFamily="34" charset="0"/>
              </a:rPr>
              <a:t>AI Infusion Process Roadmap: Embedding AI into Delivery</a:t>
            </a:r>
            <a:endParaRPr lang="en-US" sz="2400" dirty="0">
              <a:solidFill>
                <a:srgbClr val="283042"/>
              </a:solidFill>
              <a:latin typeface="Century Gothic" panose="020B0502020202020204" pitchFamily="34" charset="0"/>
            </a:endParaRPr>
          </a:p>
        </p:txBody>
      </p:sp>
      <p:sp>
        <p:nvSpPr>
          <p:cNvPr id="3" name="Subtitle"/>
          <p:cNvSpPr txBox="1"/>
          <p:nvPr/>
        </p:nvSpPr>
        <p:spPr>
          <a:xfrm>
            <a:off x="413989" y="728855"/>
            <a:ext cx="11200000" cy="260000"/>
          </a:xfrm>
          <a:prstGeom prst="rect">
            <a:avLst/>
          </a:prstGeom>
          <a:noFill/>
          <a:ln w="12700">
            <a:noFill/>
          </a:ln>
        </p:spPr>
        <p:txBody>
          <a:bodyPr wrap="square" lIns="0" tIns="0" rIns="0" bIns="0" rtlCol="0"/>
          <a:lstStyle/>
          <a:p>
            <a:pPr marL="0" indent="0" algn="l">
              <a:spcAft>
                <a:spcPts val="0"/>
              </a:spcAft>
              <a:buNone/>
            </a:pPr>
            <a:r>
              <a:rPr lang="en-US" sz="1600" dirty="0">
                <a:solidFill>
                  <a:srgbClr val="667085"/>
                </a:solidFill>
                <a:latin typeface="Century Gothic" panose="020B0502020202020204" pitchFamily="34" charset="0"/>
              </a:rPr>
              <a:t>H</a:t>
            </a:r>
            <a:r>
              <a:rPr lang="en-US" sz="1600" b="0" dirty="0">
                <a:solidFill>
                  <a:srgbClr val="667085"/>
                </a:solidFill>
                <a:latin typeface="Century Gothic" panose="020B0502020202020204" pitchFamily="34" charset="0"/>
              </a:rPr>
              <a:t>ow AI Infusion champions work with delivery, AI engineers, and sales teams to create impact with AI</a:t>
            </a:r>
            <a:endParaRPr lang="en-US" sz="1600" dirty="0">
              <a:solidFill>
                <a:srgbClr val="667085"/>
              </a:solidFill>
              <a:latin typeface="Century Gothic" panose="020B0502020202020204" pitchFamily="34" charset="0"/>
            </a:endParaRPr>
          </a:p>
        </p:txBody>
      </p:sp>
      <p:sp>
        <p:nvSpPr>
          <p:cNvPr id="5" name="Arrow 1"/>
          <p:cNvSpPr/>
          <p:nvPr/>
        </p:nvSpPr>
        <p:spPr>
          <a:xfrm>
            <a:off x="3200000" y="3370000"/>
            <a:ext cx="120000" cy="120000"/>
          </a:xfrm>
          <a:prstGeom prst="rightArrow">
            <a:avLst/>
          </a:prstGeom>
          <a:solidFill>
            <a:srgbClr val="D6DBE1"/>
          </a:solidFill>
          <a:ln w="12700">
            <a:solidFill>
              <a:srgbClr val="D6DBE1"/>
            </a:solidFill>
          </a:ln>
        </p:spPr>
        <p:txBody>
          <a:bodyPr rtlCol="0"/>
          <a:lstStyle/>
          <a:p>
            <a:endParaRPr>
              <a:latin typeface="Century Gothic" panose="020B0502020202020204" pitchFamily="34" charset="0"/>
            </a:endParaRPr>
          </a:p>
        </p:txBody>
      </p:sp>
      <p:sp>
        <p:nvSpPr>
          <p:cNvPr id="6" name="Card 1 Body"/>
          <p:cNvSpPr/>
          <p:nvPr/>
        </p:nvSpPr>
        <p:spPr>
          <a:xfrm>
            <a:off x="420000" y="1550000"/>
            <a:ext cx="2750000" cy="4200000"/>
          </a:xfrm>
          <a:prstGeom prst="rect">
            <a:avLst/>
          </a:prstGeom>
          <a:solidFill>
            <a:srgbClr val="F7F8FA"/>
          </a:solidFill>
          <a:ln w="12700">
            <a:solidFill>
              <a:srgbClr val="E5E7EB"/>
            </a:solidFill>
          </a:ln>
        </p:spPr>
        <p:txBody>
          <a:bodyPr rtlCol="0"/>
          <a:lstStyle/>
          <a:p>
            <a:endParaRPr>
              <a:latin typeface="Century Gothic" panose="020B0502020202020204" pitchFamily="34" charset="0"/>
            </a:endParaRPr>
          </a:p>
        </p:txBody>
      </p:sp>
      <p:sp>
        <p:nvSpPr>
          <p:cNvPr id="7" name="Card 1 Band"/>
          <p:cNvSpPr/>
          <p:nvPr/>
        </p:nvSpPr>
        <p:spPr>
          <a:xfrm>
            <a:off x="420000" y="1550000"/>
            <a:ext cx="2750000" cy="430000"/>
          </a:xfrm>
          <a:prstGeom prst="rect">
            <a:avLst/>
          </a:prstGeom>
          <a:solidFill>
            <a:srgbClr val="10889B"/>
          </a:solidFill>
          <a:ln w="12700">
            <a:solidFill>
              <a:srgbClr val="10889B"/>
            </a:solidFill>
          </a:ln>
        </p:spPr>
        <p:txBody>
          <a:bodyPr rtlCol="0"/>
          <a:lstStyle/>
          <a:p>
            <a:endParaRPr>
              <a:latin typeface="Century Gothic" panose="020B0502020202020204" pitchFamily="34" charset="0"/>
            </a:endParaRPr>
          </a:p>
        </p:txBody>
      </p:sp>
      <p:sp>
        <p:nvSpPr>
          <p:cNvPr id="8" name="Card 1 Circle"/>
          <p:cNvSpPr/>
          <p:nvPr/>
        </p:nvSpPr>
        <p:spPr>
          <a:xfrm>
            <a:off x="1455000" y="1320000"/>
            <a:ext cx="680000" cy="680000"/>
          </a:xfrm>
          <a:prstGeom prst="ellipse">
            <a:avLst/>
          </a:prstGeom>
          <a:solidFill>
            <a:srgbClr val="10889B"/>
          </a:solidFill>
          <a:ln w="12700">
            <a:solidFill>
              <a:srgbClr val="FFFFFF"/>
            </a:solidFill>
          </a:ln>
        </p:spPr>
        <p:txBody>
          <a:bodyPr rtlCol="0"/>
          <a:lstStyle/>
          <a:p>
            <a:endParaRPr>
              <a:latin typeface="Century Gothic" panose="020B0502020202020204" pitchFamily="34" charset="0"/>
            </a:endParaRPr>
          </a:p>
        </p:txBody>
      </p:sp>
      <p:sp>
        <p:nvSpPr>
          <p:cNvPr id="9" name="Card 1 Number"/>
          <p:cNvSpPr txBox="1"/>
          <p:nvPr/>
        </p:nvSpPr>
        <p:spPr>
          <a:xfrm>
            <a:off x="540000" y="1610000"/>
            <a:ext cx="260000" cy="240000"/>
          </a:xfrm>
          <a:prstGeom prst="rect">
            <a:avLst/>
          </a:prstGeom>
          <a:noFill/>
          <a:ln w="12700">
            <a:noFill/>
          </a:ln>
        </p:spPr>
        <p:txBody>
          <a:bodyPr wrap="square" lIns="0" tIns="0" rIns="0" bIns="0" rtlCol="0"/>
          <a:lstStyle/>
          <a:p>
            <a:pPr marL="0" indent="0" algn="ctr">
              <a:spcAft>
                <a:spcPts val="0"/>
              </a:spcAft>
              <a:buNone/>
            </a:pPr>
            <a:r>
              <a:rPr lang="en-US" sz="1600" b="1">
                <a:solidFill>
                  <a:srgbClr val="FFFFFF"/>
                </a:solidFill>
                <a:latin typeface="Century Gothic" panose="020B0502020202020204" pitchFamily="34" charset="0"/>
              </a:rPr>
              <a:t>1</a:t>
            </a:r>
            <a:endParaRPr lang="en-US" sz="1600">
              <a:solidFill>
                <a:srgbClr val="FFFFFF"/>
              </a:solidFill>
              <a:latin typeface="Century Gothic" panose="020B0502020202020204" pitchFamily="34" charset="0"/>
            </a:endParaRPr>
          </a:p>
        </p:txBody>
      </p:sp>
      <p:sp>
        <p:nvSpPr>
          <p:cNvPr id="10" name="Card 1 Icon"/>
          <p:cNvSpPr txBox="1"/>
          <p:nvPr/>
        </p:nvSpPr>
        <p:spPr>
          <a:xfrm>
            <a:off x="1525000" y="1490000"/>
            <a:ext cx="540000" cy="320000"/>
          </a:xfrm>
          <a:prstGeom prst="rect">
            <a:avLst/>
          </a:prstGeom>
          <a:noFill/>
          <a:ln w="12700">
            <a:noFill/>
          </a:ln>
        </p:spPr>
        <p:txBody>
          <a:bodyPr wrap="square" lIns="0" tIns="0" rIns="0" bIns="0" rtlCol="0"/>
          <a:lstStyle/>
          <a:p>
            <a:pPr marL="0" indent="0" algn="ctr">
              <a:spcAft>
                <a:spcPts val="0"/>
              </a:spcAft>
              <a:buNone/>
            </a:pPr>
            <a:r>
              <a:rPr lang="en-US" sz="2400" b="0" dirty="0">
                <a:solidFill>
                  <a:srgbClr val="FFFFFF"/>
                </a:solidFill>
                <a:latin typeface="Century Gothic" panose="020B0502020202020204" pitchFamily="34" charset="0"/>
              </a:rPr>
              <a:t>!</a:t>
            </a:r>
            <a:endParaRPr lang="en-US" sz="2400" dirty="0">
              <a:solidFill>
                <a:srgbClr val="FFFFFF"/>
              </a:solidFill>
              <a:latin typeface="Century Gothic" panose="020B0502020202020204" pitchFamily="34" charset="0"/>
            </a:endParaRPr>
          </a:p>
        </p:txBody>
      </p:sp>
      <p:sp>
        <p:nvSpPr>
          <p:cNvPr id="11" name="Card 1 Title"/>
          <p:cNvSpPr txBox="1"/>
          <p:nvPr/>
        </p:nvSpPr>
        <p:spPr>
          <a:xfrm>
            <a:off x="550000" y="2200000"/>
            <a:ext cx="2490000" cy="520000"/>
          </a:xfrm>
          <a:prstGeom prst="rect">
            <a:avLst/>
          </a:prstGeom>
          <a:noFill/>
          <a:ln w="12700">
            <a:noFill/>
          </a:ln>
        </p:spPr>
        <p:txBody>
          <a:bodyPr wrap="square" lIns="0" tIns="0" rIns="0" bIns="0" rtlCol="0"/>
          <a:lstStyle/>
          <a:p>
            <a:pPr marL="0" indent="0" algn="l">
              <a:spcAft>
                <a:spcPts val="50"/>
              </a:spcAft>
              <a:buNone/>
            </a:pPr>
            <a:r>
              <a:rPr lang="en-US" sz="1700" b="1" dirty="0">
                <a:solidFill>
                  <a:srgbClr val="111827"/>
                </a:solidFill>
                <a:latin typeface="Century Gothic" panose="020B0502020202020204" pitchFamily="34" charset="0"/>
              </a:rPr>
              <a:t>Identify Delivery</a:t>
            </a:r>
            <a:endParaRPr lang="en-US" sz="1700" dirty="0">
              <a:solidFill>
                <a:srgbClr val="111827"/>
              </a:solidFill>
              <a:latin typeface="Century Gothic" panose="020B0502020202020204" pitchFamily="34" charset="0"/>
            </a:endParaRPr>
          </a:p>
          <a:p>
            <a:pPr marL="0" indent="0" algn="l">
              <a:spcAft>
                <a:spcPts val="50"/>
              </a:spcAft>
              <a:buNone/>
            </a:pPr>
            <a:r>
              <a:rPr lang="en-US" sz="1700" b="1" dirty="0">
                <a:solidFill>
                  <a:srgbClr val="111827"/>
                </a:solidFill>
                <a:latin typeface="Century Gothic" panose="020B0502020202020204" pitchFamily="34" charset="0"/>
              </a:rPr>
              <a:t>Opportunity</a:t>
            </a:r>
            <a:endParaRPr lang="en-US" sz="1700" dirty="0">
              <a:solidFill>
                <a:srgbClr val="111827"/>
              </a:solidFill>
              <a:latin typeface="Century Gothic" panose="020B0502020202020204" pitchFamily="34" charset="0"/>
            </a:endParaRPr>
          </a:p>
        </p:txBody>
      </p:sp>
      <p:sp>
        <p:nvSpPr>
          <p:cNvPr id="12" name="Card 1 Sub"/>
          <p:cNvSpPr txBox="1"/>
          <p:nvPr/>
        </p:nvSpPr>
        <p:spPr>
          <a:xfrm>
            <a:off x="550000" y="2780000"/>
            <a:ext cx="2490000" cy="320000"/>
          </a:xfrm>
          <a:prstGeom prst="rect">
            <a:avLst/>
          </a:prstGeom>
          <a:noFill/>
          <a:ln w="12700">
            <a:noFill/>
          </a:ln>
        </p:spPr>
        <p:txBody>
          <a:bodyPr wrap="square" lIns="0" tIns="0" rIns="0" bIns="0" rtlCol="0"/>
          <a:lstStyle/>
          <a:p>
            <a:pPr marL="0" indent="0" algn="l">
              <a:spcAft>
                <a:spcPts val="0"/>
              </a:spcAft>
              <a:buNone/>
            </a:pPr>
            <a:r>
              <a:rPr lang="en-US" sz="1225" b="1" dirty="0">
                <a:solidFill>
                  <a:srgbClr val="10889B"/>
                </a:solidFill>
                <a:latin typeface="Century Gothic" panose="020B0502020202020204" pitchFamily="34" charset="0"/>
              </a:rPr>
              <a:t>AI Infusion Champion + Delivery Lead</a:t>
            </a:r>
            <a:endParaRPr lang="en-US" sz="1225" dirty="0">
              <a:solidFill>
                <a:srgbClr val="10889B"/>
              </a:solidFill>
              <a:latin typeface="Century Gothic" panose="020B0502020202020204" pitchFamily="34" charset="0"/>
            </a:endParaRPr>
          </a:p>
        </p:txBody>
      </p:sp>
      <p:sp>
        <p:nvSpPr>
          <p:cNvPr id="13" name="Card 1 Divider"/>
          <p:cNvSpPr/>
          <p:nvPr/>
        </p:nvSpPr>
        <p:spPr>
          <a:xfrm>
            <a:off x="550000" y="3150000"/>
            <a:ext cx="2490000" cy="12000"/>
          </a:xfrm>
          <a:prstGeom prst="rect">
            <a:avLst/>
          </a:prstGeom>
          <a:solidFill>
            <a:srgbClr val="D6DBE1"/>
          </a:solidFill>
          <a:ln w="12700">
            <a:solidFill>
              <a:srgbClr val="D6DBE1"/>
            </a:solidFill>
          </a:ln>
        </p:spPr>
        <p:txBody>
          <a:bodyPr rtlCol="0"/>
          <a:lstStyle/>
          <a:p>
            <a:endParaRPr>
              <a:latin typeface="Century Gothic" panose="020B0502020202020204" pitchFamily="34" charset="0"/>
            </a:endParaRPr>
          </a:p>
        </p:txBody>
      </p:sp>
      <p:sp>
        <p:nvSpPr>
          <p:cNvPr id="14" name="Card 1 Bullets"/>
          <p:cNvSpPr txBox="1"/>
          <p:nvPr/>
        </p:nvSpPr>
        <p:spPr>
          <a:xfrm>
            <a:off x="550000" y="3270000"/>
            <a:ext cx="2490000" cy="2000000"/>
          </a:xfrm>
          <a:prstGeom prst="rect">
            <a:avLst/>
          </a:prstGeom>
          <a:noFill/>
          <a:ln w="12700">
            <a:noFill/>
          </a:ln>
        </p:spPr>
        <p:txBody>
          <a:bodyPr wrap="square" lIns="0" tIns="0" rIns="0" bIns="0" rtlCol="0"/>
          <a:lstStyle/>
          <a:p>
            <a:pPr marL="0" indent="0" algn="l">
              <a:spcAft>
                <a:spcPts val="180"/>
              </a:spcAft>
              <a:buNone/>
            </a:pPr>
            <a:r>
              <a:rPr lang="en-US" sz="1320" b="0" dirty="0">
                <a:solidFill>
                  <a:srgbClr val="243447"/>
                </a:solidFill>
                <a:latin typeface="Century Gothic" panose="020B0502020202020204" pitchFamily="34" charset="0"/>
              </a:rPr>
              <a:t>✓ Spot in-flight fixed-fee work or repetitive tasks with margin pressure.</a:t>
            </a:r>
            <a:endParaRPr lang="en-US" sz="1320" dirty="0">
              <a:solidFill>
                <a:srgbClr val="243447"/>
              </a:solidFill>
              <a:latin typeface="Century Gothic" panose="020B0502020202020204" pitchFamily="34" charset="0"/>
            </a:endParaRPr>
          </a:p>
          <a:p>
            <a:pPr marL="0" indent="0" algn="l">
              <a:spcAft>
                <a:spcPts val="180"/>
              </a:spcAft>
              <a:buNone/>
            </a:pPr>
            <a:r>
              <a:rPr lang="en-US" sz="1320" b="0" dirty="0">
                <a:solidFill>
                  <a:srgbClr val="243447"/>
                </a:solidFill>
                <a:latin typeface="Century Gothic" panose="020B0502020202020204" pitchFamily="34" charset="0"/>
              </a:rPr>
              <a:t>✓ Document where AI could remove effort, improve quality, or accelerate delivery.</a:t>
            </a:r>
            <a:endParaRPr lang="en-US" sz="1320" dirty="0">
              <a:solidFill>
                <a:srgbClr val="243447"/>
              </a:solidFill>
              <a:latin typeface="Century Gothic" panose="020B0502020202020204" pitchFamily="34" charset="0"/>
            </a:endParaRPr>
          </a:p>
          <a:p>
            <a:pPr marL="0" indent="0" algn="l">
              <a:spcAft>
                <a:spcPts val="180"/>
              </a:spcAft>
              <a:buNone/>
            </a:pPr>
            <a:r>
              <a:rPr lang="en-US" sz="1320" b="0" dirty="0">
                <a:solidFill>
                  <a:srgbClr val="243447"/>
                </a:solidFill>
                <a:latin typeface="Century Gothic" panose="020B0502020202020204" pitchFamily="34" charset="0"/>
              </a:rPr>
              <a:t>✓ Bring real engagement context, constraints, and owner input.</a:t>
            </a:r>
            <a:endParaRPr lang="en-US" sz="1320" dirty="0">
              <a:solidFill>
                <a:srgbClr val="243447"/>
              </a:solidFill>
              <a:latin typeface="Century Gothic" panose="020B0502020202020204" pitchFamily="34" charset="0"/>
            </a:endParaRPr>
          </a:p>
        </p:txBody>
      </p:sp>
      <p:sp>
        <p:nvSpPr>
          <p:cNvPr id="15" name="Arrow 2"/>
          <p:cNvSpPr/>
          <p:nvPr/>
        </p:nvSpPr>
        <p:spPr>
          <a:xfrm>
            <a:off x="6130000" y="3370000"/>
            <a:ext cx="120000" cy="120000"/>
          </a:xfrm>
          <a:prstGeom prst="rightArrow">
            <a:avLst/>
          </a:prstGeom>
          <a:solidFill>
            <a:srgbClr val="D6DBE1"/>
          </a:solidFill>
          <a:ln w="12700">
            <a:solidFill>
              <a:srgbClr val="D6DBE1"/>
            </a:solidFill>
          </a:ln>
        </p:spPr>
        <p:txBody>
          <a:bodyPr rtlCol="0"/>
          <a:lstStyle/>
          <a:p>
            <a:endParaRPr>
              <a:latin typeface="Century Gothic" panose="020B0502020202020204" pitchFamily="34" charset="0"/>
            </a:endParaRPr>
          </a:p>
        </p:txBody>
      </p:sp>
      <p:sp>
        <p:nvSpPr>
          <p:cNvPr id="16" name="Card 2 Body"/>
          <p:cNvSpPr/>
          <p:nvPr/>
        </p:nvSpPr>
        <p:spPr>
          <a:xfrm>
            <a:off x="3350000" y="1550000"/>
            <a:ext cx="2750000" cy="4200000"/>
          </a:xfrm>
          <a:prstGeom prst="rect">
            <a:avLst/>
          </a:prstGeom>
          <a:solidFill>
            <a:srgbClr val="F7F8FA"/>
          </a:solidFill>
          <a:ln w="12700">
            <a:solidFill>
              <a:srgbClr val="E5E7EB"/>
            </a:solidFill>
          </a:ln>
        </p:spPr>
        <p:txBody>
          <a:bodyPr rtlCol="0"/>
          <a:lstStyle/>
          <a:p>
            <a:endParaRPr>
              <a:latin typeface="Century Gothic" panose="020B0502020202020204" pitchFamily="34" charset="0"/>
            </a:endParaRPr>
          </a:p>
        </p:txBody>
      </p:sp>
      <p:sp>
        <p:nvSpPr>
          <p:cNvPr id="17" name="Card 2 Band"/>
          <p:cNvSpPr/>
          <p:nvPr/>
        </p:nvSpPr>
        <p:spPr>
          <a:xfrm>
            <a:off x="3350000" y="1550000"/>
            <a:ext cx="2750000" cy="430000"/>
          </a:xfrm>
          <a:prstGeom prst="rect">
            <a:avLst/>
          </a:prstGeom>
          <a:solidFill>
            <a:srgbClr val="17B1BE"/>
          </a:solidFill>
          <a:ln w="12700">
            <a:solidFill>
              <a:srgbClr val="17B1BE"/>
            </a:solidFill>
          </a:ln>
        </p:spPr>
        <p:txBody>
          <a:bodyPr rtlCol="0"/>
          <a:lstStyle/>
          <a:p>
            <a:endParaRPr>
              <a:latin typeface="Century Gothic" panose="020B0502020202020204" pitchFamily="34" charset="0"/>
            </a:endParaRPr>
          </a:p>
        </p:txBody>
      </p:sp>
      <p:sp>
        <p:nvSpPr>
          <p:cNvPr id="18" name="Card 2 Circle"/>
          <p:cNvSpPr/>
          <p:nvPr/>
        </p:nvSpPr>
        <p:spPr>
          <a:xfrm>
            <a:off x="4385000" y="1320000"/>
            <a:ext cx="680000" cy="680000"/>
          </a:xfrm>
          <a:prstGeom prst="ellipse">
            <a:avLst/>
          </a:prstGeom>
          <a:solidFill>
            <a:srgbClr val="17B1BE"/>
          </a:solidFill>
          <a:ln w="12700">
            <a:solidFill>
              <a:srgbClr val="FFFFFF"/>
            </a:solidFill>
          </a:ln>
        </p:spPr>
        <p:txBody>
          <a:bodyPr rtlCol="0"/>
          <a:lstStyle/>
          <a:p>
            <a:endParaRPr>
              <a:latin typeface="Century Gothic" panose="020B0502020202020204" pitchFamily="34" charset="0"/>
            </a:endParaRPr>
          </a:p>
        </p:txBody>
      </p:sp>
      <p:sp>
        <p:nvSpPr>
          <p:cNvPr id="19" name="Card 2 Number"/>
          <p:cNvSpPr txBox="1"/>
          <p:nvPr/>
        </p:nvSpPr>
        <p:spPr>
          <a:xfrm>
            <a:off x="3470000" y="1610000"/>
            <a:ext cx="260000" cy="240000"/>
          </a:xfrm>
          <a:prstGeom prst="rect">
            <a:avLst/>
          </a:prstGeom>
          <a:noFill/>
          <a:ln w="12700">
            <a:noFill/>
          </a:ln>
        </p:spPr>
        <p:txBody>
          <a:bodyPr wrap="square" lIns="0" tIns="0" rIns="0" bIns="0" rtlCol="0"/>
          <a:lstStyle/>
          <a:p>
            <a:pPr marL="0" indent="0" algn="ctr">
              <a:spcAft>
                <a:spcPts val="0"/>
              </a:spcAft>
              <a:buNone/>
            </a:pPr>
            <a:r>
              <a:rPr lang="en-US" sz="1600" b="1">
                <a:solidFill>
                  <a:srgbClr val="FFFFFF"/>
                </a:solidFill>
                <a:latin typeface="Century Gothic" panose="020B0502020202020204" pitchFamily="34" charset="0"/>
              </a:rPr>
              <a:t>2</a:t>
            </a:r>
            <a:endParaRPr lang="en-US" sz="1600">
              <a:solidFill>
                <a:srgbClr val="FFFFFF"/>
              </a:solidFill>
              <a:latin typeface="Century Gothic" panose="020B0502020202020204" pitchFamily="34" charset="0"/>
            </a:endParaRPr>
          </a:p>
        </p:txBody>
      </p:sp>
      <p:sp>
        <p:nvSpPr>
          <p:cNvPr id="20" name="Card 2 Icon"/>
          <p:cNvSpPr txBox="1"/>
          <p:nvPr/>
        </p:nvSpPr>
        <p:spPr>
          <a:xfrm>
            <a:off x="4455000" y="1490000"/>
            <a:ext cx="540000" cy="320000"/>
          </a:xfrm>
          <a:prstGeom prst="rect">
            <a:avLst/>
          </a:prstGeom>
          <a:noFill/>
          <a:ln w="12700">
            <a:noFill/>
          </a:ln>
        </p:spPr>
        <p:txBody>
          <a:bodyPr wrap="square" lIns="0" tIns="0" rIns="0" bIns="0" rtlCol="0"/>
          <a:lstStyle/>
          <a:p>
            <a:pPr marL="0" indent="0" algn="ctr">
              <a:spcAft>
                <a:spcPts val="0"/>
              </a:spcAft>
              <a:buNone/>
            </a:pPr>
            <a:r>
              <a:rPr lang="en-US" sz="2400" b="0">
                <a:solidFill>
                  <a:srgbClr val="FFFFFF"/>
                </a:solidFill>
                <a:latin typeface="Century Gothic" panose="020B0502020202020204" pitchFamily="34" charset="0"/>
              </a:rPr>
              <a:t>&lt;&gt;</a:t>
            </a:r>
            <a:endParaRPr lang="en-US" sz="2400">
              <a:solidFill>
                <a:srgbClr val="FFFFFF"/>
              </a:solidFill>
              <a:latin typeface="Century Gothic" panose="020B0502020202020204" pitchFamily="34" charset="0"/>
            </a:endParaRPr>
          </a:p>
        </p:txBody>
      </p:sp>
      <p:sp>
        <p:nvSpPr>
          <p:cNvPr id="21" name="Card 2 Title"/>
          <p:cNvSpPr txBox="1"/>
          <p:nvPr/>
        </p:nvSpPr>
        <p:spPr>
          <a:xfrm>
            <a:off x="3480000" y="2200000"/>
            <a:ext cx="2490000" cy="520000"/>
          </a:xfrm>
          <a:prstGeom prst="rect">
            <a:avLst/>
          </a:prstGeom>
          <a:noFill/>
          <a:ln w="12700">
            <a:noFill/>
          </a:ln>
        </p:spPr>
        <p:txBody>
          <a:bodyPr wrap="square" lIns="0" tIns="0" rIns="0" bIns="0" rtlCol="0"/>
          <a:lstStyle/>
          <a:p>
            <a:pPr marL="0" indent="0" algn="l">
              <a:spcAft>
                <a:spcPts val="50"/>
              </a:spcAft>
              <a:buNone/>
            </a:pPr>
            <a:r>
              <a:rPr lang="en-US" sz="1700" b="1" dirty="0">
                <a:solidFill>
                  <a:srgbClr val="111827"/>
                </a:solidFill>
                <a:latin typeface="Century Gothic" panose="020B0502020202020204" pitchFamily="34" charset="0"/>
              </a:rPr>
              <a:t>Co-Design the</a:t>
            </a:r>
            <a:endParaRPr lang="en-US" sz="1700" dirty="0">
              <a:solidFill>
                <a:srgbClr val="111827"/>
              </a:solidFill>
              <a:latin typeface="Century Gothic" panose="020B0502020202020204" pitchFamily="34" charset="0"/>
            </a:endParaRPr>
          </a:p>
          <a:p>
            <a:pPr marL="0" indent="0" algn="l">
              <a:spcAft>
                <a:spcPts val="50"/>
              </a:spcAft>
              <a:buNone/>
            </a:pPr>
            <a:r>
              <a:rPr lang="en-US" sz="1700" b="1" dirty="0">
                <a:solidFill>
                  <a:srgbClr val="111827"/>
                </a:solidFill>
                <a:latin typeface="Century Gothic" panose="020B0502020202020204" pitchFamily="34" charset="0"/>
              </a:rPr>
              <a:t>AI-Enabled Workflow</a:t>
            </a:r>
            <a:endParaRPr lang="en-US" sz="1700" dirty="0">
              <a:solidFill>
                <a:srgbClr val="111827"/>
              </a:solidFill>
              <a:latin typeface="Century Gothic" panose="020B0502020202020204" pitchFamily="34" charset="0"/>
            </a:endParaRPr>
          </a:p>
        </p:txBody>
      </p:sp>
      <p:sp>
        <p:nvSpPr>
          <p:cNvPr id="22" name="Card 2 Sub"/>
          <p:cNvSpPr txBox="1"/>
          <p:nvPr/>
        </p:nvSpPr>
        <p:spPr>
          <a:xfrm>
            <a:off x="3480000" y="2780000"/>
            <a:ext cx="2490000" cy="320000"/>
          </a:xfrm>
          <a:prstGeom prst="rect">
            <a:avLst/>
          </a:prstGeom>
          <a:noFill/>
          <a:ln w="12700">
            <a:noFill/>
          </a:ln>
        </p:spPr>
        <p:txBody>
          <a:bodyPr wrap="square" lIns="0" tIns="0" rIns="0" bIns="0" rtlCol="0"/>
          <a:lstStyle/>
          <a:p>
            <a:pPr marL="0" indent="0" algn="l">
              <a:spcAft>
                <a:spcPts val="0"/>
              </a:spcAft>
              <a:buNone/>
            </a:pPr>
            <a:r>
              <a:rPr lang="en-US" sz="1225" b="1">
                <a:solidFill>
                  <a:srgbClr val="17B1BE"/>
                </a:solidFill>
                <a:latin typeface="Century Gothic" panose="020B0502020202020204" pitchFamily="34" charset="0"/>
              </a:rPr>
              <a:t>Champion + AI Engineer + Delivery SMEs</a:t>
            </a:r>
            <a:endParaRPr lang="en-US" sz="1225">
              <a:solidFill>
                <a:srgbClr val="17B1BE"/>
              </a:solidFill>
              <a:latin typeface="Century Gothic" panose="020B0502020202020204" pitchFamily="34" charset="0"/>
            </a:endParaRPr>
          </a:p>
        </p:txBody>
      </p:sp>
      <p:sp>
        <p:nvSpPr>
          <p:cNvPr id="23" name="Card 2 Divider"/>
          <p:cNvSpPr/>
          <p:nvPr/>
        </p:nvSpPr>
        <p:spPr>
          <a:xfrm>
            <a:off x="3480000" y="3150000"/>
            <a:ext cx="2490000" cy="12000"/>
          </a:xfrm>
          <a:prstGeom prst="rect">
            <a:avLst/>
          </a:prstGeom>
          <a:solidFill>
            <a:srgbClr val="D6DBE1"/>
          </a:solidFill>
          <a:ln w="12700">
            <a:solidFill>
              <a:srgbClr val="D6DBE1"/>
            </a:solidFill>
          </a:ln>
        </p:spPr>
        <p:txBody>
          <a:bodyPr rtlCol="0"/>
          <a:lstStyle/>
          <a:p>
            <a:endParaRPr>
              <a:latin typeface="Century Gothic" panose="020B0502020202020204" pitchFamily="34" charset="0"/>
            </a:endParaRPr>
          </a:p>
        </p:txBody>
      </p:sp>
      <p:sp>
        <p:nvSpPr>
          <p:cNvPr id="24" name="Card 2 Bullets"/>
          <p:cNvSpPr txBox="1"/>
          <p:nvPr/>
        </p:nvSpPr>
        <p:spPr>
          <a:xfrm>
            <a:off x="3480000" y="3270000"/>
            <a:ext cx="2490000" cy="2000000"/>
          </a:xfrm>
          <a:prstGeom prst="rect">
            <a:avLst/>
          </a:prstGeom>
          <a:noFill/>
          <a:ln w="12700">
            <a:noFill/>
          </a:ln>
        </p:spPr>
        <p:txBody>
          <a:bodyPr wrap="square" lIns="0" tIns="0" rIns="0" bIns="0" rtlCol="0"/>
          <a:lstStyle/>
          <a:p>
            <a:pPr marL="0" indent="0" algn="l">
              <a:spcAft>
                <a:spcPts val="180"/>
              </a:spcAft>
              <a:buNone/>
            </a:pPr>
            <a:r>
              <a:rPr lang="en-US" sz="1320" b="0" dirty="0">
                <a:solidFill>
                  <a:srgbClr val="243447"/>
                </a:solidFill>
                <a:latin typeface="Century Gothic" panose="020B0502020202020204" pitchFamily="34" charset="0"/>
              </a:rPr>
              <a:t>✓ Define the target workflow, review points, and guardrails.</a:t>
            </a:r>
            <a:endParaRPr lang="en-US" sz="1320" dirty="0">
              <a:solidFill>
                <a:srgbClr val="243447"/>
              </a:solidFill>
              <a:latin typeface="Century Gothic" panose="020B0502020202020204" pitchFamily="34" charset="0"/>
            </a:endParaRPr>
          </a:p>
          <a:p>
            <a:pPr marL="0" indent="0" algn="l">
              <a:spcAft>
                <a:spcPts val="180"/>
              </a:spcAft>
              <a:buNone/>
            </a:pPr>
            <a:r>
              <a:rPr lang="en-US" sz="1320" b="0" dirty="0">
                <a:solidFill>
                  <a:srgbClr val="243447"/>
                </a:solidFill>
                <a:latin typeface="Century Gothic" panose="020B0502020202020204" pitchFamily="34" charset="0"/>
              </a:rPr>
              <a:t>✓ Decide what the agent, accelerator, or copilot should do first.</a:t>
            </a:r>
            <a:endParaRPr lang="en-US" sz="1320" dirty="0">
              <a:solidFill>
                <a:srgbClr val="243447"/>
              </a:solidFill>
              <a:latin typeface="Century Gothic" panose="020B0502020202020204" pitchFamily="34" charset="0"/>
            </a:endParaRPr>
          </a:p>
          <a:p>
            <a:pPr marL="0" indent="0" algn="l">
              <a:spcAft>
                <a:spcPts val="180"/>
              </a:spcAft>
              <a:buNone/>
            </a:pPr>
            <a:r>
              <a:rPr lang="en-US" sz="1320" b="0" dirty="0">
                <a:solidFill>
                  <a:srgbClr val="243447"/>
                </a:solidFill>
                <a:latin typeface="Century Gothic" panose="020B0502020202020204" pitchFamily="34" charset="0"/>
              </a:rPr>
              <a:t>✓ Confirm data, systems, SMEs, and feasibility assumptions.</a:t>
            </a:r>
            <a:endParaRPr lang="en-US" sz="1320" dirty="0">
              <a:solidFill>
                <a:srgbClr val="243447"/>
              </a:solidFill>
              <a:latin typeface="Century Gothic" panose="020B0502020202020204" pitchFamily="34" charset="0"/>
            </a:endParaRPr>
          </a:p>
        </p:txBody>
      </p:sp>
      <p:sp>
        <p:nvSpPr>
          <p:cNvPr id="25" name="Arrow 3"/>
          <p:cNvSpPr/>
          <p:nvPr/>
        </p:nvSpPr>
        <p:spPr>
          <a:xfrm>
            <a:off x="9060000" y="3370000"/>
            <a:ext cx="120000" cy="120000"/>
          </a:xfrm>
          <a:prstGeom prst="rightArrow">
            <a:avLst/>
          </a:prstGeom>
          <a:solidFill>
            <a:srgbClr val="D6DBE1"/>
          </a:solidFill>
          <a:ln w="12700">
            <a:solidFill>
              <a:srgbClr val="D6DBE1"/>
            </a:solidFill>
          </a:ln>
        </p:spPr>
        <p:txBody>
          <a:bodyPr rtlCol="0"/>
          <a:lstStyle/>
          <a:p>
            <a:endParaRPr>
              <a:latin typeface="Century Gothic" panose="020B0502020202020204" pitchFamily="34" charset="0"/>
            </a:endParaRPr>
          </a:p>
        </p:txBody>
      </p:sp>
      <p:sp>
        <p:nvSpPr>
          <p:cNvPr id="26" name="Card 3 Body"/>
          <p:cNvSpPr/>
          <p:nvPr/>
        </p:nvSpPr>
        <p:spPr>
          <a:xfrm>
            <a:off x="6280000" y="1550000"/>
            <a:ext cx="2750000" cy="4200000"/>
          </a:xfrm>
          <a:prstGeom prst="rect">
            <a:avLst/>
          </a:prstGeom>
          <a:solidFill>
            <a:srgbClr val="F7F8FA"/>
          </a:solidFill>
          <a:ln w="12700">
            <a:solidFill>
              <a:srgbClr val="E5E7EB"/>
            </a:solidFill>
          </a:ln>
        </p:spPr>
        <p:txBody>
          <a:bodyPr rtlCol="0"/>
          <a:lstStyle/>
          <a:p>
            <a:endParaRPr>
              <a:latin typeface="Century Gothic" panose="020B0502020202020204" pitchFamily="34" charset="0"/>
            </a:endParaRPr>
          </a:p>
        </p:txBody>
      </p:sp>
      <p:sp>
        <p:nvSpPr>
          <p:cNvPr id="27" name="Card 3 Band"/>
          <p:cNvSpPr/>
          <p:nvPr/>
        </p:nvSpPr>
        <p:spPr>
          <a:xfrm>
            <a:off x="6280000" y="1550000"/>
            <a:ext cx="2750000" cy="430000"/>
          </a:xfrm>
          <a:prstGeom prst="rect">
            <a:avLst/>
          </a:prstGeom>
          <a:solidFill>
            <a:srgbClr val="4A4A4A"/>
          </a:solidFill>
          <a:ln w="12700">
            <a:solidFill>
              <a:srgbClr val="4A4A4A"/>
            </a:solidFill>
          </a:ln>
        </p:spPr>
        <p:txBody>
          <a:bodyPr rtlCol="0"/>
          <a:lstStyle/>
          <a:p>
            <a:endParaRPr>
              <a:latin typeface="Century Gothic" panose="020B0502020202020204" pitchFamily="34" charset="0"/>
            </a:endParaRPr>
          </a:p>
        </p:txBody>
      </p:sp>
      <p:sp>
        <p:nvSpPr>
          <p:cNvPr id="28" name="Card 3 Circle"/>
          <p:cNvSpPr/>
          <p:nvPr/>
        </p:nvSpPr>
        <p:spPr>
          <a:xfrm>
            <a:off x="7315000" y="1320000"/>
            <a:ext cx="680000" cy="680000"/>
          </a:xfrm>
          <a:prstGeom prst="ellipse">
            <a:avLst/>
          </a:prstGeom>
          <a:solidFill>
            <a:srgbClr val="4A4A4A"/>
          </a:solidFill>
          <a:ln w="12700">
            <a:solidFill>
              <a:srgbClr val="FFFFFF"/>
            </a:solidFill>
          </a:ln>
        </p:spPr>
        <p:txBody>
          <a:bodyPr rtlCol="0"/>
          <a:lstStyle/>
          <a:p>
            <a:endParaRPr>
              <a:latin typeface="Century Gothic" panose="020B0502020202020204" pitchFamily="34" charset="0"/>
            </a:endParaRPr>
          </a:p>
        </p:txBody>
      </p:sp>
      <p:sp>
        <p:nvSpPr>
          <p:cNvPr id="29" name="Card 3 Number"/>
          <p:cNvSpPr txBox="1"/>
          <p:nvPr/>
        </p:nvSpPr>
        <p:spPr>
          <a:xfrm>
            <a:off x="6400000" y="1610000"/>
            <a:ext cx="260000" cy="240000"/>
          </a:xfrm>
          <a:prstGeom prst="rect">
            <a:avLst/>
          </a:prstGeom>
          <a:noFill/>
          <a:ln w="12700">
            <a:noFill/>
          </a:ln>
        </p:spPr>
        <p:txBody>
          <a:bodyPr wrap="square" lIns="0" tIns="0" rIns="0" bIns="0" rtlCol="0"/>
          <a:lstStyle/>
          <a:p>
            <a:pPr marL="0" indent="0" algn="ctr">
              <a:spcAft>
                <a:spcPts val="0"/>
              </a:spcAft>
              <a:buNone/>
            </a:pPr>
            <a:r>
              <a:rPr lang="en-US" sz="1600" b="1">
                <a:solidFill>
                  <a:srgbClr val="FFFFFF"/>
                </a:solidFill>
                <a:latin typeface="Century Gothic" panose="020B0502020202020204" pitchFamily="34" charset="0"/>
              </a:rPr>
              <a:t>3</a:t>
            </a:r>
            <a:endParaRPr lang="en-US" sz="1600">
              <a:solidFill>
                <a:srgbClr val="FFFFFF"/>
              </a:solidFill>
              <a:latin typeface="Century Gothic" panose="020B0502020202020204" pitchFamily="34" charset="0"/>
            </a:endParaRPr>
          </a:p>
        </p:txBody>
      </p:sp>
      <p:sp>
        <p:nvSpPr>
          <p:cNvPr id="30" name="Card 3 Icon"/>
          <p:cNvSpPr txBox="1"/>
          <p:nvPr/>
        </p:nvSpPr>
        <p:spPr>
          <a:xfrm>
            <a:off x="7385000" y="1490000"/>
            <a:ext cx="540000" cy="320000"/>
          </a:xfrm>
          <a:prstGeom prst="rect">
            <a:avLst/>
          </a:prstGeom>
          <a:noFill/>
          <a:ln w="12700">
            <a:noFill/>
          </a:ln>
        </p:spPr>
        <p:txBody>
          <a:bodyPr wrap="square" lIns="0" tIns="0" rIns="0" bIns="0" rtlCol="0"/>
          <a:lstStyle/>
          <a:p>
            <a:pPr marL="0" indent="0" algn="ctr">
              <a:spcAft>
                <a:spcPts val="0"/>
              </a:spcAft>
              <a:buNone/>
            </a:pPr>
            <a:r>
              <a:rPr lang="en-US" sz="2400" b="0">
                <a:solidFill>
                  <a:srgbClr val="FFFFFF"/>
                </a:solidFill>
                <a:latin typeface="Century Gothic" panose="020B0502020202020204" pitchFamily="34" charset="0"/>
              </a:rPr>
              <a:t>$</a:t>
            </a:r>
            <a:endParaRPr lang="en-US" sz="2400">
              <a:solidFill>
                <a:srgbClr val="FFFFFF"/>
              </a:solidFill>
              <a:latin typeface="Century Gothic" panose="020B0502020202020204" pitchFamily="34" charset="0"/>
            </a:endParaRPr>
          </a:p>
        </p:txBody>
      </p:sp>
      <p:sp>
        <p:nvSpPr>
          <p:cNvPr id="31" name="Card 3 Title"/>
          <p:cNvSpPr txBox="1"/>
          <p:nvPr/>
        </p:nvSpPr>
        <p:spPr>
          <a:xfrm>
            <a:off x="6410000" y="2200000"/>
            <a:ext cx="2490000" cy="520000"/>
          </a:xfrm>
          <a:prstGeom prst="rect">
            <a:avLst/>
          </a:prstGeom>
          <a:noFill/>
          <a:ln w="12700">
            <a:noFill/>
          </a:ln>
        </p:spPr>
        <p:txBody>
          <a:bodyPr wrap="square" lIns="0" tIns="0" rIns="0" bIns="0" rtlCol="0"/>
          <a:lstStyle/>
          <a:p>
            <a:pPr marL="0" indent="0" algn="l">
              <a:spcAft>
                <a:spcPts val="50"/>
              </a:spcAft>
              <a:buNone/>
            </a:pPr>
            <a:r>
              <a:rPr lang="en-US" sz="1700" b="1">
                <a:solidFill>
                  <a:srgbClr val="111827"/>
                </a:solidFill>
                <a:latin typeface="Century Gothic" panose="020B0502020202020204" pitchFamily="34" charset="0"/>
              </a:rPr>
              <a:t>Align Commercial</a:t>
            </a:r>
            <a:endParaRPr lang="en-US" sz="1700">
              <a:solidFill>
                <a:srgbClr val="111827"/>
              </a:solidFill>
              <a:latin typeface="Century Gothic" panose="020B0502020202020204" pitchFamily="34" charset="0"/>
            </a:endParaRPr>
          </a:p>
          <a:p>
            <a:pPr marL="0" indent="0" algn="l">
              <a:spcAft>
                <a:spcPts val="50"/>
              </a:spcAft>
              <a:buNone/>
            </a:pPr>
            <a:r>
              <a:rPr lang="en-US" sz="1700" b="1">
                <a:solidFill>
                  <a:srgbClr val="111827"/>
                </a:solidFill>
                <a:latin typeface="Century Gothic" panose="020B0502020202020204" pitchFamily="34" charset="0"/>
              </a:rPr>
              <a:t>and Deal Impact</a:t>
            </a:r>
            <a:endParaRPr lang="en-US" sz="1700">
              <a:solidFill>
                <a:srgbClr val="111827"/>
              </a:solidFill>
              <a:latin typeface="Century Gothic" panose="020B0502020202020204" pitchFamily="34" charset="0"/>
            </a:endParaRPr>
          </a:p>
        </p:txBody>
      </p:sp>
      <p:sp>
        <p:nvSpPr>
          <p:cNvPr id="32" name="Card 3 Sub"/>
          <p:cNvSpPr txBox="1"/>
          <p:nvPr/>
        </p:nvSpPr>
        <p:spPr>
          <a:xfrm>
            <a:off x="6410000" y="2780000"/>
            <a:ext cx="2490000" cy="320000"/>
          </a:xfrm>
          <a:prstGeom prst="rect">
            <a:avLst/>
          </a:prstGeom>
          <a:noFill/>
          <a:ln w="12700">
            <a:noFill/>
          </a:ln>
        </p:spPr>
        <p:txBody>
          <a:bodyPr wrap="square" lIns="0" tIns="0" rIns="0" bIns="0" rtlCol="0"/>
          <a:lstStyle/>
          <a:p>
            <a:pPr marL="0" indent="0" algn="l">
              <a:spcAft>
                <a:spcPts val="0"/>
              </a:spcAft>
              <a:buNone/>
            </a:pPr>
            <a:r>
              <a:rPr lang="en-US" sz="1225" b="1">
                <a:solidFill>
                  <a:srgbClr val="4A4A4A"/>
                </a:solidFill>
                <a:latin typeface="Century Gothic" panose="020B0502020202020204" pitchFamily="34" charset="0"/>
              </a:rPr>
              <a:t>Champion + Delivery Lead + AI Sales Force</a:t>
            </a:r>
            <a:endParaRPr lang="en-US" sz="1225">
              <a:solidFill>
                <a:srgbClr val="4A4A4A"/>
              </a:solidFill>
              <a:latin typeface="Century Gothic" panose="020B0502020202020204" pitchFamily="34" charset="0"/>
            </a:endParaRPr>
          </a:p>
        </p:txBody>
      </p:sp>
      <p:sp>
        <p:nvSpPr>
          <p:cNvPr id="33" name="Card 3 Divider"/>
          <p:cNvSpPr/>
          <p:nvPr/>
        </p:nvSpPr>
        <p:spPr>
          <a:xfrm>
            <a:off x="6410000" y="3150000"/>
            <a:ext cx="2490000" cy="12000"/>
          </a:xfrm>
          <a:prstGeom prst="rect">
            <a:avLst/>
          </a:prstGeom>
          <a:solidFill>
            <a:srgbClr val="D6DBE1"/>
          </a:solidFill>
          <a:ln w="12700">
            <a:solidFill>
              <a:srgbClr val="D6DBE1"/>
            </a:solidFill>
          </a:ln>
        </p:spPr>
        <p:txBody>
          <a:bodyPr rtlCol="0"/>
          <a:lstStyle/>
          <a:p>
            <a:endParaRPr>
              <a:latin typeface="Century Gothic" panose="020B0502020202020204" pitchFamily="34" charset="0"/>
            </a:endParaRPr>
          </a:p>
        </p:txBody>
      </p:sp>
      <p:sp>
        <p:nvSpPr>
          <p:cNvPr id="34" name="Card 3 Bullets"/>
          <p:cNvSpPr txBox="1"/>
          <p:nvPr/>
        </p:nvSpPr>
        <p:spPr>
          <a:xfrm>
            <a:off x="6410000" y="3270000"/>
            <a:ext cx="2490000" cy="2000000"/>
          </a:xfrm>
          <a:prstGeom prst="rect">
            <a:avLst/>
          </a:prstGeom>
          <a:noFill/>
          <a:ln w="12700">
            <a:noFill/>
          </a:ln>
        </p:spPr>
        <p:txBody>
          <a:bodyPr wrap="square" lIns="0" tIns="0" rIns="0" bIns="0" rtlCol="0"/>
          <a:lstStyle/>
          <a:p>
            <a:pPr marL="0" indent="0" algn="l">
              <a:spcAft>
                <a:spcPts val="180"/>
              </a:spcAft>
              <a:buNone/>
            </a:pPr>
            <a:r>
              <a:rPr lang="en-US" sz="1320" b="0" dirty="0">
                <a:solidFill>
                  <a:srgbClr val="243447"/>
                </a:solidFill>
                <a:latin typeface="Century Gothic" panose="020B0502020202020204" pitchFamily="34" charset="0"/>
              </a:rPr>
              <a:t>✓ Show how AI changes staffing, commercials, delivery story, or margin.</a:t>
            </a:r>
            <a:endParaRPr lang="en-US" sz="1320" dirty="0">
              <a:solidFill>
                <a:srgbClr val="243447"/>
              </a:solidFill>
              <a:latin typeface="Century Gothic" panose="020B0502020202020204" pitchFamily="34" charset="0"/>
            </a:endParaRPr>
          </a:p>
          <a:p>
            <a:pPr marL="0" indent="0" algn="l">
              <a:spcAft>
                <a:spcPts val="180"/>
              </a:spcAft>
              <a:buNone/>
            </a:pPr>
            <a:r>
              <a:rPr lang="en-US" sz="1320" b="0" dirty="0">
                <a:solidFill>
                  <a:srgbClr val="243447"/>
                </a:solidFill>
                <a:latin typeface="Century Gothic" panose="020B0502020202020204" pitchFamily="34" charset="0"/>
              </a:rPr>
              <a:t>✓ Identify where the pattern should appear in proposals and pursuits.</a:t>
            </a:r>
            <a:endParaRPr lang="en-US" sz="1320" dirty="0">
              <a:solidFill>
                <a:srgbClr val="243447"/>
              </a:solidFill>
              <a:latin typeface="Century Gothic" panose="020B0502020202020204" pitchFamily="34" charset="0"/>
            </a:endParaRPr>
          </a:p>
          <a:p>
            <a:pPr marL="0" indent="0" algn="l">
              <a:spcAft>
                <a:spcPts val="180"/>
              </a:spcAft>
              <a:buNone/>
            </a:pPr>
            <a:r>
              <a:rPr lang="en-US" sz="1320" b="0" dirty="0">
                <a:solidFill>
                  <a:srgbClr val="243447"/>
                </a:solidFill>
                <a:latin typeface="Century Gothic" panose="020B0502020202020204" pitchFamily="34" charset="0"/>
              </a:rPr>
              <a:t>✓ Frame the AI vs non-AI delivery story for clients and internal teams.</a:t>
            </a:r>
            <a:endParaRPr lang="en-US" sz="1320" dirty="0">
              <a:solidFill>
                <a:srgbClr val="243447"/>
              </a:solidFill>
              <a:latin typeface="Century Gothic" panose="020B0502020202020204" pitchFamily="34" charset="0"/>
            </a:endParaRPr>
          </a:p>
        </p:txBody>
      </p:sp>
      <p:sp>
        <p:nvSpPr>
          <p:cNvPr id="35" name="Card 4 Body"/>
          <p:cNvSpPr/>
          <p:nvPr/>
        </p:nvSpPr>
        <p:spPr>
          <a:xfrm>
            <a:off x="9210000" y="1550000"/>
            <a:ext cx="2750000" cy="4200000"/>
          </a:xfrm>
          <a:prstGeom prst="rect">
            <a:avLst/>
          </a:prstGeom>
          <a:solidFill>
            <a:srgbClr val="F7F8FA"/>
          </a:solidFill>
          <a:ln w="12700">
            <a:solidFill>
              <a:srgbClr val="E5E7EB"/>
            </a:solidFill>
          </a:ln>
        </p:spPr>
        <p:txBody>
          <a:bodyPr rtlCol="0"/>
          <a:lstStyle/>
          <a:p>
            <a:endParaRPr>
              <a:latin typeface="Century Gothic" panose="020B0502020202020204" pitchFamily="34" charset="0"/>
            </a:endParaRPr>
          </a:p>
        </p:txBody>
      </p:sp>
      <p:sp>
        <p:nvSpPr>
          <p:cNvPr id="36" name="Card 4 Band"/>
          <p:cNvSpPr/>
          <p:nvPr/>
        </p:nvSpPr>
        <p:spPr>
          <a:xfrm>
            <a:off x="9210000" y="1550000"/>
            <a:ext cx="2750000" cy="430000"/>
          </a:xfrm>
          <a:prstGeom prst="rect">
            <a:avLst/>
          </a:prstGeom>
          <a:solidFill>
            <a:srgbClr val="8A8A8A"/>
          </a:solidFill>
          <a:ln w="12700">
            <a:solidFill>
              <a:srgbClr val="8A8A8A"/>
            </a:solidFill>
          </a:ln>
        </p:spPr>
        <p:txBody>
          <a:bodyPr rtlCol="0"/>
          <a:lstStyle/>
          <a:p>
            <a:endParaRPr>
              <a:latin typeface="Century Gothic" panose="020B0502020202020204" pitchFamily="34" charset="0"/>
            </a:endParaRPr>
          </a:p>
        </p:txBody>
      </p:sp>
      <p:sp>
        <p:nvSpPr>
          <p:cNvPr id="37" name="Card 4 Circle"/>
          <p:cNvSpPr/>
          <p:nvPr/>
        </p:nvSpPr>
        <p:spPr>
          <a:xfrm>
            <a:off x="10245000" y="1320000"/>
            <a:ext cx="680000" cy="680000"/>
          </a:xfrm>
          <a:prstGeom prst="ellipse">
            <a:avLst/>
          </a:prstGeom>
          <a:solidFill>
            <a:srgbClr val="8A8A8A"/>
          </a:solidFill>
          <a:ln w="12700">
            <a:solidFill>
              <a:srgbClr val="FFFFFF"/>
            </a:solidFill>
          </a:ln>
        </p:spPr>
        <p:txBody>
          <a:bodyPr rtlCol="0"/>
          <a:lstStyle/>
          <a:p>
            <a:endParaRPr>
              <a:latin typeface="Century Gothic" panose="020B0502020202020204" pitchFamily="34" charset="0"/>
            </a:endParaRPr>
          </a:p>
        </p:txBody>
      </p:sp>
      <p:sp>
        <p:nvSpPr>
          <p:cNvPr id="38" name="Card 4 Number"/>
          <p:cNvSpPr txBox="1"/>
          <p:nvPr/>
        </p:nvSpPr>
        <p:spPr>
          <a:xfrm>
            <a:off x="9330000" y="1610000"/>
            <a:ext cx="260000" cy="240000"/>
          </a:xfrm>
          <a:prstGeom prst="rect">
            <a:avLst/>
          </a:prstGeom>
          <a:noFill/>
          <a:ln w="12700">
            <a:noFill/>
          </a:ln>
        </p:spPr>
        <p:txBody>
          <a:bodyPr wrap="square" lIns="0" tIns="0" rIns="0" bIns="0" rtlCol="0"/>
          <a:lstStyle/>
          <a:p>
            <a:pPr marL="0" indent="0" algn="ctr">
              <a:spcAft>
                <a:spcPts val="0"/>
              </a:spcAft>
              <a:buNone/>
            </a:pPr>
            <a:r>
              <a:rPr lang="en-US" sz="1600" b="1">
                <a:solidFill>
                  <a:srgbClr val="FFFFFF"/>
                </a:solidFill>
                <a:latin typeface="Century Gothic" panose="020B0502020202020204" pitchFamily="34" charset="0"/>
              </a:rPr>
              <a:t>4</a:t>
            </a:r>
            <a:endParaRPr lang="en-US" sz="1600">
              <a:solidFill>
                <a:srgbClr val="FFFFFF"/>
              </a:solidFill>
              <a:latin typeface="Century Gothic" panose="020B0502020202020204" pitchFamily="34" charset="0"/>
            </a:endParaRPr>
          </a:p>
        </p:txBody>
      </p:sp>
      <p:sp>
        <p:nvSpPr>
          <p:cNvPr id="39" name="Card 4 Icon"/>
          <p:cNvSpPr txBox="1"/>
          <p:nvPr/>
        </p:nvSpPr>
        <p:spPr>
          <a:xfrm>
            <a:off x="10315000" y="1490000"/>
            <a:ext cx="540000" cy="320000"/>
          </a:xfrm>
          <a:prstGeom prst="rect">
            <a:avLst/>
          </a:prstGeom>
          <a:noFill/>
          <a:ln w="12700">
            <a:noFill/>
          </a:ln>
        </p:spPr>
        <p:txBody>
          <a:bodyPr wrap="square" lIns="0" tIns="0" rIns="0" bIns="0" rtlCol="0"/>
          <a:lstStyle/>
          <a:p>
            <a:pPr marL="0" indent="0" algn="ctr">
              <a:spcAft>
                <a:spcPts val="0"/>
              </a:spcAft>
              <a:buNone/>
            </a:pPr>
            <a:r>
              <a:rPr lang="en-US" sz="2400" b="0">
                <a:solidFill>
                  <a:srgbClr val="FFFFFF"/>
                </a:solidFill>
                <a:latin typeface="Century Gothic" panose="020B0502020202020204" pitchFamily="34" charset="0"/>
              </a:rPr>
              <a:t>&gt;&gt;</a:t>
            </a:r>
            <a:endParaRPr lang="en-US" sz="2400">
              <a:solidFill>
                <a:srgbClr val="FFFFFF"/>
              </a:solidFill>
              <a:latin typeface="Century Gothic" panose="020B0502020202020204" pitchFamily="34" charset="0"/>
            </a:endParaRPr>
          </a:p>
        </p:txBody>
      </p:sp>
      <p:sp>
        <p:nvSpPr>
          <p:cNvPr id="40" name="Card 4 Title"/>
          <p:cNvSpPr txBox="1"/>
          <p:nvPr/>
        </p:nvSpPr>
        <p:spPr>
          <a:xfrm>
            <a:off x="9340000" y="2200000"/>
            <a:ext cx="2490000" cy="520000"/>
          </a:xfrm>
          <a:prstGeom prst="rect">
            <a:avLst/>
          </a:prstGeom>
          <a:noFill/>
          <a:ln w="12700">
            <a:noFill/>
          </a:ln>
        </p:spPr>
        <p:txBody>
          <a:bodyPr wrap="square" lIns="0" tIns="0" rIns="0" bIns="0" rtlCol="0"/>
          <a:lstStyle/>
          <a:p>
            <a:pPr marL="0" indent="0" algn="l">
              <a:spcAft>
                <a:spcPts val="50"/>
              </a:spcAft>
              <a:buNone/>
            </a:pPr>
            <a:r>
              <a:rPr lang="en-US" sz="1700" b="1">
                <a:solidFill>
                  <a:srgbClr val="111827"/>
                </a:solidFill>
                <a:latin typeface="Century Gothic" panose="020B0502020202020204" pitchFamily="34" charset="0"/>
              </a:rPr>
              <a:t>Pilot, Measure,</a:t>
            </a:r>
            <a:endParaRPr lang="en-US" sz="1700">
              <a:solidFill>
                <a:srgbClr val="111827"/>
              </a:solidFill>
              <a:latin typeface="Century Gothic" panose="020B0502020202020204" pitchFamily="34" charset="0"/>
            </a:endParaRPr>
          </a:p>
          <a:p>
            <a:pPr marL="0" indent="0" algn="l">
              <a:spcAft>
                <a:spcPts val="50"/>
              </a:spcAft>
              <a:buNone/>
            </a:pPr>
            <a:r>
              <a:rPr lang="en-US" sz="1700" b="1">
                <a:solidFill>
                  <a:srgbClr val="111827"/>
                </a:solidFill>
                <a:latin typeface="Century Gothic" panose="020B0502020202020204" pitchFamily="34" charset="0"/>
              </a:rPr>
              <a:t>and Scale</a:t>
            </a:r>
            <a:endParaRPr lang="en-US" sz="1700">
              <a:solidFill>
                <a:srgbClr val="111827"/>
              </a:solidFill>
              <a:latin typeface="Century Gothic" panose="020B0502020202020204" pitchFamily="34" charset="0"/>
            </a:endParaRPr>
          </a:p>
        </p:txBody>
      </p:sp>
      <p:sp>
        <p:nvSpPr>
          <p:cNvPr id="41" name="Card 4 Sub"/>
          <p:cNvSpPr txBox="1"/>
          <p:nvPr/>
        </p:nvSpPr>
        <p:spPr>
          <a:xfrm>
            <a:off x="9340000" y="2780000"/>
            <a:ext cx="2490000" cy="320000"/>
          </a:xfrm>
          <a:prstGeom prst="rect">
            <a:avLst/>
          </a:prstGeom>
          <a:noFill/>
          <a:ln w="12700">
            <a:noFill/>
          </a:ln>
        </p:spPr>
        <p:txBody>
          <a:bodyPr wrap="square" lIns="0" tIns="0" rIns="0" bIns="0" rtlCol="0"/>
          <a:lstStyle/>
          <a:p>
            <a:pPr marL="0" indent="0" algn="l">
              <a:spcAft>
                <a:spcPts val="0"/>
              </a:spcAft>
              <a:buNone/>
            </a:pPr>
            <a:r>
              <a:rPr lang="en-US" sz="1225" b="1">
                <a:solidFill>
                  <a:srgbClr val="8A8A8A"/>
                </a:solidFill>
                <a:latin typeface="Century Gothic" panose="020B0502020202020204" pitchFamily="34" charset="0"/>
              </a:rPr>
              <a:t>Champion + Delivery Team + Practice Leadership</a:t>
            </a:r>
            <a:endParaRPr lang="en-US" sz="1225">
              <a:solidFill>
                <a:srgbClr val="8A8A8A"/>
              </a:solidFill>
              <a:latin typeface="Century Gothic" panose="020B0502020202020204" pitchFamily="34" charset="0"/>
            </a:endParaRPr>
          </a:p>
        </p:txBody>
      </p:sp>
      <p:sp>
        <p:nvSpPr>
          <p:cNvPr id="42" name="Card 4 Divider"/>
          <p:cNvSpPr/>
          <p:nvPr/>
        </p:nvSpPr>
        <p:spPr>
          <a:xfrm>
            <a:off x="9340000" y="3150000"/>
            <a:ext cx="2490000" cy="12000"/>
          </a:xfrm>
          <a:prstGeom prst="rect">
            <a:avLst/>
          </a:prstGeom>
          <a:solidFill>
            <a:srgbClr val="D6DBE1"/>
          </a:solidFill>
          <a:ln w="12700">
            <a:solidFill>
              <a:srgbClr val="D6DBE1"/>
            </a:solidFill>
          </a:ln>
        </p:spPr>
        <p:txBody>
          <a:bodyPr rtlCol="0"/>
          <a:lstStyle/>
          <a:p>
            <a:endParaRPr>
              <a:latin typeface="Century Gothic" panose="020B0502020202020204" pitchFamily="34" charset="0"/>
            </a:endParaRPr>
          </a:p>
        </p:txBody>
      </p:sp>
      <p:sp>
        <p:nvSpPr>
          <p:cNvPr id="43" name="Card 4 Bullets"/>
          <p:cNvSpPr txBox="1"/>
          <p:nvPr/>
        </p:nvSpPr>
        <p:spPr>
          <a:xfrm>
            <a:off x="9340000" y="3270000"/>
            <a:ext cx="2490000" cy="2000000"/>
          </a:xfrm>
          <a:prstGeom prst="rect">
            <a:avLst/>
          </a:prstGeom>
          <a:noFill/>
          <a:ln w="12700">
            <a:noFill/>
          </a:ln>
        </p:spPr>
        <p:txBody>
          <a:bodyPr wrap="square" lIns="0" tIns="0" rIns="0" bIns="0" rtlCol="0"/>
          <a:lstStyle/>
          <a:p>
            <a:pPr marL="0" indent="0" algn="l">
              <a:spcAft>
                <a:spcPts val="180"/>
              </a:spcAft>
              <a:buNone/>
            </a:pPr>
            <a:r>
              <a:rPr lang="en-US" sz="1320" b="0" dirty="0">
                <a:solidFill>
                  <a:srgbClr val="243447"/>
                </a:solidFill>
                <a:latin typeface="Century Gothic" panose="020B0502020202020204" pitchFamily="34" charset="0"/>
              </a:rPr>
              <a:t>✓ Test on a representative workstream or engagement.</a:t>
            </a:r>
            <a:endParaRPr lang="en-US" sz="1320" dirty="0">
              <a:solidFill>
                <a:srgbClr val="243447"/>
              </a:solidFill>
              <a:latin typeface="Century Gothic" panose="020B0502020202020204" pitchFamily="34" charset="0"/>
            </a:endParaRPr>
          </a:p>
          <a:p>
            <a:pPr marL="0" indent="0" algn="l">
              <a:spcAft>
                <a:spcPts val="180"/>
              </a:spcAft>
              <a:buNone/>
            </a:pPr>
            <a:r>
              <a:rPr lang="en-US" sz="1320" b="0" dirty="0">
                <a:solidFill>
                  <a:srgbClr val="243447"/>
                </a:solidFill>
                <a:latin typeface="Century Gothic" panose="020B0502020202020204" pitchFamily="34" charset="0"/>
              </a:rPr>
              <a:t>✓ Measure time saved, quality lift, repeatability, and margin impact.</a:t>
            </a:r>
            <a:endParaRPr lang="en-US" sz="1320" dirty="0">
              <a:solidFill>
                <a:srgbClr val="243447"/>
              </a:solidFill>
              <a:latin typeface="Century Gothic" panose="020B0502020202020204" pitchFamily="34" charset="0"/>
            </a:endParaRPr>
          </a:p>
          <a:p>
            <a:pPr marL="0" indent="0" algn="l">
              <a:spcAft>
                <a:spcPts val="180"/>
              </a:spcAft>
              <a:buNone/>
            </a:pPr>
            <a:r>
              <a:rPr lang="en-US" sz="1320" b="0" dirty="0">
                <a:solidFill>
                  <a:srgbClr val="243447"/>
                </a:solidFill>
                <a:latin typeface="Century Gothic" panose="020B0502020202020204" pitchFamily="34" charset="0"/>
              </a:rPr>
              <a:t>✓ Package the pattern for reuse across deals, teams, and showcases.</a:t>
            </a:r>
            <a:endParaRPr lang="en-US" sz="1320" dirty="0">
              <a:solidFill>
                <a:srgbClr val="243447"/>
              </a:solidFill>
              <a:latin typeface="Century Gothic" panose="020B0502020202020204" pitchFamily="34" charset="0"/>
            </a:endParaRPr>
          </a:p>
        </p:txBody>
      </p:sp>
      <p:sp>
        <p:nvSpPr>
          <p:cNvPr id="44" name="Callout Box"/>
          <p:cNvSpPr/>
          <p:nvPr/>
        </p:nvSpPr>
        <p:spPr>
          <a:xfrm>
            <a:off x="420000" y="5858000"/>
            <a:ext cx="11540000" cy="552000"/>
          </a:xfrm>
          <a:prstGeom prst="rect">
            <a:avLst/>
          </a:prstGeom>
          <a:solidFill>
            <a:srgbClr val="EAF5F6"/>
          </a:solidFill>
          <a:ln w="12700">
            <a:solidFill>
              <a:srgbClr val="C8E3E6"/>
            </a:solidFill>
          </a:ln>
        </p:spPr>
        <p:txBody>
          <a:bodyPr rtlCol="0"/>
          <a:lstStyle/>
          <a:p>
            <a:endParaRPr>
              <a:latin typeface="Century Gothic" panose="020B0502020202020204" pitchFamily="34" charset="0"/>
            </a:endParaRPr>
          </a:p>
        </p:txBody>
      </p:sp>
      <p:sp>
        <p:nvSpPr>
          <p:cNvPr id="45" name="Callout Text"/>
          <p:cNvSpPr txBox="1"/>
          <p:nvPr/>
        </p:nvSpPr>
        <p:spPr>
          <a:xfrm>
            <a:off x="616000" y="5858000"/>
            <a:ext cx="10960000" cy="552000"/>
          </a:xfrm>
          <a:prstGeom prst="rect">
            <a:avLst/>
          </a:prstGeom>
          <a:noFill/>
          <a:ln w="12700">
            <a:noFill/>
          </a:ln>
        </p:spPr>
        <p:txBody>
          <a:bodyPr wrap="square" lIns="0" tIns="0" rIns="0" bIns="0" rtlCol="0" anchor="ctr"/>
          <a:lstStyle/>
          <a:p>
            <a:pPr marL="0" indent="0" algn="l">
              <a:spcAft>
                <a:spcPts val="0"/>
              </a:spcAft>
              <a:buNone/>
            </a:pPr>
            <a:r>
              <a:rPr lang="en-US" sz="1380" b="1" dirty="0">
                <a:solidFill>
                  <a:srgbClr val="005F65"/>
                </a:solidFill>
                <a:latin typeface="Century Gothic" panose="020B0502020202020204" pitchFamily="34" charset="0"/>
              </a:rPr>
              <a:t>Outcome: </a:t>
            </a:r>
            <a:r>
              <a:rPr lang="en-US" sz="1380" b="0" dirty="0">
                <a:solidFill>
                  <a:srgbClr val="35515B"/>
                </a:solidFill>
                <a:latin typeface="Century Gothic" panose="020B0502020202020204" pitchFamily="34" charset="0"/>
              </a:rPr>
              <a:t>AI infusion champions help turn delivery pain points into reusable AI-enabled delivery patterns that improve margin and strengthen proposals.</a:t>
            </a:r>
            <a:endParaRPr lang="en-US" sz="1380" dirty="0">
              <a:solidFill>
                <a:srgbClr val="35515B"/>
              </a:solidFill>
              <a:latin typeface="Century Gothic" panose="020B0502020202020204" pitchFamily="34" charset="0"/>
            </a:endParaRPr>
          </a:p>
        </p:txBody>
      </p:sp>
      <p:sp>
        <p:nvSpPr>
          <p:cNvPr id="4" name="Rectangle 3">
            <a:extLst>
              <a:ext uri="{FF2B5EF4-FFF2-40B4-BE49-F238E27FC236}">
                <a16:creationId xmlns:a16="http://schemas.microsoft.com/office/drawing/2014/main" id="{C7C0E156-5D5F-B96E-ED04-825999948510}"/>
              </a:ext>
            </a:extLst>
          </p:cNvPr>
          <p:cNvSpPr/>
          <p:nvPr/>
        </p:nvSpPr>
        <p:spPr>
          <a:xfrm>
            <a:off x="268542" y="1054000"/>
            <a:ext cx="3071458" cy="4750000"/>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0758DB75-E025-98C0-CF1B-B7A54F02E931}"/>
              </a:ext>
            </a:extLst>
          </p:cNvPr>
          <p:cNvSpPr txBox="1"/>
          <p:nvPr/>
        </p:nvSpPr>
        <p:spPr>
          <a:xfrm>
            <a:off x="800000" y="1058111"/>
            <a:ext cx="2370000" cy="307777"/>
          </a:xfrm>
          <a:prstGeom prst="rect">
            <a:avLst/>
          </a:prstGeom>
          <a:noFill/>
        </p:spPr>
        <p:txBody>
          <a:bodyPr wrap="square" rtlCol="0">
            <a:spAutoFit/>
          </a:bodyPr>
          <a:lstStyle/>
          <a:p>
            <a:pPr algn="l"/>
            <a:r>
              <a:rPr lang="en-US" sz="1400" b="1" dirty="0"/>
              <a:t>Our First Focus Today</a:t>
            </a:r>
          </a:p>
        </p:txBody>
      </p:sp>
    </p:spTree>
    <p:extLst>
      <p:ext uri="{BB962C8B-B14F-4D97-AF65-F5344CB8AC3E}">
        <p14:creationId xmlns:p14="http://schemas.microsoft.com/office/powerpoint/2010/main" val="450021689"/>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C156D-F0D9-FDE1-C22D-5A0F6DF92C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61DC3D-3FB9-0A9A-57B3-8FB7903E1DE2}"/>
              </a:ext>
            </a:extLst>
          </p:cNvPr>
          <p:cNvSpPr>
            <a:spLocks noGrp="1"/>
          </p:cNvSpPr>
          <p:nvPr>
            <p:ph type="title"/>
          </p:nvPr>
        </p:nvSpPr>
        <p:spPr>
          <a:xfrm>
            <a:off x="546500" y="531323"/>
            <a:ext cx="11098999" cy="332399"/>
          </a:xfrm>
        </p:spPr>
        <p:txBody>
          <a:bodyPr/>
          <a:lstStyle/>
          <a:p>
            <a:r>
              <a:rPr lang="en-US" b="1"/>
              <a:t>AI Infusion Champions: </a:t>
            </a:r>
            <a:r>
              <a:rPr lang="en-US"/>
              <a:t>Next Steps &amp; Key Dates</a:t>
            </a:r>
          </a:p>
        </p:txBody>
      </p:sp>
      <p:sp>
        <p:nvSpPr>
          <p:cNvPr id="7" name="Rectangle 6">
            <a:extLst>
              <a:ext uri="{FF2B5EF4-FFF2-40B4-BE49-F238E27FC236}">
                <a16:creationId xmlns:a16="http://schemas.microsoft.com/office/drawing/2014/main" id="{7747FDBF-76CF-C4B3-8F84-07CD67BA20BE}"/>
              </a:ext>
            </a:extLst>
          </p:cNvPr>
          <p:cNvSpPr/>
          <p:nvPr/>
        </p:nvSpPr>
        <p:spPr>
          <a:xfrm>
            <a:off x="9413507" y="0"/>
            <a:ext cx="2778493" cy="6858000"/>
          </a:xfrm>
          <a:prstGeom prst="rect">
            <a:avLst/>
          </a:prstGeom>
          <a:solidFill>
            <a:srgbClr val="004346"/>
          </a:solidFill>
          <a:ln>
            <a:solidFill>
              <a:srgbClr val="004346"/>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2400" b="1" dirty="0">
              <a:latin typeface="Century Gothic" panose="020B0502020202020204" pitchFamily="34" charset="0"/>
            </a:endParaRPr>
          </a:p>
          <a:p>
            <a:pPr algn="ctr"/>
            <a:endParaRPr lang="en-US" sz="2400" b="1" dirty="0">
              <a:latin typeface="Century Gothic" panose="020B0502020202020204" pitchFamily="34" charset="0"/>
            </a:endParaRPr>
          </a:p>
          <a:p>
            <a:pPr algn="ctr"/>
            <a:r>
              <a:rPr lang="en-US" sz="2400" b="1" dirty="0">
                <a:latin typeface="Century Gothic" panose="020B0502020202020204" pitchFamily="34" charset="0"/>
              </a:rPr>
              <a:t>Key Dates</a:t>
            </a:r>
          </a:p>
          <a:p>
            <a:pPr algn="ctr"/>
            <a:endParaRPr lang="en-US" sz="2400" b="1" dirty="0">
              <a:latin typeface="Century Gothic" panose="020B0502020202020204" pitchFamily="34" charset="0"/>
            </a:endParaRPr>
          </a:p>
          <a:p>
            <a:pPr algn="ctr"/>
            <a:endParaRPr lang="en-US" sz="2400" b="1" dirty="0">
              <a:latin typeface="Century Gothic" panose="020B0502020202020204" pitchFamily="34" charset="0"/>
            </a:endParaRPr>
          </a:p>
          <a:p>
            <a:pPr algn="ctr"/>
            <a:endParaRPr lang="en-US" sz="2400" b="1" dirty="0">
              <a:latin typeface="Century Gothic" panose="020B0502020202020204" pitchFamily="34" charset="0"/>
            </a:endParaRPr>
          </a:p>
          <a:p>
            <a:pPr algn="ctr"/>
            <a:endParaRPr lang="en-US" sz="2400" b="1" dirty="0">
              <a:latin typeface="Century Gothic" panose="020B0502020202020204" pitchFamily="34" charset="0"/>
            </a:endParaRPr>
          </a:p>
          <a:p>
            <a:pPr algn="ctr"/>
            <a:endParaRPr lang="en-US" sz="2400" b="1" dirty="0">
              <a:latin typeface="Century Gothic" panose="020B0502020202020204" pitchFamily="34" charset="0"/>
            </a:endParaRPr>
          </a:p>
          <a:p>
            <a:pPr algn="ctr"/>
            <a:endParaRPr lang="en-US" sz="2400" b="1" dirty="0">
              <a:latin typeface="Century Gothic" panose="020B0502020202020204" pitchFamily="34" charset="0"/>
            </a:endParaRPr>
          </a:p>
          <a:p>
            <a:pPr algn="ctr"/>
            <a:endParaRPr lang="en-US" sz="2400" b="1" dirty="0">
              <a:latin typeface="Century Gothic" panose="020B0502020202020204" pitchFamily="34" charset="0"/>
            </a:endParaRPr>
          </a:p>
          <a:p>
            <a:pPr algn="ctr"/>
            <a:endParaRPr lang="en-US" sz="2400" b="1" dirty="0">
              <a:latin typeface="Century Gothic" panose="020B0502020202020204" pitchFamily="34" charset="0"/>
            </a:endParaRPr>
          </a:p>
          <a:p>
            <a:pPr algn="ctr"/>
            <a:endParaRPr lang="en-US" sz="2400" b="1" dirty="0">
              <a:latin typeface="Century Gothic" panose="020B0502020202020204" pitchFamily="34" charset="0"/>
            </a:endParaRPr>
          </a:p>
        </p:txBody>
      </p:sp>
      <p:sp>
        <p:nvSpPr>
          <p:cNvPr id="8" name="Rectangle 1">
            <a:extLst>
              <a:ext uri="{FF2B5EF4-FFF2-40B4-BE49-F238E27FC236}">
                <a16:creationId xmlns:a16="http://schemas.microsoft.com/office/drawing/2014/main" id="{AF72D6B1-8BBF-6260-CF1A-284280842E87}"/>
              </a:ext>
            </a:extLst>
          </p:cNvPr>
          <p:cNvSpPr>
            <a:spLocks noChangeArrowheads="1"/>
          </p:cNvSpPr>
          <p:nvPr/>
        </p:nvSpPr>
        <p:spPr bwMode="auto">
          <a:xfrm>
            <a:off x="9422579" y="2016867"/>
            <a:ext cx="2778493" cy="3247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spcBef>
                <a:spcPct val="0"/>
              </a:spcBef>
              <a:spcAft>
                <a:spcPts val="1800"/>
              </a:spcAft>
              <a:buClrTx/>
              <a:buSzTx/>
              <a:buFont typeface="Arial" panose="020B0604020202020204" pitchFamily="34" charset="0"/>
              <a:buChar char="•"/>
              <a:tabLst/>
            </a:pPr>
            <a:r>
              <a:rPr kumimoji="0" lang="en-US" altLang="en-US" sz="1600" i="0" u="none" strike="noStrike" cap="none" normalizeH="0" baseline="0" dirty="0">
                <a:ln>
                  <a:noFill/>
                </a:ln>
                <a:solidFill>
                  <a:schemeClr val="bg1"/>
                </a:solidFill>
                <a:effectLst/>
                <a:latin typeface="Century Gothic" panose="020B0502020202020204" pitchFamily="34" charset="0"/>
              </a:rPr>
              <a:t>Champions confirmed: </a:t>
            </a:r>
            <a:r>
              <a:rPr kumimoji="0" lang="en-US" altLang="en-US" sz="1600" b="1" i="0" u="none" strike="noStrike" cap="none" normalizeH="0" baseline="0" dirty="0">
                <a:ln>
                  <a:noFill/>
                </a:ln>
                <a:solidFill>
                  <a:schemeClr val="bg1"/>
                </a:solidFill>
                <a:effectLst/>
                <a:latin typeface="Century Gothic" panose="020B0502020202020204" pitchFamily="34" charset="0"/>
              </a:rPr>
              <a:t>Mon 3/9</a:t>
            </a:r>
          </a:p>
          <a:p>
            <a:pPr marL="285750" marR="0" lvl="0" indent="-285750" algn="l" defTabSz="914400" rtl="0" eaLnBrk="0" fontAlgn="base" latinLnBrk="0" hangingPunct="0">
              <a:spcBef>
                <a:spcPct val="0"/>
              </a:spcBef>
              <a:spcAft>
                <a:spcPts val="1800"/>
              </a:spcAft>
              <a:buClrTx/>
              <a:buSzTx/>
              <a:buFont typeface="Arial" panose="020B0604020202020204" pitchFamily="34" charset="0"/>
              <a:buChar char="•"/>
              <a:tabLst/>
            </a:pPr>
            <a:r>
              <a:rPr kumimoji="0" lang="en-US" altLang="en-US" sz="1600" i="0" u="none" strike="noStrike" cap="none" normalizeH="0" baseline="0" dirty="0">
                <a:ln>
                  <a:noFill/>
                </a:ln>
                <a:solidFill>
                  <a:schemeClr val="bg1"/>
                </a:solidFill>
                <a:effectLst/>
                <a:latin typeface="Century Gothic" panose="020B0502020202020204" pitchFamily="34" charset="0"/>
              </a:rPr>
              <a:t>Champions kick off session: </a:t>
            </a:r>
            <a:r>
              <a:rPr lang="en-US" altLang="en-US" sz="1600" b="1" dirty="0">
                <a:solidFill>
                  <a:schemeClr val="bg1"/>
                </a:solidFill>
                <a:latin typeface="Century Gothic" panose="020B0502020202020204" pitchFamily="34" charset="0"/>
              </a:rPr>
              <a:t>Wed 3/18</a:t>
            </a:r>
            <a:endParaRPr kumimoji="0" lang="en-US" altLang="en-US" sz="1600" b="1" i="0" u="none" strike="noStrike" cap="none" normalizeH="0" baseline="0" dirty="0">
              <a:ln>
                <a:noFill/>
              </a:ln>
              <a:solidFill>
                <a:schemeClr val="bg1"/>
              </a:solidFill>
              <a:effectLst/>
              <a:latin typeface="Century Gothic" panose="020B0502020202020204" pitchFamily="34" charset="0"/>
            </a:endParaRPr>
          </a:p>
          <a:p>
            <a:pPr marL="285750" marR="0" lvl="0" indent="-285750" algn="l" defTabSz="914400" rtl="0" eaLnBrk="0" fontAlgn="base" latinLnBrk="0" hangingPunct="0">
              <a:spcBef>
                <a:spcPct val="0"/>
              </a:spcBef>
              <a:spcAft>
                <a:spcPts val="1800"/>
              </a:spcAft>
              <a:buClrTx/>
              <a:buSzTx/>
              <a:buFont typeface="Arial" panose="020B0604020202020204" pitchFamily="34" charset="0"/>
              <a:buChar char="•"/>
              <a:tabLst/>
            </a:pPr>
            <a:r>
              <a:rPr lang="en-US" altLang="en-US" sz="1600" dirty="0">
                <a:solidFill>
                  <a:schemeClr val="bg1"/>
                </a:solidFill>
                <a:latin typeface="Century Gothic" panose="020B0502020202020204" pitchFamily="34" charset="0"/>
              </a:rPr>
              <a:t>Identify inflight projects &amp; repetitive work for AI enhancement: </a:t>
            </a:r>
            <a:r>
              <a:rPr lang="en-US" altLang="en-US" sz="1600" b="1" dirty="0">
                <a:solidFill>
                  <a:schemeClr val="bg1"/>
                </a:solidFill>
                <a:latin typeface="Century Gothic" panose="020B0502020202020204" pitchFamily="34" charset="0"/>
              </a:rPr>
              <a:t>Fri 4/10</a:t>
            </a:r>
          </a:p>
          <a:p>
            <a:pPr marL="285750" marR="0" lvl="0" indent="-285750" algn="l" defTabSz="914400" rtl="0" eaLnBrk="0" fontAlgn="base" latinLnBrk="0" hangingPunct="0">
              <a:spcBef>
                <a:spcPct val="0"/>
              </a:spcBef>
              <a:spcAft>
                <a:spcPts val="1800"/>
              </a:spcAft>
              <a:buClrTx/>
              <a:buSzTx/>
              <a:buFont typeface="Arial" panose="020B0604020202020204" pitchFamily="34" charset="0"/>
              <a:buChar char="•"/>
              <a:tabLst/>
            </a:pPr>
            <a:r>
              <a:rPr lang="en-US" altLang="en-US" sz="1600" dirty="0">
                <a:solidFill>
                  <a:schemeClr val="bg1"/>
                </a:solidFill>
                <a:latin typeface="Century Gothic" panose="020B0502020202020204" pitchFamily="34" charset="0"/>
              </a:rPr>
              <a:t>Build out top 1-2 AI embedded solutions: </a:t>
            </a:r>
            <a:r>
              <a:rPr lang="en-US" altLang="en-US" sz="1600" b="1" dirty="0">
                <a:solidFill>
                  <a:schemeClr val="bg1"/>
                </a:solidFill>
                <a:latin typeface="Century Gothic" panose="020B0502020202020204" pitchFamily="34" charset="0"/>
              </a:rPr>
              <a:t>Fri, 4/24</a:t>
            </a:r>
            <a:endParaRPr kumimoji="0" lang="en-US" altLang="en-US" sz="1600" b="1" i="0" u="none" strike="noStrike" cap="none" normalizeH="0" baseline="0" dirty="0">
              <a:ln>
                <a:noFill/>
              </a:ln>
              <a:solidFill>
                <a:schemeClr val="bg1"/>
              </a:solidFill>
              <a:effectLst/>
              <a:latin typeface="Century Gothic" panose="020B0502020202020204" pitchFamily="34" charset="0"/>
            </a:endParaRPr>
          </a:p>
        </p:txBody>
      </p:sp>
      <p:graphicFrame>
        <p:nvGraphicFramePr>
          <p:cNvPr id="5" name="Diagram 4">
            <a:extLst>
              <a:ext uri="{FF2B5EF4-FFF2-40B4-BE49-F238E27FC236}">
                <a16:creationId xmlns:a16="http://schemas.microsoft.com/office/drawing/2014/main" id="{4B4EF2A7-C059-9B63-832F-DA3048D8B9B3}"/>
              </a:ext>
            </a:extLst>
          </p:cNvPr>
          <p:cNvGraphicFramePr/>
          <p:nvPr>
            <p:extLst>
              <p:ext uri="{D42A27DB-BD31-4B8C-83A1-F6EECF244321}">
                <p14:modId xmlns:p14="http://schemas.microsoft.com/office/powerpoint/2010/main" val="407235471"/>
              </p:ext>
            </p:extLst>
          </p:nvPr>
        </p:nvGraphicFramePr>
        <p:xfrm>
          <a:off x="546500" y="1177654"/>
          <a:ext cx="8462200" cy="42337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599173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8191B-4B8B-8EAC-FA35-9EDE29CE1E48}"/>
            </a:ext>
          </a:extLst>
        </p:cNvPr>
        <p:cNvGrpSpPr/>
        <p:nvPr/>
      </p:nvGrpSpPr>
      <p:grpSpPr>
        <a:xfrm>
          <a:off x="0" y="0"/>
          <a:ext cx="0" cy="0"/>
          <a:chOff x="0" y="0"/>
          <a:chExt cx="0" cy="0"/>
        </a:xfrm>
      </p:grpSpPr>
      <p:sp>
        <p:nvSpPr>
          <p:cNvPr id="2" name="Title"/>
          <p:cNvSpPr txBox="1"/>
          <p:nvPr/>
        </p:nvSpPr>
        <p:spPr>
          <a:xfrm>
            <a:off x="560000" y="340000"/>
            <a:ext cx="11000000" cy="360000"/>
          </a:xfrm>
          <a:prstGeom prst="rect">
            <a:avLst/>
          </a:prstGeom>
          <a:noFill/>
          <a:ln w="12700">
            <a:noFill/>
          </a:ln>
        </p:spPr>
        <p:txBody>
          <a:bodyPr wrap="square" lIns="0" tIns="0" rIns="0" bIns="0" rtlCol="0"/>
          <a:lstStyle/>
          <a:p>
            <a:pPr marL="0" indent="0" algn="l">
              <a:spcAft>
                <a:spcPts val="0"/>
              </a:spcAft>
              <a:buNone/>
            </a:pPr>
            <a:r>
              <a:rPr lang="en-US" sz="2400" dirty="0">
                <a:solidFill>
                  <a:srgbClr val="283042"/>
                </a:solidFill>
                <a:latin typeface="Century Gothic" panose="020B0502020202020204" pitchFamily="34" charset="0"/>
              </a:rPr>
              <a:t>AI Infusion </a:t>
            </a:r>
            <a:r>
              <a:rPr lang="en-US" sz="2400" b="0" dirty="0">
                <a:solidFill>
                  <a:srgbClr val="283042"/>
                </a:solidFill>
                <a:latin typeface="Century Gothic" panose="020B0502020202020204" pitchFamily="34" charset="0"/>
              </a:rPr>
              <a:t>Homework</a:t>
            </a:r>
            <a:endParaRPr lang="en-US" sz="2400" dirty="0">
              <a:solidFill>
                <a:srgbClr val="283042"/>
              </a:solidFill>
              <a:latin typeface="Century Gothic" panose="020B0502020202020204" pitchFamily="34" charset="0"/>
            </a:endParaRPr>
          </a:p>
        </p:txBody>
      </p:sp>
      <p:sp>
        <p:nvSpPr>
          <p:cNvPr id="3" name="Subtitle"/>
          <p:cNvSpPr txBox="1"/>
          <p:nvPr/>
        </p:nvSpPr>
        <p:spPr>
          <a:xfrm>
            <a:off x="560000" y="760000"/>
            <a:ext cx="11000000" cy="280000"/>
          </a:xfrm>
          <a:prstGeom prst="rect">
            <a:avLst/>
          </a:prstGeom>
          <a:noFill/>
          <a:ln w="12700">
            <a:noFill/>
          </a:ln>
        </p:spPr>
        <p:txBody>
          <a:bodyPr wrap="square" lIns="0" tIns="0" rIns="0" bIns="0" rtlCol="0"/>
          <a:lstStyle/>
          <a:p>
            <a:pPr marL="0" indent="0" algn="l">
              <a:spcAft>
                <a:spcPts val="0"/>
              </a:spcAft>
              <a:buNone/>
            </a:pPr>
            <a:r>
              <a:rPr lang="en-US" sz="1450" b="0" dirty="0">
                <a:solidFill>
                  <a:srgbClr val="667085"/>
                </a:solidFill>
                <a:latin typeface="Century Gothic" panose="020B0502020202020204" pitchFamily="34" charset="0"/>
              </a:rPr>
              <a:t>Complete the requests below with your practice to identify where AI  can improve margin and automate repeatable work</a:t>
            </a:r>
            <a:endParaRPr lang="en-US" sz="1450" dirty="0">
              <a:solidFill>
                <a:srgbClr val="667085"/>
              </a:solidFill>
              <a:latin typeface="Century Gothic" panose="020B0502020202020204" pitchFamily="34" charset="0"/>
            </a:endParaRPr>
          </a:p>
        </p:txBody>
      </p:sp>
      <p:sp>
        <p:nvSpPr>
          <p:cNvPr id="4" name="Card1 Body"/>
          <p:cNvSpPr/>
          <p:nvPr/>
        </p:nvSpPr>
        <p:spPr>
          <a:xfrm>
            <a:off x="1109314" y="1310920"/>
            <a:ext cx="4838469" cy="3392170"/>
          </a:xfrm>
          <a:prstGeom prst="rect">
            <a:avLst/>
          </a:prstGeom>
          <a:solidFill>
            <a:srgbClr val="FFFFFF"/>
          </a:solidFill>
          <a:ln w="12700">
            <a:solidFill>
              <a:srgbClr val="C8CDD3"/>
            </a:solidFill>
          </a:ln>
        </p:spPr>
        <p:txBody>
          <a:bodyPr rtlCol="0"/>
          <a:lstStyle/>
          <a:p>
            <a:endParaRPr lang="en-CA">
              <a:latin typeface="Century Gothic" panose="020B0502020202020204" pitchFamily="34" charset="0"/>
            </a:endParaRPr>
          </a:p>
        </p:txBody>
      </p:sp>
      <p:sp>
        <p:nvSpPr>
          <p:cNvPr id="5" name="Card1 Rail"/>
          <p:cNvSpPr/>
          <p:nvPr/>
        </p:nvSpPr>
        <p:spPr>
          <a:xfrm>
            <a:off x="918561" y="1170920"/>
            <a:ext cx="322879" cy="2386391"/>
          </a:xfrm>
          <a:prstGeom prst="roundRect">
            <a:avLst/>
          </a:prstGeom>
          <a:solidFill>
            <a:srgbClr val="111111"/>
          </a:solidFill>
          <a:ln w="12700">
            <a:solidFill>
              <a:srgbClr val="111111"/>
            </a:solidFill>
          </a:ln>
        </p:spPr>
        <p:txBody>
          <a:bodyPr rtlCol="0"/>
          <a:lstStyle/>
          <a:p>
            <a:endParaRPr lang="en-CA" dirty="0">
              <a:solidFill>
                <a:schemeClr val="bg1"/>
              </a:solidFill>
              <a:latin typeface="Century Gothic" panose="020B0502020202020204" pitchFamily="34" charset="0"/>
            </a:endParaRPr>
          </a:p>
        </p:txBody>
      </p:sp>
      <p:sp>
        <p:nvSpPr>
          <p:cNvPr id="6" name="Card1 Title"/>
          <p:cNvSpPr txBox="1"/>
          <p:nvPr/>
        </p:nvSpPr>
        <p:spPr>
          <a:xfrm>
            <a:off x="1680521" y="1502189"/>
            <a:ext cx="3696053" cy="719999"/>
          </a:xfrm>
          <a:prstGeom prst="rect">
            <a:avLst/>
          </a:prstGeom>
          <a:noFill/>
          <a:ln w="12700">
            <a:noFill/>
          </a:ln>
        </p:spPr>
        <p:txBody>
          <a:bodyPr wrap="square" lIns="0" tIns="0" rIns="0" bIns="0" rtlCol="0"/>
          <a:lstStyle/>
          <a:p>
            <a:pPr marL="0" indent="0" algn="l">
              <a:spcAft>
                <a:spcPts val="60"/>
              </a:spcAft>
              <a:buNone/>
            </a:pPr>
            <a:r>
              <a:rPr lang="en-US" b="1" dirty="0">
                <a:solidFill>
                  <a:srgbClr val="111111"/>
                </a:solidFill>
                <a:latin typeface="Century Gothic" panose="020B0502020202020204" pitchFamily="34" charset="0"/>
              </a:rPr>
              <a:t>Ask #1: Identify Fixed-Fee
Contracts for AI Enhancement</a:t>
            </a:r>
            <a:endParaRPr lang="en-US" dirty="0">
              <a:solidFill>
                <a:srgbClr val="111111"/>
              </a:solidFill>
              <a:latin typeface="Century Gothic" panose="020B0502020202020204" pitchFamily="34" charset="0"/>
            </a:endParaRPr>
          </a:p>
        </p:txBody>
      </p:sp>
      <p:sp>
        <p:nvSpPr>
          <p:cNvPr id="7" name="Card1 BodyText"/>
          <p:cNvSpPr txBox="1"/>
          <p:nvPr/>
        </p:nvSpPr>
        <p:spPr>
          <a:xfrm>
            <a:off x="1636435" y="2182042"/>
            <a:ext cx="4170094" cy="2386391"/>
          </a:xfrm>
          <a:prstGeom prst="rect">
            <a:avLst/>
          </a:prstGeom>
          <a:noFill/>
          <a:ln w="12700">
            <a:noFill/>
          </a:ln>
        </p:spPr>
        <p:txBody>
          <a:bodyPr wrap="square" lIns="0" tIns="0" rIns="0" bIns="0" rtlCol="0" anchor="t"/>
          <a:lstStyle/>
          <a:p>
            <a:pPr marL="285750" indent="-285750">
              <a:spcAft>
                <a:spcPts val="180"/>
              </a:spcAft>
              <a:buFont typeface="Arial"/>
              <a:buChar char="•"/>
            </a:pPr>
            <a:r>
              <a:rPr lang="en-US" sz="1400" b="0" dirty="0">
                <a:latin typeface="Century Gothic" panose="020B0502020202020204" pitchFamily="34" charset="0"/>
              </a:rPr>
              <a:t>Use </a:t>
            </a:r>
            <a:r>
              <a:rPr lang="en-US" sz="1400" b="1" dirty="0">
                <a:solidFill>
                  <a:srgbClr val="00B0F0"/>
                </a:solidFill>
                <a:highlight>
                  <a:srgbClr val="FFFF00"/>
                </a:highlight>
                <a:latin typeface="Century Gothic" panose="020B0502020202020204" pitchFamily="34" charset="0"/>
                <a:hlinkClick r:id="rId3">
                  <a:extLst>
                    <a:ext uri="{A12FA001-AC4F-418D-AE19-62706E023703}">
                      <ahyp:hlinkClr xmlns:ahyp="http://schemas.microsoft.com/office/drawing/2018/hyperlinkcolor" val="tx"/>
                    </a:ext>
                  </a:extLst>
                </a:hlinkClick>
              </a:rPr>
              <a:t>Workbook B tab: “Fixed-Fee Contracts”</a:t>
            </a:r>
            <a:endParaRPr lang="en-US" sz="1400" b="1" dirty="0">
              <a:solidFill>
                <a:srgbClr val="00B0F0"/>
              </a:solidFill>
              <a:highlight>
                <a:srgbClr val="FFFF00"/>
              </a:highlight>
              <a:latin typeface="Century Gothic" panose="020B0502020202020204" pitchFamily="34" charset="0"/>
            </a:endParaRPr>
          </a:p>
          <a:p>
            <a:pPr marL="285750" indent="-285750" algn="l">
              <a:spcAft>
                <a:spcPts val="180"/>
              </a:spcAft>
              <a:buFont typeface="Arial"/>
              <a:buChar char="•"/>
            </a:pPr>
            <a:r>
              <a:rPr lang="en-US" sz="1400" b="0" dirty="0">
                <a:latin typeface="Century Gothic" panose="020B0502020202020204" pitchFamily="34" charset="0"/>
              </a:rPr>
              <a:t>Review the list of in-flight fixed-fee engagements </a:t>
            </a:r>
          </a:p>
          <a:p>
            <a:pPr marL="285750" indent="-285750" algn="l">
              <a:spcAft>
                <a:spcPts val="180"/>
              </a:spcAft>
              <a:buFont typeface="Arial"/>
              <a:buChar char="•"/>
            </a:pPr>
            <a:r>
              <a:rPr lang="en-US" sz="1400" dirty="0">
                <a:latin typeface="Century Gothic" panose="020B0502020202020204" pitchFamily="34" charset="0"/>
              </a:rPr>
              <a:t>Indicate in column C </a:t>
            </a:r>
            <a:r>
              <a:rPr lang="en-US" sz="1400" b="0" dirty="0">
                <a:latin typeface="Century Gothic" panose="020B0502020202020204" pitchFamily="34" charset="0"/>
              </a:rPr>
              <a:t>where you think AI could improve margin without reducing delivery quality</a:t>
            </a:r>
          </a:p>
          <a:p>
            <a:pPr marL="285750" indent="-285750" algn="l">
              <a:spcAft>
                <a:spcPts val="180"/>
              </a:spcAft>
              <a:buFont typeface="Arial"/>
              <a:buChar char="•"/>
            </a:pPr>
            <a:r>
              <a:rPr lang="en-US" sz="1400" dirty="0">
                <a:latin typeface="Century Gothic" panose="020B0502020202020204" pitchFamily="34" charset="0"/>
              </a:rPr>
              <a:t>Provide brief details in column D what component of the project could be enhanced with AI</a:t>
            </a:r>
          </a:p>
          <a:p>
            <a:pPr marL="285750" indent="-285750" algn="l">
              <a:spcAft>
                <a:spcPts val="180"/>
              </a:spcAft>
              <a:buFont typeface="Arial"/>
              <a:buChar char="•"/>
            </a:pPr>
            <a:r>
              <a:rPr lang="en-US" sz="1400" dirty="0">
                <a:latin typeface="Century Gothic" panose="020B0502020202020204" pitchFamily="34" charset="0"/>
              </a:rPr>
              <a:t>Highlight 1-2 you’d like to prioritize for build</a:t>
            </a:r>
          </a:p>
        </p:txBody>
      </p:sp>
      <p:sp>
        <p:nvSpPr>
          <p:cNvPr id="8" name="Card2 Body"/>
          <p:cNvSpPr/>
          <p:nvPr/>
        </p:nvSpPr>
        <p:spPr>
          <a:xfrm>
            <a:off x="6533531" y="1306771"/>
            <a:ext cx="4838469" cy="3392170"/>
          </a:xfrm>
          <a:prstGeom prst="rect">
            <a:avLst/>
          </a:prstGeom>
          <a:solidFill>
            <a:srgbClr val="FFFFFF"/>
          </a:solidFill>
          <a:ln w="12700">
            <a:solidFill>
              <a:srgbClr val="C8CDD3"/>
            </a:solidFill>
          </a:ln>
        </p:spPr>
        <p:txBody>
          <a:bodyPr rtlCol="0"/>
          <a:lstStyle/>
          <a:p>
            <a:endParaRPr lang="en-CA">
              <a:latin typeface="Century Gothic" panose="020B0502020202020204" pitchFamily="34" charset="0"/>
            </a:endParaRPr>
          </a:p>
        </p:txBody>
      </p:sp>
      <p:sp>
        <p:nvSpPr>
          <p:cNvPr id="9" name="Card2 Rail"/>
          <p:cNvSpPr/>
          <p:nvPr/>
        </p:nvSpPr>
        <p:spPr>
          <a:xfrm>
            <a:off x="6342778" y="1176491"/>
            <a:ext cx="322879" cy="2386391"/>
          </a:xfrm>
          <a:prstGeom prst="roundRect">
            <a:avLst/>
          </a:prstGeom>
          <a:solidFill>
            <a:srgbClr val="17B1BE"/>
          </a:solidFill>
          <a:ln w="12700">
            <a:solidFill>
              <a:srgbClr val="17B1BE"/>
            </a:solidFill>
          </a:ln>
        </p:spPr>
        <p:txBody>
          <a:bodyPr rtlCol="0"/>
          <a:lstStyle/>
          <a:p>
            <a:endParaRPr lang="en-CA">
              <a:latin typeface="Century Gothic" panose="020B0502020202020204" pitchFamily="34" charset="0"/>
            </a:endParaRPr>
          </a:p>
        </p:txBody>
      </p:sp>
      <p:sp>
        <p:nvSpPr>
          <p:cNvPr id="10" name="Card2 Title"/>
          <p:cNvSpPr txBox="1"/>
          <p:nvPr/>
        </p:nvSpPr>
        <p:spPr>
          <a:xfrm>
            <a:off x="7060652" y="1478224"/>
            <a:ext cx="3696053" cy="581538"/>
          </a:xfrm>
          <a:prstGeom prst="rect">
            <a:avLst/>
          </a:prstGeom>
          <a:noFill/>
          <a:ln w="12700">
            <a:noFill/>
          </a:ln>
        </p:spPr>
        <p:txBody>
          <a:bodyPr wrap="square" lIns="0" tIns="0" rIns="0" bIns="0" rtlCol="0"/>
          <a:lstStyle/>
          <a:p>
            <a:pPr marL="0" indent="0" algn="l">
              <a:spcAft>
                <a:spcPts val="0"/>
              </a:spcAft>
              <a:buNone/>
            </a:pPr>
            <a:r>
              <a:rPr lang="en-US" b="1" dirty="0">
                <a:solidFill>
                  <a:srgbClr val="111111"/>
                </a:solidFill>
                <a:latin typeface="Century Gothic" panose="020B0502020202020204" pitchFamily="34" charset="0"/>
              </a:rPr>
              <a:t>Ask #2: Identify Repetitive Work for AI Enhancement</a:t>
            </a:r>
            <a:endParaRPr lang="en-US" dirty="0">
              <a:solidFill>
                <a:srgbClr val="111111"/>
              </a:solidFill>
              <a:latin typeface="Century Gothic" panose="020B0502020202020204" pitchFamily="34" charset="0"/>
            </a:endParaRPr>
          </a:p>
        </p:txBody>
      </p:sp>
      <p:sp>
        <p:nvSpPr>
          <p:cNvPr id="11" name="Card2 BodyText"/>
          <p:cNvSpPr txBox="1"/>
          <p:nvPr/>
        </p:nvSpPr>
        <p:spPr>
          <a:xfrm>
            <a:off x="7060652" y="2117407"/>
            <a:ext cx="4028339" cy="2147096"/>
          </a:xfrm>
          <a:prstGeom prst="rect">
            <a:avLst/>
          </a:prstGeom>
          <a:noFill/>
          <a:ln w="12700">
            <a:noFill/>
          </a:ln>
        </p:spPr>
        <p:txBody>
          <a:bodyPr wrap="square" lIns="0" tIns="0" rIns="0" bIns="0" rtlCol="0" anchor="t"/>
          <a:lstStyle/>
          <a:p>
            <a:pPr marL="285750" indent="-285750" algn="l">
              <a:spcAft>
                <a:spcPts val="180"/>
              </a:spcAft>
              <a:buFont typeface="Arial"/>
              <a:buChar char="•"/>
            </a:pPr>
            <a:r>
              <a:rPr lang="en-US" sz="1400" b="0" dirty="0">
                <a:latin typeface="Century Gothic" panose="020B0502020202020204" pitchFamily="34" charset="0"/>
              </a:rPr>
              <a:t>Use </a:t>
            </a:r>
            <a:r>
              <a:rPr lang="en-US" sz="1400" b="1" dirty="0">
                <a:solidFill>
                  <a:srgbClr val="00B0F0"/>
                </a:solidFill>
                <a:highlight>
                  <a:srgbClr val="FFFF00"/>
                </a:highlight>
                <a:latin typeface="Century Gothic" panose="020B0502020202020204" pitchFamily="34" charset="0"/>
                <a:hlinkClick r:id="rId3">
                  <a:extLst>
                    <a:ext uri="{A12FA001-AC4F-418D-AE19-62706E023703}">
                      <ahyp:hlinkClr xmlns:ahyp="http://schemas.microsoft.com/office/drawing/2018/hyperlinkcolor" val="tx"/>
                    </a:ext>
                  </a:extLst>
                </a:hlinkClick>
              </a:rPr>
              <a:t>Workbook B tab: “Repetitive Tasks”</a:t>
            </a:r>
            <a:endParaRPr lang="en-US" sz="1400" b="1" dirty="0">
              <a:solidFill>
                <a:srgbClr val="00B0F0"/>
              </a:solidFill>
              <a:highlight>
                <a:srgbClr val="FFFF00"/>
              </a:highlight>
              <a:latin typeface="Century Gothic" panose="020B0502020202020204" pitchFamily="34" charset="0"/>
            </a:endParaRPr>
          </a:p>
          <a:p>
            <a:pPr marL="285750" indent="-285750" algn="l">
              <a:spcAft>
                <a:spcPts val="180"/>
              </a:spcAft>
              <a:buFont typeface="Arial"/>
              <a:buChar char="•"/>
            </a:pPr>
            <a:r>
              <a:rPr lang="en-US" sz="1400" b="0" dirty="0">
                <a:latin typeface="Century Gothic" panose="020B0502020202020204" pitchFamily="34" charset="0"/>
              </a:rPr>
              <a:t>Identify representative or repetitive delivery work that could be automated or accelerated with AI.</a:t>
            </a:r>
            <a:endParaRPr lang="en-US" sz="1400" dirty="0">
              <a:latin typeface="Century Gothic" panose="020B0502020202020204" pitchFamily="34" charset="0"/>
            </a:endParaRPr>
          </a:p>
          <a:p>
            <a:pPr marL="742950" lvl="1" indent="-285750">
              <a:spcAft>
                <a:spcPts val="180"/>
              </a:spcAft>
              <a:buFont typeface="Arial"/>
              <a:buChar char="•"/>
            </a:pPr>
            <a:r>
              <a:rPr lang="en-US" sz="1400" b="0" dirty="0">
                <a:latin typeface="Century Gothic" panose="020B0502020202020204" pitchFamily="34" charset="0"/>
              </a:rPr>
              <a:t>Consider the the workflow, frequency, current effort, candidate AI assist or agent, human review needs, repeatability, and expected impact</a:t>
            </a:r>
          </a:p>
          <a:p>
            <a:pPr marL="285750" indent="-285750">
              <a:spcAft>
                <a:spcPts val="180"/>
              </a:spcAft>
              <a:buFont typeface="Arial"/>
              <a:buChar char="•"/>
            </a:pPr>
            <a:r>
              <a:rPr lang="en-US" sz="1400" b="0" dirty="0">
                <a:latin typeface="Century Gothic" panose="020B0502020202020204" pitchFamily="34" charset="0"/>
              </a:rPr>
              <a:t>Highlight 1-2 you’d like to prioritize for build</a:t>
            </a:r>
          </a:p>
          <a:p>
            <a:pPr marL="742950" lvl="1" indent="-285750">
              <a:spcAft>
                <a:spcPts val="180"/>
              </a:spcAft>
              <a:buFont typeface="Arial"/>
              <a:buChar char="•"/>
            </a:pPr>
            <a:endParaRPr lang="en-US" sz="1400" dirty="0">
              <a:latin typeface="Century Gothic" panose="020B0502020202020204" pitchFamily="34" charset="0"/>
            </a:endParaRPr>
          </a:p>
        </p:txBody>
      </p:sp>
      <p:sp>
        <p:nvSpPr>
          <p:cNvPr id="16" name="Bottom Box"/>
          <p:cNvSpPr/>
          <p:nvPr/>
        </p:nvSpPr>
        <p:spPr>
          <a:xfrm>
            <a:off x="1109314" y="4908433"/>
            <a:ext cx="10262686" cy="1425865"/>
          </a:xfrm>
          <a:prstGeom prst="rect">
            <a:avLst/>
          </a:prstGeom>
          <a:solidFill>
            <a:srgbClr val="F7F8FA"/>
          </a:solidFill>
          <a:ln w="12700">
            <a:solidFill>
              <a:srgbClr val="D7DCE2"/>
            </a:solidFill>
          </a:ln>
        </p:spPr>
        <p:txBody>
          <a:bodyPr rtlCol="0"/>
          <a:lstStyle/>
          <a:p>
            <a:endParaRPr lang="en-CA" sz="1400">
              <a:latin typeface="Century Gothic" panose="020B0502020202020204" pitchFamily="34" charset="0"/>
            </a:endParaRPr>
          </a:p>
        </p:txBody>
      </p:sp>
      <p:sp>
        <p:nvSpPr>
          <p:cNvPr id="13" name="Guide Text"/>
          <p:cNvSpPr txBox="1"/>
          <p:nvPr/>
        </p:nvSpPr>
        <p:spPr>
          <a:xfrm>
            <a:off x="1340000" y="5324909"/>
            <a:ext cx="9952000" cy="928322"/>
          </a:xfrm>
          <a:prstGeom prst="rect">
            <a:avLst/>
          </a:prstGeom>
          <a:noFill/>
          <a:ln w="12700">
            <a:noFill/>
          </a:ln>
        </p:spPr>
        <p:txBody>
          <a:bodyPr wrap="square" lIns="0" tIns="0" rIns="0" bIns="0" rtlCol="0" anchor="ctr"/>
          <a:lstStyle/>
          <a:p>
            <a:pPr>
              <a:spcAft>
                <a:spcPts val="170"/>
              </a:spcAft>
            </a:pPr>
            <a:r>
              <a:rPr lang="en-US" sz="1400" dirty="0">
                <a:latin typeface="Century Gothic" panose="020B0502020202020204" pitchFamily="34" charset="0"/>
              </a:rPr>
              <a:t>1. Complete </a:t>
            </a:r>
            <a:r>
              <a:rPr lang="en-US" sz="1400" b="1" dirty="0">
                <a:latin typeface="Century Gothic" panose="020B0502020202020204" pitchFamily="34" charset="0"/>
              </a:rPr>
              <a:t>both tabs</a:t>
            </a:r>
            <a:r>
              <a:rPr lang="en-US" sz="1400" dirty="0">
                <a:latin typeface="Century Gothic" panose="020B0502020202020204" pitchFamily="34" charset="0"/>
              </a:rPr>
              <a:t> in </a:t>
            </a:r>
            <a:r>
              <a:rPr lang="en-US" sz="1400" b="1" dirty="0">
                <a:solidFill>
                  <a:srgbClr val="00B0F0"/>
                </a:solidFill>
                <a:highlight>
                  <a:srgbClr val="FFFF00"/>
                </a:highlight>
                <a:latin typeface="Century Gothic" panose="020B0502020202020204" pitchFamily="34" charset="0"/>
                <a:hlinkClick r:id="rId4">
                  <a:extLst>
                    <a:ext uri="{A12FA001-AC4F-418D-AE19-62706E023703}">
                      <ahyp:hlinkClr xmlns:ahyp="http://schemas.microsoft.com/office/drawing/2018/hyperlinkcolor" val="tx"/>
                    </a:ext>
                  </a:extLst>
                </a:hlinkClick>
              </a:rPr>
              <a:t>Workbook B</a:t>
            </a:r>
            <a:r>
              <a:rPr lang="en-US" sz="1400" dirty="0">
                <a:latin typeface="Century Gothic" panose="020B0502020202020204" pitchFamily="34" charset="0"/>
              </a:rPr>
              <a:t>.</a:t>
            </a:r>
          </a:p>
          <a:p>
            <a:pPr>
              <a:spcAft>
                <a:spcPts val="170"/>
              </a:spcAft>
            </a:pPr>
            <a:r>
              <a:rPr lang="en-US" sz="1400" dirty="0">
                <a:latin typeface="Century Gothic" panose="020B0502020202020204" pitchFamily="34" charset="0"/>
              </a:rPr>
              <a:t>2. Focus on real work already happening in delivery, not hypothetical ideas.</a:t>
            </a:r>
          </a:p>
          <a:p>
            <a:pPr>
              <a:spcAft>
                <a:spcPts val="170"/>
              </a:spcAft>
            </a:pPr>
            <a:r>
              <a:rPr lang="en-US" sz="1400" dirty="0">
                <a:latin typeface="Century Gothic" panose="020B0502020202020204" pitchFamily="34" charset="0"/>
              </a:rPr>
              <a:t>3. Be specific about </a:t>
            </a:r>
            <a:r>
              <a:rPr lang="en-US" sz="1400" b="1" dirty="0">
                <a:latin typeface="Century Gothic" panose="020B0502020202020204" pitchFamily="34" charset="0"/>
              </a:rPr>
              <a:t>margin impact, effort saved, and guardrails.</a:t>
            </a:r>
            <a:endParaRPr lang="en-US" sz="1400" dirty="0">
              <a:latin typeface="Century Gothic" panose="020B0502020202020204" pitchFamily="34" charset="0"/>
            </a:endParaRPr>
          </a:p>
          <a:p>
            <a:pPr>
              <a:spcAft>
                <a:spcPts val="170"/>
              </a:spcAft>
            </a:pPr>
            <a:r>
              <a:rPr lang="en-US" sz="1400" dirty="0">
                <a:latin typeface="Century Gothic" panose="020B0502020202020204" pitchFamily="34" charset="0"/>
              </a:rPr>
              <a:t>4. Bring examples that can be reviewed in the next AI infusion working session.</a:t>
            </a:r>
          </a:p>
        </p:txBody>
      </p:sp>
      <p:sp>
        <p:nvSpPr>
          <p:cNvPr id="22" name="TextBox 21">
            <a:extLst>
              <a:ext uri="{FF2B5EF4-FFF2-40B4-BE49-F238E27FC236}">
                <a16:creationId xmlns:a16="http://schemas.microsoft.com/office/drawing/2014/main" id="{825EF8A9-7B93-A440-172C-B4274CDFF24E}"/>
              </a:ext>
            </a:extLst>
          </p:cNvPr>
          <p:cNvSpPr txBox="1"/>
          <p:nvPr/>
        </p:nvSpPr>
        <p:spPr>
          <a:xfrm>
            <a:off x="1241440" y="4981328"/>
            <a:ext cx="6096000" cy="307777"/>
          </a:xfrm>
          <a:prstGeom prst="rect">
            <a:avLst/>
          </a:prstGeom>
          <a:noFill/>
        </p:spPr>
        <p:txBody>
          <a:bodyPr wrap="square">
            <a:spAutoFit/>
          </a:bodyPr>
          <a:lstStyle/>
          <a:p>
            <a:r>
              <a:rPr lang="en-US" sz="1400" b="1" dirty="0">
                <a:solidFill>
                  <a:srgbClr val="1F2937"/>
                </a:solidFill>
                <a:latin typeface="Century Gothic" panose="020B0502020202020204" pitchFamily="34" charset="0"/>
              </a:rPr>
              <a:t>Please complete the following by </a:t>
            </a:r>
            <a:r>
              <a:rPr lang="en-US" sz="1400" b="1" dirty="0">
                <a:solidFill>
                  <a:srgbClr val="1F2937"/>
                </a:solidFill>
                <a:highlight>
                  <a:srgbClr val="FFFF00"/>
                </a:highlight>
                <a:latin typeface="Century Gothic" panose="020B0502020202020204" pitchFamily="34" charset="0"/>
              </a:rPr>
              <a:t>Friday, April 10</a:t>
            </a:r>
            <a:r>
              <a:rPr lang="en-US" sz="1400" b="1" baseline="30000" dirty="0">
                <a:solidFill>
                  <a:srgbClr val="1F2937"/>
                </a:solidFill>
                <a:highlight>
                  <a:srgbClr val="FFFF00"/>
                </a:highlight>
                <a:latin typeface="Century Gothic" panose="020B0502020202020204" pitchFamily="34" charset="0"/>
              </a:rPr>
              <a:t>th</a:t>
            </a:r>
            <a:r>
              <a:rPr lang="en-US" sz="1400" b="1" dirty="0">
                <a:solidFill>
                  <a:srgbClr val="1F2937"/>
                </a:solidFill>
                <a:latin typeface="Century Gothic" panose="020B0502020202020204" pitchFamily="34" charset="0"/>
              </a:rPr>
              <a:t>: </a:t>
            </a:r>
          </a:p>
        </p:txBody>
      </p:sp>
    </p:spTree>
    <p:extLst>
      <p:ext uri="{BB962C8B-B14F-4D97-AF65-F5344CB8AC3E}">
        <p14:creationId xmlns:p14="http://schemas.microsoft.com/office/powerpoint/2010/main" val="19933802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8191B-4B8B-8EAC-FA35-9EDE29CE1E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3FCF81-7C59-25F1-156A-339CA3EBF2B2}"/>
              </a:ext>
            </a:extLst>
          </p:cNvPr>
          <p:cNvSpPr>
            <a:spLocks noGrp="1"/>
          </p:cNvSpPr>
          <p:nvPr>
            <p:ph type="title"/>
          </p:nvPr>
        </p:nvSpPr>
        <p:spPr>
          <a:xfrm>
            <a:off x="542649" y="365127"/>
            <a:ext cx="11098999" cy="332399"/>
          </a:xfrm>
        </p:spPr>
        <p:txBody>
          <a:bodyPr/>
          <a:lstStyle/>
          <a:p>
            <a:r>
              <a:rPr lang="en-US" sz="2400" dirty="0"/>
              <a:t>Scaling our ai Capability: </a:t>
            </a:r>
            <a:r>
              <a:rPr lang="en-US" sz="2400" b="0" dirty="0"/>
              <a:t>Kick off April 10</a:t>
            </a:r>
            <a:r>
              <a:rPr lang="en-US" sz="2400" b="0" baseline="30000" dirty="0"/>
              <a:t>th</a:t>
            </a:r>
            <a:r>
              <a:rPr lang="en-US" sz="2400" b="0" dirty="0"/>
              <a:t> </a:t>
            </a:r>
          </a:p>
        </p:txBody>
      </p:sp>
      <p:sp>
        <p:nvSpPr>
          <p:cNvPr id="3" name="Text Placeholder 2">
            <a:extLst>
              <a:ext uri="{FF2B5EF4-FFF2-40B4-BE49-F238E27FC236}">
                <a16:creationId xmlns:a16="http://schemas.microsoft.com/office/drawing/2014/main" id="{287E7BE6-7464-93C7-BF97-EE2B913DF9AA}"/>
              </a:ext>
            </a:extLst>
          </p:cNvPr>
          <p:cNvSpPr>
            <a:spLocks noGrp="1"/>
          </p:cNvSpPr>
          <p:nvPr>
            <p:ph type="body" sz="quarter" idx="11"/>
          </p:nvPr>
        </p:nvSpPr>
        <p:spPr>
          <a:xfrm>
            <a:off x="567539" y="786844"/>
            <a:ext cx="11098999" cy="221599"/>
          </a:xfrm>
        </p:spPr>
        <p:txBody>
          <a:bodyPr/>
          <a:lstStyle/>
          <a:p>
            <a:r>
              <a:rPr lang="en-US" sz="1600" dirty="0"/>
              <a:t>Alternating Bi-weekly Friday showcases to power up sales &amp; transform how we operate with AI</a:t>
            </a:r>
          </a:p>
        </p:txBody>
      </p:sp>
      <p:sp>
        <p:nvSpPr>
          <p:cNvPr id="10" name="Rectangle 9">
            <a:extLst>
              <a:ext uri="{FF2B5EF4-FFF2-40B4-BE49-F238E27FC236}">
                <a16:creationId xmlns:a16="http://schemas.microsoft.com/office/drawing/2014/main" id="{BB658508-F4BE-D7D6-67FC-D36FB2A8FE8E}"/>
              </a:ext>
            </a:extLst>
          </p:cNvPr>
          <p:cNvSpPr/>
          <p:nvPr/>
        </p:nvSpPr>
        <p:spPr>
          <a:xfrm>
            <a:off x="812255" y="1276454"/>
            <a:ext cx="4037685" cy="230498"/>
          </a:xfrm>
          <a:prstGeom prst="rect">
            <a:avLst/>
          </a:prstGeom>
          <a:noFill/>
          <a:ln w="12700" cap="flat" cmpd="sng" algn="ctr">
            <a:noFill/>
            <a:prstDash val="solid"/>
            <a:miter lim="800000"/>
          </a:ln>
          <a:effectLst/>
        </p:spPr>
        <p:txBody>
          <a:bodyPr wrap="square" lIns="0" bIns="68580" rtlCol="0" anchor="ctr">
            <a:noAutofit/>
          </a:bodyPr>
          <a:lstStyle/>
          <a:p>
            <a:pPr marL="365760" marR="0" lvl="0" indent="0" algn="ctr" defTabSz="914400" rtl="0" eaLnBrk="1" fontAlgn="auto" latinLnBrk="0" hangingPunct="1">
              <a:lnSpc>
                <a:spcPct val="90000"/>
              </a:lnSpc>
              <a:spcBef>
                <a:spcPct val="0"/>
              </a:spcBef>
              <a:spcAft>
                <a:spcPts val="0"/>
              </a:spcAft>
              <a:buClrTx/>
              <a:buSzTx/>
              <a:buFontTx/>
              <a:buNone/>
              <a:tabLst/>
              <a:defRPr/>
            </a:pPr>
            <a:r>
              <a:rPr lang="en-US" sz="1600" b="1" cap="all" dirty="0">
                <a:solidFill>
                  <a:srgbClr val="005F65"/>
                </a:solidFill>
                <a:latin typeface="Century Gothic" panose="020B0502020202020204" pitchFamily="34" charset="0"/>
                <a:sym typeface="+mn-lt"/>
              </a:rPr>
              <a:t>AI SERVICE OFFERINGS SHOWCASE</a:t>
            </a:r>
            <a:endParaRPr kumimoji="0" lang="en-US" sz="1600" b="1" i="0" u="none" strike="noStrike" kern="1200" cap="all" spc="0" normalizeH="0" baseline="0" noProof="0" dirty="0">
              <a:ln>
                <a:noFill/>
              </a:ln>
              <a:solidFill>
                <a:srgbClr val="005F65"/>
              </a:solidFill>
              <a:effectLst/>
              <a:uLnTx/>
              <a:uFillTx/>
              <a:latin typeface="Century Gothic" panose="020B0502020202020204" pitchFamily="34" charset="0"/>
              <a:ea typeface="+mn-ea"/>
              <a:cs typeface="+mn-cs"/>
              <a:sym typeface="+mn-lt"/>
            </a:endParaRPr>
          </a:p>
        </p:txBody>
      </p:sp>
      <p:sp>
        <p:nvSpPr>
          <p:cNvPr id="12" name="Rectangle 11">
            <a:extLst>
              <a:ext uri="{FF2B5EF4-FFF2-40B4-BE49-F238E27FC236}">
                <a16:creationId xmlns:a16="http://schemas.microsoft.com/office/drawing/2014/main" id="{3D24F4F8-9450-070D-D51E-2F59A30A2964}"/>
              </a:ext>
            </a:extLst>
          </p:cNvPr>
          <p:cNvSpPr/>
          <p:nvPr/>
        </p:nvSpPr>
        <p:spPr>
          <a:xfrm>
            <a:off x="705482" y="1139344"/>
            <a:ext cx="444552" cy="423085"/>
          </a:xfrm>
          <a:prstGeom prst="rect">
            <a:avLst/>
          </a:prstGeom>
          <a:solidFill>
            <a:srgbClr val="005F65"/>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584200" rtl="0" eaLnBrk="1" fontAlgn="auto" latinLnBrk="0" hangingPunct="0">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Tungsten Semibold"/>
                <a:ea typeface="Helvetica Neue Medium"/>
                <a:cs typeface="Helvetica Neue Medium"/>
                <a:sym typeface="Helvetica Neue Medium"/>
              </a:rPr>
              <a:t>1</a:t>
            </a:r>
          </a:p>
        </p:txBody>
      </p:sp>
      <p:sp>
        <p:nvSpPr>
          <p:cNvPr id="21" name="Rectangle 20">
            <a:extLst>
              <a:ext uri="{FF2B5EF4-FFF2-40B4-BE49-F238E27FC236}">
                <a16:creationId xmlns:a16="http://schemas.microsoft.com/office/drawing/2014/main" id="{342D5A8E-BEA3-52D1-2E6D-E3C4BAF8CB8F}"/>
              </a:ext>
            </a:extLst>
          </p:cNvPr>
          <p:cNvSpPr/>
          <p:nvPr/>
        </p:nvSpPr>
        <p:spPr>
          <a:xfrm>
            <a:off x="5918479" y="1266939"/>
            <a:ext cx="3657600" cy="230498"/>
          </a:xfrm>
          <a:prstGeom prst="rect">
            <a:avLst/>
          </a:prstGeom>
          <a:noFill/>
          <a:ln w="12700" cap="flat" cmpd="sng" algn="ctr">
            <a:noFill/>
            <a:prstDash val="solid"/>
            <a:miter lim="800000"/>
          </a:ln>
          <a:effectLst/>
        </p:spPr>
        <p:txBody>
          <a:bodyPr wrap="square" lIns="0" bIns="68580" rtlCol="0" anchor="ctr">
            <a:noAutofit/>
          </a:bodyPr>
          <a:lstStyle/>
          <a:p>
            <a:pPr marL="365760" marR="0" lvl="0" indent="0" algn="ctr" defTabSz="914400" rtl="0" eaLnBrk="1" fontAlgn="auto" latinLnBrk="0" hangingPunct="1">
              <a:lnSpc>
                <a:spcPct val="90000"/>
              </a:lnSpc>
              <a:spcBef>
                <a:spcPct val="0"/>
              </a:spcBef>
              <a:spcAft>
                <a:spcPts val="0"/>
              </a:spcAft>
              <a:buClrTx/>
              <a:buSzTx/>
              <a:buFontTx/>
              <a:buNone/>
              <a:tabLst/>
              <a:defRPr/>
            </a:pPr>
            <a:r>
              <a:rPr lang="en-US" sz="1600" b="1" cap="all" dirty="0">
                <a:solidFill>
                  <a:srgbClr val="005F65"/>
                </a:solidFill>
                <a:latin typeface="Century Gothic" panose="020B0502020202020204" pitchFamily="34" charset="0"/>
                <a:sym typeface="+mn-lt"/>
              </a:rPr>
              <a:t>AI Infusion Showcase</a:t>
            </a:r>
            <a:endParaRPr kumimoji="0" lang="en-US" sz="1600" b="1" i="0" u="none" strike="noStrike" kern="1200" cap="all" spc="0" normalizeH="0" baseline="0" noProof="0" dirty="0">
              <a:ln>
                <a:noFill/>
              </a:ln>
              <a:solidFill>
                <a:srgbClr val="005F65"/>
              </a:solidFill>
              <a:effectLst/>
              <a:uLnTx/>
              <a:uFillTx/>
              <a:latin typeface="Century Gothic" panose="020B0502020202020204" pitchFamily="34" charset="0"/>
              <a:ea typeface="+mn-ea"/>
              <a:cs typeface="+mn-cs"/>
              <a:sym typeface="+mn-lt"/>
            </a:endParaRPr>
          </a:p>
        </p:txBody>
      </p:sp>
      <p:sp>
        <p:nvSpPr>
          <p:cNvPr id="22" name="Rectangle 21">
            <a:extLst>
              <a:ext uri="{FF2B5EF4-FFF2-40B4-BE49-F238E27FC236}">
                <a16:creationId xmlns:a16="http://schemas.microsoft.com/office/drawing/2014/main" id="{4CE862CC-B687-81D8-5209-ED060DA862B0}"/>
              </a:ext>
            </a:extLst>
          </p:cNvPr>
          <p:cNvSpPr/>
          <p:nvPr/>
        </p:nvSpPr>
        <p:spPr>
          <a:xfrm>
            <a:off x="6157691" y="1139344"/>
            <a:ext cx="444552" cy="423085"/>
          </a:xfrm>
          <a:prstGeom prst="rect">
            <a:avLst/>
          </a:prstGeom>
          <a:solidFill>
            <a:srgbClr val="005F65"/>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584200" rtl="0" eaLnBrk="1" fontAlgn="auto" latinLnBrk="0" hangingPunct="0">
              <a:lnSpc>
                <a:spcPct val="100000"/>
              </a:lnSpc>
              <a:spcBef>
                <a:spcPts val="0"/>
              </a:spcBef>
              <a:spcAft>
                <a:spcPts val="0"/>
              </a:spcAft>
              <a:buClrTx/>
              <a:buSzTx/>
              <a:buFontTx/>
              <a:buNone/>
              <a:tabLst/>
              <a:defRPr/>
            </a:pPr>
            <a:r>
              <a:rPr lang="en-US" sz="1600">
                <a:solidFill>
                  <a:srgbClr val="FFFFFF"/>
                </a:solidFill>
                <a:latin typeface="Tungsten Semibold"/>
                <a:ea typeface="Helvetica Neue Medium"/>
                <a:cs typeface="Helvetica Neue Medium"/>
                <a:sym typeface="Helvetica Neue Medium"/>
              </a:rPr>
              <a:t>2</a:t>
            </a:r>
            <a:endParaRPr kumimoji="0" lang="en-US" sz="1600" b="0" i="0" u="none" strike="noStrike" kern="1200" cap="none" spc="0" normalizeH="0" baseline="0" noProof="0">
              <a:ln>
                <a:noFill/>
              </a:ln>
              <a:solidFill>
                <a:srgbClr val="FFFFFF"/>
              </a:solidFill>
              <a:effectLst/>
              <a:uLnTx/>
              <a:uFillTx/>
              <a:latin typeface="Tungsten Semibold"/>
              <a:ea typeface="Helvetica Neue Medium"/>
              <a:cs typeface="Helvetica Neue Medium"/>
              <a:sym typeface="Helvetica Neue Medium"/>
            </a:endParaRPr>
          </a:p>
        </p:txBody>
      </p:sp>
      <p:sp>
        <p:nvSpPr>
          <p:cNvPr id="6" name="TextBox 5">
            <a:extLst>
              <a:ext uri="{FF2B5EF4-FFF2-40B4-BE49-F238E27FC236}">
                <a16:creationId xmlns:a16="http://schemas.microsoft.com/office/drawing/2014/main" id="{33707628-8D81-8B78-26A5-92460A93B5AB}"/>
              </a:ext>
            </a:extLst>
          </p:cNvPr>
          <p:cNvSpPr txBox="1"/>
          <p:nvPr/>
        </p:nvSpPr>
        <p:spPr>
          <a:xfrm>
            <a:off x="638105" y="1699539"/>
            <a:ext cx="4712743" cy="4549964"/>
          </a:xfrm>
          <a:prstGeom prst="rect">
            <a:avLst/>
          </a:prstGeom>
          <a:noFill/>
        </p:spPr>
        <p:txBody>
          <a:bodyPr wrap="square">
            <a:spAutoFit/>
          </a:bodyPr>
          <a:lstStyle/>
          <a:p>
            <a:pPr>
              <a:spcBef>
                <a:spcPts val="200"/>
              </a:spcBef>
              <a:buNone/>
            </a:pPr>
            <a:r>
              <a:rPr lang="en-US" sz="1050" b="1" dirty="0">
                <a:solidFill>
                  <a:srgbClr val="004346"/>
                </a:solidFill>
              </a:rPr>
              <a:t>Purpose</a:t>
            </a:r>
          </a:p>
          <a:p>
            <a:pPr>
              <a:spcBef>
                <a:spcPts val="200"/>
              </a:spcBef>
            </a:pPr>
            <a:r>
              <a:rPr lang="en-CA" sz="1050" dirty="0"/>
              <a:t>Scale </a:t>
            </a:r>
            <a:r>
              <a:rPr lang="en-CA" sz="1050" b="1" dirty="0"/>
              <a:t>AI offerings that drive pipeline and revenue growth</a:t>
            </a:r>
            <a:endParaRPr lang="en-US" sz="1050" dirty="0"/>
          </a:p>
          <a:p>
            <a:pPr>
              <a:spcBef>
                <a:spcPts val="200"/>
              </a:spcBef>
            </a:pPr>
            <a:endParaRPr lang="en-US" sz="1050" b="1" dirty="0">
              <a:solidFill>
                <a:srgbClr val="004346"/>
              </a:solidFill>
            </a:endParaRPr>
          </a:p>
          <a:p>
            <a:pPr>
              <a:spcBef>
                <a:spcPts val="200"/>
              </a:spcBef>
            </a:pPr>
            <a:r>
              <a:rPr lang="en-US" sz="1050" b="1" dirty="0">
                <a:solidFill>
                  <a:srgbClr val="004346"/>
                </a:solidFill>
              </a:rPr>
              <a:t>Audience</a:t>
            </a:r>
          </a:p>
          <a:p>
            <a:pPr marL="171450" indent="-171450">
              <a:spcBef>
                <a:spcPts val="200"/>
              </a:spcBef>
              <a:buFont typeface="Arial" panose="020B0604020202020204" pitchFamily="34" charset="0"/>
              <a:buChar char="•"/>
            </a:pPr>
            <a:r>
              <a:rPr lang="en-US" sz="1050" dirty="0"/>
              <a:t>AI Power Team (Facilitator / Presenter)</a:t>
            </a:r>
          </a:p>
          <a:p>
            <a:pPr marL="171450" indent="-171450">
              <a:spcBef>
                <a:spcPts val="200"/>
              </a:spcBef>
              <a:buFont typeface="Arial" panose="020B0604020202020204" pitchFamily="34" charset="0"/>
              <a:buChar char="•"/>
            </a:pPr>
            <a:r>
              <a:rPr lang="en-US" sz="1050" dirty="0"/>
              <a:t>Leadership Team</a:t>
            </a:r>
          </a:p>
          <a:p>
            <a:pPr marL="171450" indent="-171450">
              <a:spcBef>
                <a:spcPts val="200"/>
              </a:spcBef>
              <a:buFont typeface="Arial" panose="020B0604020202020204" pitchFamily="34" charset="0"/>
              <a:buChar char="•"/>
            </a:pPr>
            <a:r>
              <a:rPr lang="en-US" sz="1050" dirty="0"/>
              <a:t>All Employees</a:t>
            </a:r>
          </a:p>
          <a:p>
            <a:pPr>
              <a:spcBef>
                <a:spcPts val="200"/>
              </a:spcBef>
            </a:pPr>
            <a:endParaRPr lang="en-US" sz="1050" dirty="0"/>
          </a:p>
          <a:p>
            <a:pPr>
              <a:spcBef>
                <a:spcPts val="200"/>
              </a:spcBef>
            </a:pPr>
            <a:r>
              <a:rPr lang="en-US" sz="1050" b="1" dirty="0">
                <a:solidFill>
                  <a:srgbClr val="004346"/>
                </a:solidFill>
              </a:rPr>
              <a:t>What this covers</a:t>
            </a:r>
          </a:p>
          <a:p>
            <a:r>
              <a:rPr lang="en-CA" sz="1050" dirty="0"/>
              <a:t>How we turn a problem to an offering to pipeline</a:t>
            </a:r>
          </a:p>
          <a:p>
            <a:pPr marL="171450" indent="-171450">
              <a:buFont typeface="Arial" panose="020B0604020202020204" pitchFamily="34" charset="0"/>
              <a:buChar char="•"/>
            </a:pPr>
            <a:r>
              <a:rPr lang="en-CA" sz="1050" b="1" dirty="0"/>
              <a:t>Domain problem / buyer need</a:t>
            </a:r>
            <a:r>
              <a:rPr lang="en-CA" sz="1050" dirty="0"/>
              <a:t> being addressed</a:t>
            </a:r>
          </a:p>
          <a:p>
            <a:pPr marL="171450" indent="-171450">
              <a:buFont typeface="Arial" panose="020B0604020202020204" pitchFamily="34" charset="0"/>
              <a:buChar char="•"/>
            </a:pPr>
            <a:r>
              <a:rPr lang="en-CA" sz="1050" b="1" dirty="0"/>
              <a:t>AI use case and demo</a:t>
            </a:r>
            <a:r>
              <a:rPr lang="en-CA" sz="1050" dirty="0"/>
              <a:t> (what we’re taking to market)</a:t>
            </a:r>
          </a:p>
          <a:p>
            <a:pPr marL="171450" indent="-171450">
              <a:buFont typeface="Arial" panose="020B0604020202020204" pitchFamily="34" charset="0"/>
              <a:buChar char="•"/>
            </a:pPr>
            <a:r>
              <a:rPr lang="en-CA" sz="1050" b="1" dirty="0"/>
              <a:t>Where it fits and who is buying</a:t>
            </a:r>
            <a:r>
              <a:rPr lang="en-CA" sz="1050" dirty="0"/>
              <a:t> (target clients / industries)</a:t>
            </a:r>
          </a:p>
          <a:p>
            <a:pPr marL="171450" indent="-171450">
              <a:buFont typeface="Arial" panose="020B0604020202020204" pitchFamily="34" charset="0"/>
              <a:buChar char="•"/>
            </a:pPr>
            <a:r>
              <a:rPr lang="en-CA" sz="1050" b="1" dirty="0"/>
              <a:t>GTM readiness:</a:t>
            </a:r>
            <a:r>
              <a:rPr lang="en-CA" sz="1050" dirty="0"/>
              <a:t> talk track, positioning, target accounts</a:t>
            </a:r>
          </a:p>
          <a:p>
            <a:endParaRPr lang="en-CA" sz="1050" dirty="0"/>
          </a:p>
          <a:p>
            <a:pPr>
              <a:spcBef>
                <a:spcPts val="200"/>
              </a:spcBef>
            </a:pPr>
            <a:r>
              <a:rPr lang="en-US" sz="1050" b="1" dirty="0">
                <a:solidFill>
                  <a:srgbClr val="004346"/>
                </a:solidFill>
              </a:rPr>
              <a:t>What presenters should bring</a:t>
            </a:r>
          </a:p>
          <a:p>
            <a:r>
              <a:rPr lang="en-CA" sz="1050" dirty="0"/>
              <a:t>A </a:t>
            </a:r>
            <a:r>
              <a:rPr lang="en-CA" sz="1050" b="1" dirty="0"/>
              <a:t>market-ready AI offering</a:t>
            </a:r>
            <a:endParaRPr lang="en-CA" sz="1050" dirty="0"/>
          </a:p>
          <a:p>
            <a:pPr marL="171450" indent="-171450">
              <a:buFont typeface="Arial" panose="020B0604020202020204" pitchFamily="34" charset="0"/>
              <a:buChar char="•"/>
            </a:pPr>
            <a:r>
              <a:rPr lang="en-CA" sz="1050" dirty="0"/>
              <a:t>A clear </a:t>
            </a:r>
            <a:r>
              <a:rPr lang="en-CA" sz="1050" b="1" dirty="0"/>
              <a:t>problem statement and value proposition</a:t>
            </a:r>
            <a:endParaRPr lang="en-CA" sz="1050" dirty="0"/>
          </a:p>
          <a:p>
            <a:pPr marL="171450" indent="-171450">
              <a:buFont typeface="Arial" panose="020B0604020202020204" pitchFamily="34" charset="0"/>
              <a:buChar char="•"/>
            </a:pPr>
            <a:r>
              <a:rPr lang="en-CA" sz="1050" dirty="0"/>
              <a:t>A lightweight </a:t>
            </a:r>
            <a:r>
              <a:rPr lang="en-CA" sz="1050" b="1" dirty="0"/>
              <a:t>demo / walkthrough</a:t>
            </a:r>
            <a:endParaRPr lang="en-CA" sz="1050" dirty="0"/>
          </a:p>
          <a:p>
            <a:pPr marL="171450" indent="-171450">
              <a:buFont typeface="Arial" panose="020B0604020202020204" pitchFamily="34" charset="0"/>
              <a:buChar char="•"/>
            </a:pPr>
            <a:r>
              <a:rPr lang="en-CA" sz="1050" b="1" dirty="0"/>
              <a:t>Best-fit buyers + 2–3 target accounts</a:t>
            </a:r>
            <a:endParaRPr lang="en-CA" sz="1050" dirty="0"/>
          </a:p>
          <a:p>
            <a:pPr marL="171450" indent="-171450">
              <a:buFont typeface="Arial" panose="020B0604020202020204" pitchFamily="34" charset="0"/>
              <a:buChar char="•"/>
            </a:pPr>
            <a:r>
              <a:rPr lang="en-CA" sz="1050" dirty="0"/>
              <a:t>A simple </a:t>
            </a:r>
            <a:r>
              <a:rPr lang="en-CA" sz="1050" b="1" dirty="0"/>
              <a:t>AI vs. non-AI positioning story</a:t>
            </a:r>
          </a:p>
          <a:p>
            <a:endParaRPr lang="en-CA" sz="1050" dirty="0"/>
          </a:p>
          <a:p>
            <a:pPr>
              <a:spcBef>
                <a:spcPts val="200"/>
              </a:spcBef>
            </a:pPr>
            <a:r>
              <a:rPr lang="en-US" sz="1050" b="1" dirty="0">
                <a:solidFill>
                  <a:srgbClr val="004346"/>
                </a:solidFill>
              </a:rPr>
              <a:t>Expected outcomes</a:t>
            </a:r>
          </a:p>
          <a:p>
            <a:pPr marL="171450" lvl="0" indent="-171450" eaLnBrk="0" fontAlgn="base" hangingPunct="0">
              <a:spcBef>
                <a:spcPct val="0"/>
              </a:spcBef>
              <a:spcAft>
                <a:spcPct val="0"/>
              </a:spcAft>
              <a:buFont typeface="Arial" panose="020B0604020202020204" pitchFamily="34" charset="0"/>
              <a:buChar char="•"/>
            </a:pPr>
            <a:r>
              <a:rPr lang="en-US" altLang="en-US" sz="1050" dirty="0"/>
              <a:t>Scale more </a:t>
            </a:r>
            <a:r>
              <a:rPr lang="en-US" altLang="en-US" sz="1050" b="1" dirty="0"/>
              <a:t>AI offerings that’s ready for market and reuse</a:t>
            </a:r>
            <a:endParaRPr lang="en-US" altLang="en-US" sz="1050" dirty="0"/>
          </a:p>
          <a:p>
            <a:pPr marL="171450" lvl="0" indent="-171450" eaLnBrk="0" fontAlgn="base" hangingPunct="0">
              <a:spcBef>
                <a:spcPct val="0"/>
              </a:spcBef>
              <a:spcAft>
                <a:spcPct val="0"/>
              </a:spcAft>
              <a:buFont typeface="Arial" panose="020B0604020202020204" pitchFamily="34" charset="0"/>
              <a:buChar char="•"/>
            </a:pPr>
            <a:r>
              <a:rPr lang="en-US" altLang="en-US" sz="1050" dirty="0"/>
              <a:t>Stronger </a:t>
            </a:r>
            <a:r>
              <a:rPr lang="en-US" altLang="en-US" sz="1050" b="1" dirty="0"/>
              <a:t>positioning in client pursuits</a:t>
            </a:r>
            <a:endParaRPr lang="en-US" altLang="en-US" sz="1050" dirty="0"/>
          </a:p>
          <a:p>
            <a:pPr marL="171450" lvl="0" indent="-171450" eaLnBrk="0" fontAlgn="base" hangingPunct="0">
              <a:spcBef>
                <a:spcPct val="0"/>
              </a:spcBef>
              <a:spcAft>
                <a:spcPct val="0"/>
              </a:spcAft>
              <a:buFont typeface="Arial" panose="020B0604020202020204" pitchFamily="34" charset="0"/>
              <a:buChar char="•"/>
            </a:pPr>
            <a:r>
              <a:rPr lang="en-US" altLang="en-US" sz="1050" dirty="0"/>
              <a:t>Clear actions to convert into </a:t>
            </a:r>
            <a:r>
              <a:rPr lang="en-US" altLang="en-US" sz="1050" b="1" dirty="0"/>
              <a:t>active pipeline</a:t>
            </a:r>
            <a:endParaRPr lang="en-US" altLang="en-US" sz="1050" dirty="0"/>
          </a:p>
        </p:txBody>
      </p:sp>
      <p:sp>
        <p:nvSpPr>
          <p:cNvPr id="8" name="TextBox 7">
            <a:extLst>
              <a:ext uri="{FF2B5EF4-FFF2-40B4-BE49-F238E27FC236}">
                <a16:creationId xmlns:a16="http://schemas.microsoft.com/office/drawing/2014/main" id="{DE7CBD54-4585-800A-9E53-FBB3B282E1B4}"/>
              </a:ext>
            </a:extLst>
          </p:cNvPr>
          <p:cNvSpPr txBox="1"/>
          <p:nvPr/>
        </p:nvSpPr>
        <p:spPr>
          <a:xfrm>
            <a:off x="6096000" y="1699539"/>
            <a:ext cx="5213684" cy="5221942"/>
          </a:xfrm>
          <a:prstGeom prst="rect">
            <a:avLst/>
          </a:prstGeom>
          <a:noFill/>
        </p:spPr>
        <p:txBody>
          <a:bodyPr wrap="square">
            <a:spAutoFit/>
          </a:bodyPr>
          <a:lstStyle/>
          <a:p>
            <a:pPr>
              <a:spcBef>
                <a:spcPts val="200"/>
              </a:spcBef>
            </a:pPr>
            <a:r>
              <a:rPr lang="en-US" sz="1050" b="1" dirty="0">
                <a:solidFill>
                  <a:srgbClr val="004346"/>
                </a:solidFill>
              </a:rPr>
              <a:t>Purpose</a:t>
            </a:r>
          </a:p>
          <a:p>
            <a:r>
              <a:rPr lang="en-CA" sz="1050" dirty="0"/>
              <a:t>Showcase how AI is being used </a:t>
            </a:r>
            <a:r>
              <a:rPr lang="en-CA" sz="1050" b="1" dirty="0"/>
              <a:t>across the deal lifecycle</a:t>
            </a:r>
            <a:r>
              <a:rPr lang="en-CA" sz="1050" dirty="0"/>
              <a:t> to improve how we </a:t>
            </a:r>
            <a:r>
              <a:rPr lang="en-CA" sz="1050" b="1" dirty="0"/>
              <a:t>source, win, and deliver work</a:t>
            </a:r>
            <a:endParaRPr lang="en-CA" sz="1050" dirty="0"/>
          </a:p>
          <a:p>
            <a:pPr>
              <a:spcBef>
                <a:spcPts val="200"/>
              </a:spcBef>
            </a:pPr>
            <a:endParaRPr lang="en-US" sz="1050" b="1" dirty="0">
              <a:solidFill>
                <a:srgbClr val="004346"/>
              </a:solidFill>
            </a:endParaRPr>
          </a:p>
          <a:p>
            <a:pPr>
              <a:spcBef>
                <a:spcPts val="200"/>
              </a:spcBef>
            </a:pPr>
            <a:r>
              <a:rPr lang="en-US" sz="1050" b="1" dirty="0">
                <a:solidFill>
                  <a:srgbClr val="004346"/>
                </a:solidFill>
              </a:rPr>
              <a:t>Audience</a:t>
            </a:r>
          </a:p>
          <a:p>
            <a:pPr marL="171450" indent="-171450">
              <a:spcBef>
                <a:spcPts val="200"/>
              </a:spcBef>
              <a:buFont typeface="Arial" panose="020B0604020202020204" pitchFamily="34" charset="0"/>
              <a:buChar char="•"/>
            </a:pPr>
            <a:r>
              <a:rPr lang="en-US" sz="1050" dirty="0"/>
              <a:t>AI Power Team + Deal Team (Facilitator / Presenter)</a:t>
            </a:r>
          </a:p>
          <a:p>
            <a:pPr marL="171450" indent="-171450">
              <a:spcBef>
                <a:spcPts val="200"/>
              </a:spcBef>
              <a:buFont typeface="Arial" panose="020B0604020202020204" pitchFamily="34" charset="0"/>
              <a:buChar char="•"/>
            </a:pPr>
            <a:r>
              <a:rPr lang="en-US" sz="1050" dirty="0"/>
              <a:t>Leadership Team</a:t>
            </a:r>
          </a:p>
          <a:p>
            <a:pPr marL="171450" indent="-171450">
              <a:spcBef>
                <a:spcPts val="200"/>
              </a:spcBef>
              <a:buFont typeface="Arial" panose="020B0604020202020204" pitchFamily="34" charset="0"/>
              <a:buChar char="•"/>
            </a:pPr>
            <a:r>
              <a:rPr lang="en-US" sz="1050" dirty="0"/>
              <a:t>All Employees</a:t>
            </a:r>
          </a:p>
          <a:p>
            <a:pPr marL="171450" indent="-171450">
              <a:spcBef>
                <a:spcPts val="200"/>
              </a:spcBef>
              <a:buFont typeface="Arial" panose="020B0604020202020204" pitchFamily="34" charset="0"/>
              <a:buChar char="•"/>
            </a:pPr>
            <a:endParaRPr lang="en-US" sz="1050" dirty="0"/>
          </a:p>
          <a:p>
            <a:pPr>
              <a:spcBef>
                <a:spcPts val="200"/>
              </a:spcBef>
            </a:pPr>
            <a:r>
              <a:rPr lang="en-US" sz="1050" b="1" dirty="0">
                <a:solidFill>
                  <a:srgbClr val="004346"/>
                </a:solidFill>
              </a:rPr>
              <a:t>What this covers</a:t>
            </a:r>
          </a:p>
          <a:p>
            <a:r>
              <a:rPr lang="en-CA" sz="1050" dirty="0"/>
              <a:t>Real examples of how AI is embedded across the </a:t>
            </a:r>
            <a:r>
              <a:rPr lang="en-CA" sz="1050" b="1" dirty="0"/>
              <a:t>sales and delivery lifecycle</a:t>
            </a:r>
            <a:endParaRPr lang="en-CA" sz="1050" dirty="0"/>
          </a:p>
          <a:p>
            <a:pPr marL="171450" indent="-171450">
              <a:buFont typeface="Arial" panose="020B0604020202020204" pitchFamily="34" charset="0"/>
              <a:buChar char="•"/>
            </a:pPr>
            <a:r>
              <a:rPr lang="en-CA" sz="1050" b="1" dirty="0"/>
              <a:t>Deal sourcing:</a:t>
            </a:r>
            <a:r>
              <a:rPr lang="en-CA" sz="1050" dirty="0"/>
              <a:t> using AI to identify opportunities, insights, or client triggers</a:t>
            </a:r>
          </a:p>
          <a:p>
            <a:pPr marL="171450" indent="-171450">
              <a:buFont typeface="Arial" panose="020B0604020202020204" pitchFamily="34" charset="0"/>
              <a:buChar char="•"/>
            </a:pPr>
            <a:r>
              <a:rPr lang="en-CA" sz="1050" b="1" dirty="0"/>
              <a:t>Solutioning:</a:t>
            </a:r>
            <a:r>
              <a:rPr lang="en-CA" sz="1050" dirty="0"/>
              <a:t> how AI shaped the approach, scope, or differentiators</a:t>
            </a:r>
          </a:p>
          <a:p>
            <a:pPr marL="171450" indent="-171450">
              <a:buFont typeface="Arial" panose="020B0604020202020204" pitchFamily="34" charset="0"/>
              <a:buChar char="•"/>
            </a:pPr>
            <a:r>
              <a:rPr lang="en-CA" sz="1050" b="1" dirty="0"/>
              <a:t>Delivery efficiency:</a:t>
            </a:r>
            <a:r>
              <a:rPr lang="en-CA" sz="1050" dirty="0"/>
              <a:t> how AI reduced cost-to-serve or improved productivity</a:t>
            </a:r>
          </a:p>
          <a:p>
            <a:pPr marL="171450" indent="-171450">
              <a:buFont typeface="Arial" panose="020B0604020202020204" pitchFamily="34" charset="0"/>
              <a:buChar char="•"/>
            </a:pPr>
            <a:r>
              <a:rPr lang="en-CA" sz="1050" b="1" dirty="0"/>
              <a:t>Commercial innovation:</a:t>
            </a:r>
            <a:r>
              <a:rPr lang="en-CA" sz="1050" dirty="0"/>
              <a:t> creative structures enabled by AI (automation, outcome-based models, shared upside)</a:t>
            </a:r>
          </a:p>
          <a:p>
            <a:endParaRPr lang="en-CA" sz="1050" dirty="0"/>
          </a:p>
          <a:p>
            <a:pPr>
              <a:spcBef>
                <a:spcPts val="200"/>
              </a:spcBef>
            </a:pPr>
            <a:r>
              <a:rPr lang="en-US" sz="1050" b="1" dirty="0">
                <a:solidFill>
                  <a:srgbClr val="004346"/>
                </a:solidFill>
              </a:rPr>
              <a:t>What presenters should bring</a:t>
            </a:r>
          </a:p>
          <a:p>
            <a:pPr lvl="0" eaLnBrk="0" fontAlgn="base" hangingPunct="0">
              <a:spcBef>
                <a:spcPct val="0"/>
              </a:spcBef>
              <a:spcAft>
                <a:spcPct val="0"/>
              </a:spcAft>
            </a:pPr>
            <a:r>
              <a:rPr lang="en-CA" sz="1050" dirty="0"/>
              <a:t>A short </a:t>
            </a:r>
            <a:r>
              <a:rPr lang="en-CA" sz="1050" b="1" dirty="0"/>
              <a:t>real-world AI story from a project or pursuit</a:t>
            </a:r>
            <a:endParaRPr lang="en-US" altLang="en-US" sz="1050" dirty="0"/>
          </a:p>
          <a:p>
            <a:pPr marL="171450" lvl="0" indent="-171450" eaLnBrk="0" fontAlgn="base" hangingPunct="0">
              <a:spcBef>
                <a:spcPct val="0"/>
              </a:spcBef>
              <a:spcAft>
                <a:spcPct val="0"/>
              </a:spcAft>
              <a:buFont typeface="Arial" panose="020B0604020202020204" pitchFamily="34" charset="0"/>
              <a:buChar char="•"/>
            </a:pPr>
            <a:r>
              <a:rPr lang="en-US" altLang="en-US" sz="1050" dirty="0"/>
              <a:t>The </a:t>
            </a:r>
            <a:r>
              <a:rPr lang="en-US" altLang="en-US" sz="1050" b="1" dirty="0"/>
              <a:t>problem or opportunity</a:t>
            </a:r>
            <a:r>
              <a:rPr lang="en-US" altLang="en-US" sz="1050" dirty="0"/>
              <a:t> being addressed </a:t>
            </a:r>
          </a:p>
          <a:p>
            <a:pPr marL="171450" lvl="0" indent="-171450" eaLnBrk="0" fontAlgn="base" hangingPunct="0">
              <a:spcBef>
                <a:spcPct val="0"/>
              </a:spcBef>
              <a:spcAft>
                <a:spcPct val="0"/>
              </a:spcAft>
              <a:buFont typeface="Arial" panose="020B0604020202020204" pitchFamily="34" charset="0"/>
              <a:buChar char="•"/>
            </a:pPr>
            <a:r>
              <a:rPr lang="en-US" altLang="en-US" sz="1050" dirty="0"/>
              <a:t>How AI was used (tools, agents, accelerators)</a:t>
            </a:r>
          </a:p>
          <a:p>
            <a:pPr marL="171450" lvl="0" indent="-171450" eaLnBrk="0" fontAlgn="base" hangingPunct="0">
              <a:spcBef>
                <a:spcPct val="0"/>
              </a:spcBef>
              <a:spcAft>
                <a:spcPct val="0"/>
              </a:spcAft>
              <a:buFont typeface="Arial" panose="020B0604020202020204" pitchFamily="34" charset="0"/>
              <a:buChar char="•"/>
            </a:pPr>
            <a:r>
              <a:rPr lang="en-US" altLang="en-US" sz="1050" dirty="0"/>
              <a:t>The </a:t>
            </a:r>
            <a:r>
              <a:rPr lang="en-US" altLang="en-US" sz="1050" b="1" dirty="0"/>
              <a:t>impact on the deal or delivery</a:t>
            </a:r>
            <a:r>
              <a:rPr lang="en-US" altLang="en-US" sz="1050" dirty="0"/>
              <a:t> (speed, margin, differentiation)</a:t>
            </a:r>
          </a:p>
          <a:p>
            <a:pPr marL="171450" lvl="0" indent="-171450" eaLnBrk="0" fontAlgn="base" hangingPunct="0">
              <a:spcBef>
                <a:spcPct val="0"/>
              </a:spcBef>
              <a:spcAft>
                <a:spcPct val="0"/>
              </a:spcAft>
              <a:buFont typeface="Arial" panose="020B0604020202020204" pitchFamily="34" charset="0"/>
              <a:buChar char="•"/>
            </a:pPr>
            <a:r>
              <a:rPr lang="en-US" altLang="en-US" sz="1050" dirty="0"/>
              <a:t>Where this approach could be </a:t>
            </a:r>
            <a:r>
              <a:rPr lang="en-US" altLang="en-US" sz="1050" b="1" dirty="0"/>
              <a:t>reused across other clients</a:t>
            </a:r>
            <a:endParaRPr lang="en-US" altLang="en-US" sz="1050" dirty="0"/>
          </a:p>
          <a:p>
            <a:pPr>
              <a:spcBef>
                <a:spcPts val="200"/>
              </a:spcBef>
            </a:pPr>
            <a:endParaRPr lang="en-US" sz="1050" dirty="0"/>
          </a:p>
          <a:p>
            <a:pPr>
              <a:spcBef>
                <a:spcPts val="200"/>
              </a:spcBef>
            </a:pPr>
            <a:r>
              <a:rPr lang="en-US" sz="1050" b="1" dirty="0">
                <a:solidFill>
                  <a:srgbClr val="004346"/>
                </a:solidFill>
              </a:rPr>
              <a:t>Expected outcomes</a:t>
            </a:r>
          </a:p>
          <a:p>
            <a:pPr marL="171450" indent="-171450">
              <a:spcBef>
                <a:spcPts val="200"/>
              </a:spcBef>
              <a:buFont typeface="Arial" panose="020B0604020202020204" pitchFamily="34" charset="0"/>
              <a:buChar char="•"/>
            </a:pPr>
            <a:r>
              <a:rPr lang="en-US" sz="1050" dirty="0"/>
              <a:t>Greater </a:t>
            </a:r>
            <a:r>
              <a:rPr lang="en-US" sz="1050" b="1" dirty="0"/>
              <a:t>AI infusion across sales and delivery</a:t>
            </a:r>
            <a:endParaRPr lang="en-US" sz="1050" dirty="0"/>
          </a:p>
          <a:p>
            <a:pPr marL="171450" lvl="0" indent="-171450" eaLnBrk="0" fontAlgn="base" hangingPunct="0">
              <a:spcBef>
                <a:spcPct val="0"/>
              </a:spcBef>
              <a:spcAft>
                <a:spcPct val="0"/>
              </a:spcAft>
              <a:buFont typeface="Arial" panose="020B0604020202020204" pitchFamily="34" charset="0"/>
              <a:buChar char="•"/>
            </a:pPr>
            <a:r>
              <a:rPr lang="en-US" altLang="en-US" sz="1050" dirty="0"/>
              <a:t>More </a:t>
            </a:r>
            <a:r>
              <a:rPr lang="en-US" altLang="en-US" sz="1050" b="1" dirty="0"/>
              <a:t>repeatable AI-enabled delivery patterns</a:t>
            </a:r>
            <a:endParaRPr lang="en-US" altLang="en-US" sz="1050" dirty="0"/>
          </a:p>
          <a:p>
            <a:pPr marL="171450" lvl="0" indent="-171450" eaLnBrk="0" fontAlgn="base" hangingPunct="0">
              <a:spcBef>
                <a:spcPct val="0"/>
              </a:spcBef>
              <a:spcAft>
                <a:spcPct val="0"/>
              </a:spcAft>
              <a:buFont typeface="Arial" panose="020B0604020202020204" pitchFamily="34" charset="0"/>
              <a:buChar char="•"/>
            </a:pPr>
            <a:r>
              <a:rPr lang="en-US" altLang="en-US" sz="1050" dirty="0"/>
              <a:t>Clear examples of how AI drives </a:t>
            </a:r>
            <a:r>
              <a:rPr lang="en-US" altLang="en-US" sz="1050" b="1" dirty="0"/>
              <a:t>margin improvement and competitive advantage</a:t>
            </a:r>
            <a:endParaRPr lang="en-US" altLang="en-US" sz="1050" dirty="0"/>
          </a:p>
        </p:txBody>
      </p:sp>
      <p:cxnSp>
        <p:nvCxnSpPr>
          <p:cNvPr id="13" name="Straight Connector 12">
            <a:extLst>
              <a:ext uri="{FF2B5EF4-FFF2-40B4-BE49-F238E27FC236}">
                <a16:creationId xmlns:a16="http://schemas.microsoft.com/office/drawing/2014/main" id="{3E1DA298-80E7-D1C9-D8D4-242F9F2B4F90}"/>
              </a:ext>
            </a:extLst>
          </p:cNvPr>
          <p:cNvCxnSpPr>
            <a:cxnSpLocks/>
          </p:cNvCxnSpPr>
          <p:nvPr/>
        </p:nvCxnSpPr>
        <p:spPr>
          <a:xfrm>
            <a:off x="5597635" y="1266939"/>
            <a:ext cx="0" cy="5192255"/>
          </a:xfrm>
          <a:prstGeom prst="line">
            <a:avLst/>
          </a:prstGeom>
          <a:ln w="381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473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2">
            <a:extLst>
              <a:ext uri="{FF2B5EF4-FFF2-40B4-BE49-F238E27FC236}">
                <a16:creationId xmlns:a16="http://schemas.microsoft.com/office/drawing/2014/main" id="{41CE4F86-1BF8-8C48-BA4D-1399B6187F06}"/>
              </a:ext>
            </a:extLst>
          </p:cNvPr>
          <p:cNvSpPr>
            <a:spLocks noChangeArrowheads="1"/>
          </p:cNvSpPr>
          <p:nvPr/>
        </p:nvSpPr>
        <p:spPr bwMode="auto">
          <a:xfrm>
            <a:off x="3725504" y="3673466"/>
            <a:ext cx="1557442" cy="2365004"/>
          </a:xfrm>
          <a:custGeom>
            <a:avLst/>
            <a:gdLst>
              <a:gd name="T0" fmla="*/ 1486 w 2499"/>
              <a:gd name="T1" fmla="*/ 647 h 3795"/>
              <a:gd name="T2" fmla="*/ 1451 w 2499"/>
              <a:gd name="T3" fmla="*/ 612 h 3795"/>
              <a:gd name="T4" fmla="*/ 1442 w 2499"/>
              <a:gd name="T5" fmla="*/ 467 h 3795"/>
              <a:gd name="T6" fmla="*/ 1505 w 2499"/>
              <a:gd name="T7" fmla="*/ 153 h 3795"/>
              <a:gd name="T8" fmla="*/ 1251 w 2499"/>
              <a:gd name="T9" fmla="*/ 0 h 3795"/>
              <a:gd name="T10" fmla="*/ 1029 w 2499"/>
              <a:gd name="T11" fmla="*/ 91 h 3795"/>
              <a:gd name="T12" fmla="*/ 1027 w 2499"/>
              <a:gd name="T13" fmla="*/ 92 h 3795"/>
              <a:gd name="T14" fmla="*/ 1020 w 2499"/>
              <a:gd name="T15" fmla="*/ 102 h 3795"/>
              <a:gd name="T16" fmla="*/ 1014 w 2499"/>
              <a:gd name="T17" fmla="*/ 112 h 3795"/>
              <a:gd name="T18" fmla="*/ 985 w 2499"/>
              <a:gd name="T19" fmla="*/ 225 h 3795"/>
              <a:gd name="T20" fmla="*/ 1049 w 2499"/>
              <a:gd name="T21" fmla="*/ 607 h 3795"/>
              <a:gd name="T22" fmla="*/ 517 w 2499"/>
              <a:gd name="T23" fmla="*/ 652 h 3795"/>
              <a:gd name="T24" fmla="*/ 0 w 2499"/>
              <a:gd name="T25" fmla="*/ 1577 h 3795"/>
              <a:gd name="T26" fmla="*/ 133 w 2499"/>
              <a:gd name="T27" fmla="*/ 1658 h 3795"/>
              <a:gd name="T28" fmla="*/ 414 w 2499"/>
              <a:gd name="T29" fmla="*/ 1583 h 3795"/>
              <a:gd name="T30" fmla="*/ 546 w 2499"/>
              <a:gd name="T31" fmla="*/ 1624 h 3795"/>
              <a:gd name="T32" fmla="*/ 556 w 2499"/>
              <a:gd name="T33" fmla="*/ 1631 h 3795"/>
              <a:gd name="T34" fmla="*/ 564 w 2499"/>
              <a:gd name="T35" fmla="*/ 1636 h 3795"/>
              <a:gd name="T36" fmla="*/ 674 w 2499"/>
              <a:gd name="T37" fmla="*/ 1899 h 3795"/>
              <a:gd name="T38" fmla="*/ 486 w 2499"/>
              <a:gd name="T39" fmla="*/ 2202 h 3795"/>
              <a:gd name="T40" fmla="*/ 133 w 2499"/>
              <a:gd name="T41" fmla="*/ 2135 h 3795"/>
              <a:gd name="T42" fmla="*/ 44 w 2499"/>
              <a:gd name="T43" fmla="*/ 2139 h 3795"/>
              <a:gd name="T44" fmla="*/ 0 w 2499"/>
              <a:gd name="T45" fmla="*/ 2218 h 3795"/>
              <a:gd name="T46" fmla="*/ 1006 w 2499"/>
              <a:gd name="T47" fmla="*/ 3149 h 3795"/>
              <a:gd name="T48" fmla="*/ 1045 w 2499"/>
              <a:gd name="T49" fmla="*/ 3181 h 3795"/>
              <a:gd name="T50" fmla="*/ 1051 w 2499"/>
              <a:gd name="T51" fmla="*/ 3188 h 3795"/>
              <a:gd name="T52" fmla="*/ 982 w 2499"/>
              <a:gd name="T53" fmla="*/ 3569 h 3795"/>
              <a:gd name="T54" fmla="*/ 1044 w 2499"/>
              <a:gd name="T55" fmla="*/ 3724 h 3795"/>
              <a:gd name="T56" fmla="*/ 1438 w 2499"/>
              <a:gd name="T57" fmla="*/ 3735 h 3795"/>
              <a:gd name="T58" fmla="*/ 1474 w 2499"/>
              <a:gd name="T59" fmla="*/ 3697 h 3795"/>
              <a:gd name="T60" fmla="*/ 1480 w 2499"/>
              <a:gd name="T61" fmla="*/ 3689 h 3795"/>
              <a:gd name="T62" fmla="*/ 1485 w 2499"/>
              <a:gd name="T63" fmla="*/ 3681 h 3795"/>
              <a:gd name="T64" fmla="*/ 1512 w 2499"/>
              <a:gd name="T65" fmla="*/ 3569 h 3795"/>
              <a:gd name="T66" fmla="*/ 1449 w 2499"/>
              <a:gd name="T67" fmla="*/ 3187 h 3795"/>
              <a:gd name="T68" fmla="*/ 1492 w 2499"/>
              <a:gd name="T69" fmla="*/ 3149 h 3795"/>
              <a:gd name="T70" fmla="*/ 2498 w 2499"/>
              <a:gd name="T71" fmla="*/ 2156 h 3795"/>
              <a:gd name="T72" fmla="*/ 2489 w 2499"/>
              <a:gd name="T73" fmla="*/ 2148 h 3795"/>
              <a:gd name="T74" fmla="*/ 2479 w 2499"/>
              <a:gd name="T75" fmla="*/ 2141 h 3795"/>
              <a:gd name="T76" fmla="*/ 2390 w 2499"/>
              <a:gd name="T77" fmla="*/ 2136 h 3795"/>
              <a:gd name="T78" fmla="*/ 2108 w 2499"/>
              <a:gd name="T79" fmla="*/ 2211 h 3795"/>
              <a:gd name="T80" fmla="*/ 1977 w 2499"/>
              <a:gd name="T81" fmla="*/ 2171 h 3795"/>
              <a:gd name="T82" fmla="*/ 1966 w 2499"/>
              <a:gd name="T83" fmla="*/ 2163 h 3795"/>
              <a:gd name="T84" fmla="*/ 1959 w 2499"/>
              <a:gd name="T85" fmla="*/ 2158 h 3795"/>
              <a:gd name="T86" fmla="*/ 1848 w 2499"/>
              <a:gd name="T87" fmla="*/ 1895 h 3795"/>
              <a:gd name="T88" fmla="*/ 2037 w 2499"/>
              <a:gd name="T89" fmla="*/ 1592 h 3795"/>
              <a:gd name="T90" fmla="*/ 2390 w 2499"/>
              <a:gd name="T91" fmla="*/ 1659 h 3795"/>
              <a:gd name="T92" fmla="*/ 2483 w 2499"/>
              <a:gd name="T93" fmla="*/ 1651 h 3795"/>
              <a:gd name="T94" fmla="*/ 2494 w 2499"/>
              <a:gd name="T95" fmla="*/ 1642 h 3795"/>
              <a:gd name="T96" fmla="*/ 2498 w 2499"/>
              <a:gd name="T97" fmla="*/ 1169 h 37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499" h="3795">
                <a:moveTo>
                  <a:pt x="1980" y="652"/>
                </a:moveTo>
                <a:lnTo>
                  <a:pt x="1501" y="652"/>
                </a:lnTo>
                <a:lnTo>
                  <a:pt x="1501" y="652"/>
                </a:lnTo>
                <a:cubicBezTo>
                  <a:pt x="1496" y="652"/>
                  <a:pt x="1491" y="650"/>
                  <a:pt x="1486" y="647"/>
                </a:cubicBezTo>
                <a:lnTo>
                  <a:pt x="1486" y="647"/>
                </a:lnTo>
                <a:cubicBezTo>
                  <a:pt x="1473" y="637"/>
                  <a:pt x="1462" y="626"/>
                  <a:pt x="1453" y="614"/>
                </a:cubicBezTo>
                <a:lnTo>
                  <a:pt x="1451" y="612"/>
                </a:lnTo>
                <a:lnTo>
                  <a:pt x="1451" y="612"/>
                </a:lnTo>
                <a:cubicBezTo>
                  <a:pt x="1450" y="610"/>
                  <a:pt x="1449" y="607"/>
                  <a:pt x="1447" y="606"/>
                </a:cubicBezTo>
                <a:lnTo>
                  <a:pt x="1447" y="606"/>
                </a:lnTo>
                <a:cubicBezTo>
                  <a:pt x="1422" y="563"/>
                  <a:pt x="1419" y="511"/>
                  <a:pt x="1442" y="467"/>
                </a:cubicBezTo>
                <a:lnTo>
                  <a:pt x="1442" y="467"/>
                </a:lnTo>
                <a:cubicBezTo>
                  <a:pt x="1488" y="376"/>
                  <a:pt x="1516" y="285"/>
                  <a:pt x="1516" y="225"/>
                </a:cubicBezTo>
                <a:lnTo>
                  <a:pt x="1516" y="225"/>
                </a:lnTo>
                <a:cubicBezTo>
                  <a:pt x="1516" y="200"/>
                  <a:pt x="1513" y="175"/>
                  <a:pt x="1505" y="153"/>
                </a:cubicBezTo>
                <a:lnTo>
                  <a:pt x="1505" y="153"/>
                </a:lnTo>
                <a:cubicBezTo>
                  <a:pt x="1496" y="121"/>
                  <a:pt x="1478" y="92"/>
                  <a:pt x="1454" y="69"/>
                </a:cubicBezTo>
                <a:lnTo>
                  <a:pt x="1454" y="69"/>
                </a:lnTo>
                <a:cubicBezTo>
                  <a:pt x="1407" y="24"/>
                  <a:pt x="1336" y="0"/>
                  <a:pt x="1251" y="0"/>
                </a:cubicBezTo>
                <a:lnTo>
                  <a:pt x="1251" y="0"/>
                </a:lnTo>
                <a:cubicBezTo>
                  <a:pt x="1174" y="0"/>
                  <a:pt x="1106" y="21"/>
                  <a:pt x="1059" y="59"/>
                </a:cubicBezTo>
                <a:lnTo>
                  <a:pt x="1059" y="59"/>
                </a:lnTo>
                <a:cubicBezTo>
                  <a:pt x="1048" y="69"/>
                  <a:pt x="1038" y="79"/>
                  <a:pt x="1029" y="91"/>
                </a:cubicBezTo>
                <a:lnTo>
                  <a:pt x="1029" y="91"/>
                </a:lnTo>
                <a:cubicBezTo>
                  <a:pt x="1029" y="91"/>
                  <a:pt x="1028" y="91"/>
                  <a:pt x="1028" y="92"/>
                </a:cubicBezTo>
                <a:lnTo>
                  <a:pt x="1028" y="92"/>
                </a:lnTo>
                <a:lnTo>
                  <a:pt x="1027" y="92"/>
                </a:lnTo>
                <a:lnTo>
                  <a:pt x="1027" y="92"/>
                </a:lnTo>
                <a:cubicBezTo>
                  <a:pt x="1026" y="94"/>
                  <a:pt x="1025" y="96"/>
                  <a:pt x="1024" y="97"/>
                </a:cubicBezTo>
                <a:lnTo>
                  <a:pt x="1023" y="99"/>
                </a:lnTo>
                <a:lnTo>
                  <a:pt x="1023" y="99"/>
                </a:lnTo>
                <a:cubicBezTo>
                  <a:pt x="1022" y="100"/>
                  <a:pt x="1021" y="101"/>
                  <a:pt x="1020" y="102"/>
                </a:cubicBezTo>
                <a:lnTo>
                  <a:pt x="1019" y="105"/>
                </a:lnTo>
                <a:lnTo>
                  <a:pt x="1019" y="105"/>
                </a:lnTo>
                <a:cubicBezTo>
                  <a:pt x="1017" y="108"/>
                  <a:pt x="1015" y="109"/>
                  <a:pt x="1014" y="112"/>
                </a:cubicBezTo>
                <a:lnTo>
                  <a:pt x="1014" y="112"/>
                </a:lnTo>
                <a:cubicBezTo>
                  <a:pt x="997" y="141"/>
                  <a:pt x="988" y="175"/>
                  <a:pt x="986" y="212"/>
                </a:cubicBezTo>
                <a:lnTo>
                  <a:pt x="986" y="212"/>
                </a:lnTo>
                <a:cubicBezTo>
                  <a:pt x="986" y="216"/>
                  <a:pt x="985" y="220"/>
                  <a:pt x="985" y="225"/>
                </a:cubicBezTo>
                <a:lnTo>
                  <a:pt x="985" y="225"/>
                </a:lnTo>
                <a:cubicBezTo>
                  <a:pt x="985" y="287"/>
                  <a:pt x="1012" y="378"/>
                  <a:pt x="1056" y="469"/>
                </a:cubicBezTo>
                <a:lnTo>
                  <a:pt x="1056" y="469"/>
                </a:lnTo>
                <a:cubicBezTo>
                  <a:pt x="1078" y="513"/>
                  <a:pt x="1076" y="565"/>
                  <a:pt x="1049" y="607"/>
                </a:cubicBezTo>
                <a:lnTo>
                  <a:pt x="1049" y="607"/>
                </a:lnTo>
                <a:cubicBezTo>
                  <a:pt x="1039" y="623"/>
                  <a:pt x="1026" y="636"/>
                  <a:pt x="1012" y="647"/>
                </a:cubicBezTo>
                <a:lnTo>
                  <a:pt x="1012" y="647"/>
                </a:lnTo>
                <a:cubicBezTo>
                  <a:pt x="1008" y="650"/>
                  <a:pt x="1002" y="652"/>
                  <a:pt x="997" y="652"/>
                </a:cubicBezTo>
                <a:lnTo>
                  <a:pt x="517" y="652"/>
                </a:lnTo>
                <a:lnTo>
                  <a:pt x="517" y="652"/>
                </a:lnTo>
                <a:cubicBezTo>
                  <a:pt x="232" y="652"/>
                  <a:pt x="0" y="884"/>
                  <a:pt x="0" y="1169"/>
                </a:cubicBezTo>
                <a:lnTo>
                  <a:pt x="0" y="1577"/>
                </a:lnTo>
                <a:lnTo>
                  <a:pt x="0" y="1577"/>
                </a:lnTo>
                <a:cubicBezTo>
                  <a:pt x="0" y="1608"/>
                  <a:pt x="16" y="1637"/>
                  <a:pt x="43" y="1654"/>
                </a:cubicBezTo>
                <a:lnTo>
                  <a:pt x="43" y="1654"/>
                </a:lnTo>
                <a:cubicBezTo>
                  <a:pt x="70" y="1670"/>
                  <a:pt x="104" y="1672"/>
                  <a:pt x="133" y="1658"/>
                </a:cubicBezTo>
                <a:lnTo>
                  <a:pt x="133" y="1658"/>
                </a:lnTo>
                <a:cubicBezTo>
                  <a:pt x="230" y="1611"/>
                  <a:pt x="329" y="1583"/>
                  <a:pt x="398" y="1583"/>
                </a:cubicBezTo>
                <a:lnTo>
                  <a:pt x="398" y="1583"/>
                </a:lnTo>
                <a:lnTo>
                  <a:pt x="398" y="1583"/>
                </a:lnTo>
                <a:cubicBezTo>
                  <a:pt x="403" y="1583"/>
                  <a:pt x="409" y="1583"/>
                  <a:pt x="414" y="1583"/>
                </a:cubicBezTo>
                <a:lnTo>
                  <a:pt x="414" y="1583"/>
                </a:lnTo>
                <a:cubicBezTo>
                  <a:pt x="459" y="1585"/>
                  <a:pt x="500" y="1597"/>
                  <a:pt x="536" y="1618"/>
                </a:cubicBezTo>
                <a:lnTo>
                  <a:pt x="536" y="1618"/>
                </a:lnTo>
                <a:cubicBezTo>
                  <a:pt x="540" y="1620"/>
                  <a:pt x="543" y="1621"/>
                  <a:pt x="546" y="1624"/>
                </a:cubicBezTo>
                <a:lnTo>
                  <a:pt x="549" y="1626"/>
                </a:lnTo>
                <a:lnTo>
                  <a:pt x="549" y="1626"/>
                </a:lnTo>
                <a:cubicBezTo>
                  <a:pt x="551" y="1627"/>
                  <a:pt x="552" y="1628"/>
                  <a:pt x="554" y="1629"/>
                </a:cubicBezTo>
                <a:lnTo>
                  <a:pt x="556" y="1631"/>
                </a:lnTo>
                <a:lnTo>
                  <a:pt x="556" y="1631"/>
                </a:lnTo>
                <a:cubicBezTo>
                  <a:pt x="558" y="1632"/>
                  <a:pt x="560" y="1634"/>
                  <a:pt x="562" y="1635"/>
                </a:cubicBezTo>
                <a:lnTo>
                  <a:pt x="564" y="1636"/>
                </a:lnTo>
                <a:lnTo>
                  <a:pt x="564" y="1636"/>
                </a:lnTo>
                <a:cubicBezTo>
                  <a:pt x="579" y="1648"/>
                  <a:pt x="592" y="1661"/>
                  <a:pt x="604" y="1676"/>
                </a:cubicBezTo>
                <a:lnTo>
                  <a:pt x="604" y="1676"/>
                </a:lnTo>
                <a:cubicBezTo>
                  <a:pt x="649" y="1731"/>
                  <a:pt x="674" y="1811"/>
                  <a:pt x="674" y="1899"/>
                </a:cubicBezTo>
                <a:lnTo>
                  <a:pt x="674" y="1899"/>
                </a:lnTo>
                <a:cubicBezTo>
                  <a:pt x="674" y="1998"/>
                  <a:pt x="646" y="2080"/>
                  <a:pt x="590" y="2137"/>
                </a:cubicBezTo>
                <a:lnTo>
                  <a:pt x="590" y="2137"/>
                </a:lnTo>
                <a:cubicBezTo>
                  <a:pt x="562" y="2167"/>
                  <a:pt x="526" y="2189"/>
                  <a:pt x="486" y="2202"/>
                </a:cubicBezTo>
                <a:lnTo>
                  <a:pt x="486" y="2202"/>
                </a:lnTo>
                <a:cubicBezTo>
                  <a:pt x="458" y="2210"/>
                  <a:pt x="429" y="2215"/>
                  <a:pt x="398" y="2215"/>
                </a:cubicBezTo>
                <a:lnTo>
                  <a:pt x="398" y="2215"/>
                </a:lnTo>
                <a:cubicBezTo>
                  <a:pt x="330" y="2215"/>
                  <a:pt x="231" y="2185"/>
                  <a:pt x="133" y="2135"/>
                </a:cubicBezTo>
                <a:lnTo>
                  <a:pt x="133" y="2135"/>
                </a:lnTo>
                <a:cubicBezTo>
                  <a:pt x="119" y="2128"/>
                  <a:pt x="106" y="2125"/>
                  <a:pt x="92" y="2125"/>
                </a:cubicBezTo>
                <a:lnTo>
                  <a:pt x="92" y="2125"/>
                </a:lnTo>
                <a:cubicBezTo>
                  <a:pt x="76" y="2125"/>
                  <a:pt x="59" y="2130"/>
                  <a:pt x="44" y="2139"/>
                </a:cubicBezTo>
                <a:lnTo>
                  <a:pt x="44" y="2139"/>
                </a:lnTo>
                <a:cubicBezTo>
                  <a:pt x="44" y="2139"/>
                  <a:pt x="43" y="2140"/>
                  <a:pt x="42" y="2141"/>
                </a:cubicBezTo>
                <a:lnTo>
                  <a:pt x="39" y="2142"/>
                </a:lnTo>
                <a:lnTo>
                  <a:pt x="39" y="2142"/>
                </a:lnTo>
                <a:cubicBezTo>
                  <a:pt x="15" y="2160"/>
                  <a:pt x="0" y="2187"/>
                  <a:pt x="0" y="2218"/>
                </a:cubicBezTo>
                <a:lnTo>
                  <a:pt x="0" y="2632"/>
                </a:lnTo>
                <a:lnTo>
                  <a:pt x="0" y="2632"/>
                </a:lnTo>
                <a:cubicBezTo>
                  <a:pt x="0" y="2917"/>
                  <a:pt x="232" y="3149"/>
                  <a:pt x="517" y="3149"/>
                </a:cubicBezTo>
                <a:lnTo>
                  <a:pt x="1006" y="3149"/>
                </a:lnTo>
                <a:lnTo>
                  <a:pt x="1006" y="3149"/>
                </a:lnTo>
                <a:cubicBezTo>
                  <a:pt x="1012" y="3149"/>
                  <a:pt x="1018" y="3152"/>
                  <a:pt x="1022" y="3155"/>
                </a:cubicBezTo>
                <a:lnTo>
                  <a:pt x="1022" y="3155"/>
                </a:lnTo>
                <a:cubicBezTo>
                  <a:pt x="1031" y="3163"/>
                  <a:pt x="1039" y="3171"/>
                  <a:pt x="1045" y="3181"/>
                </a:cubicBezTo>
                <a:lnTo>
                  <a:pt x="1046" y="3182"/>
                </a:lnTo>
                <a:lnTo>
                  <a:pt x="1046" y="3182"/>
                </a:lnTo>
                <a:cubicBezTo>
                  <a:pt x="1048" y="3184"/>
                  <a:pt x="1049" y="3186"/>
                  <a:pt x="1051" y="3188"/>
                </a:cubicBezTo>
                <a:lnTo>
                  <a:pt x="1051" y="3188"/>
                </a:lnTo>
                <a:cubicBezTo>
                  <a:pt x="1077" y="3231"/>
                  <a:pt x="1078" y="3282"/>
                  <a:pt x="1056" y="3326"/>
                </a:cubicBezTo>
                <a:lnTo>
                  <a:pt x="1056" y="3326"/>
                </a:lnTo>
                <a:cubicBezTo>
                  <a:pt x="1010" y="3418"/>
                  <a:pt x="982" y="3509"/>
                  <a:pt x="982" y="3569"/>
                </a:cubicBezTo>
                <a:lnTo>
                  <a:pt x="982" y="3569"/>
                </a:lnTo>
                <a:cubicBezTo>
                  <a:pt x="982" y="3595"/>
                  <a:pt x="985" y="3619"/>
                  <a:pt x="993" y="3641"/>
                </a:cubicBezTo>
                <a:lnTo>
                  <a:pt x="993" y="3641"/>
                </a:lnTo>
                <a:cubicBezTo>
                  <a:pt x="1003" y="3673"/>
                  <a:pt x="1020" y="3701"/>
                  <a:pt x="1044" y="3724"/>
                </a:cubicBezTo>
                <a:lnTo>
                  <a:pt x="1044" y="3724"/>
                </a:lnTo>
                <a:cubicBezTo>
                  <a:pt x="1091" y="3770"/>
                  <a:pt x="1162" y="3794"/>
                  <a:pt x="1247" y="3794"/>
                </a:cubicBezTo>
                <a:lnTo>
                  <a:pt x="1247" y="3794"/>
                </a:lnTo>
                <a:cubicBezTo>
                  <a:pt x="1324" y="3794"/>
                  <a:pt x="1392" y="3773"/>
                  <a:pt x="1438" y="3735"/>
                </a:cubicBezTo>
                <a:lnTo>
                  <a:pt x="1438" y="3735"/>
                </a:lnTo>
                <a:cubicBezTo>
                  <a:pt x="1450" y="3726"/>
                  <a:pt x="1460" y="3715"/>
                  <a:pt x="1469" y="3703"/>
                </a:cubicBezTo>
                <a:lnTo>
                  <a:pt x="1471" y="3701"/>
                </a:lnTo>
                <a:lnTo>
                  <a:pt x="1471" y="3701"/>
                </a:lnTo>
                <a:cubicBezTo>
                  <a:pt x="1472" y="3700"/>
                  <a:pt x="1473" y="3698"/>
                  <a:pt x="1474" y="3697"/>
                </a:cubicBezTo>
                <a:lnTo>
                  <a:pt x="1475" y="3694"/>
                </a:lnTo>
                <a:lnTo>
                  <a:pt x="1475" y="3694"/>
                </a:lnTo>
                <a:cubicBezTo>
                  <a:pt x="1476" y="3694"/>
                  <a:pt x="1477" y="3693"/>
                  <a:pt x="1478" y="3692"/>
                </a:cubicBezTo>
                <a:lnTo>
                  <a:pt x="1480" y="3689"/>
                </a:lnTo>
                <a:lnTo>
                  <a:pt x="1480" y="3689"/>
                </a:lnTo>
                <a:cubicBezTo>
                  <a:pt x="1481" y="3687"/>
                  <a:pt x="1483" y="3684"/>
                  <a:pt x="1484" y="3682"/>
                </a:cubicBezTo>
                <a:lnTo>
                  <a:pt x="1484" y="3682"/>
                </a:lnTo>
                <a:lnTo>
                  <a:pt x="1485" y="3681"/>
                </a:lnTo>
                <a:lnTo>
                  <a:pt x="1485" y="3681"/>
                </a:lnTo>
                <a:cubicBezTo>
                  <a:pt x="1501" y="3652"/>
                  <a:pt x="1510" y="3619"/>
                  <a:pt x="1512" y="3582"/>
                </a:cubicBezTo>
                <a:lnTo>
                  <a:pt x="1512" y="3582"/>
                </a:lnTo>
                <a:cubicBezTo>
                  <a:pt x="1512" y="3578"/>
                  <a:pt x="1512" y="3573"/>
                  <a:pt x="1512" y="3569"/>
                </a:cubicBezTo>
                <a:lnTo>
                  <a:pt x="1512" y="3569"/>
                </a:lnTo>
                <a:cubicBezTo>
                  <a:pt x="1512" y="3507"/>
                  <a:pt x="1486" y="3416"/>
                  <a:pt x="1442" y="3326"/>
                </a:cubicBezTo>
                <a:lnTo>
                  <a:pt x="1442" y="3326"/>
                </a:lnTo>
                <a:cubicBezTo>
                  <a:pt x="1420" y="3280"/>
                  <a:pt x="1423" y="3228"/>
                  <a:pt x="1449" y="3187"/>
                </a:cubicBezTo>
                <a:lnTo>
                  <a:pt x="1449" y="3187"/>
                </a:lnTo>
                <a:cubicBezTo>
                  <a:pt x="1456" y="3175"/>
                  <a:pt x="1466" y="3165"/>
                  <a:pt x="1476" y="3155"/>
                </a:cubicBezTo>
                <a:lnTo>
                  <a:pt x="1476" y="3155"/>
                </a:lnTo>
                <a:cubicBezTo>
                  <a:pt x="1481" y="3152"/>
                  <a:pt x="1486" y="3149"/>
                  <a:pt x="1492" y="3149"/>
                </a:cubicBezTo>
                <a:lnTo>
                  <a:pt x="1980" y="3149"/>
                </a:lnTo>
                <a:lnTo>
                  <a:pt x="1980" y="3149"/>
                </a:lnTo>
                <a:cubicBezTo>
                  <a:pt x="2265" y="3149"/>
                  <a:pt x="2498" y="2917"/>
                  <a:pt x="2498" y="2632"/>
                </a:cubicBezTo>
                <a:lnTo>
                  <a:pt x="2498" y="2156"/>
                </a:lnTo>
                <a:lnTo>
                  <a:pt x="2498" y="2156"/>
                </a:lnTo>
                <a:cubicBezTo>
                  <a:pt x="2496" y="2154"/>
                  <a:pt x="2494" y="2152"/>
                  <a:pt x="2492" y="2151"/>
                </a:cubicBezTo>
                <a:lnTo>
                  <a:pt x="2492" y="2151"/>
                </a:lnTo>
                <a:cubicBezTo>
                  <a:pt x="2492" y="2150"/>
                  <a:pt x="2490" y="2149"/>
                  <a:pt x="2489" y="2148"/>
                </a:cubicBezTo>
                <a:lnTo>
                  <a:pt x="2489" y="2148"/>
                </a:lnTo>
                <a:cubicBezTo>
                  <a:pt x="2486" y="2146"/>
                  <a:pt x="2483" y="2142"/>
                  <a:pt x="2479" y="2141"/>
                </a:cubicBezTo>
                <a:lnTo>
                  <a:pt x="2479" y="2141"/>
                </a:lnTo>
                <a:lnTo>
                  <a:pt x="2479" y="2141"/>
                </a:lnTo>
                <a:cubicBezTo>
                  <a:pt x="2475" y="2137"/>
                  <a:pt x="2469" y="2135"/>
                  <a:pt x="2464" y="2133"/>
                </a:cubicBezTo>
                <a:lnTo>
                  <a:pt x="2464" y="2133"/>
                </a:lnTo>
                <a:cubicBezTo>
                  <a:pt x="2440" y="2124"/>
                  <a:pt x="2414" y="2124"/>
                  <a:pt x="2390" y="2136"/>
                </a:cubicBezTo>
                <a:lnTo>
                  <a:pt x="2390" y="2136"/>
                </a:lnTo>
                <a:cubicBezTo>
                  <a:pt x="2293" y="2183"/>
                  <a:pt x="2193" y="2211"/>
                  <a:pt x="2124" y="2211"/>
                </a:cubicBezTo>
                <a:lnTo>
                  <a:pt x="2124" y="2211"/>
                </a:lnTo>
                <a:lnTo>
                  <a:pt x="2124" y="2211"/>
                </a:lnTo>
                <a:cubicBezTo>
                  <a:pt x="2119" y="2211"/>
                  <a:pt x="2114" y="2211"/>
                  <a:pt x="2108" y="2211"/>
                </a:cubicBezTo>
                <a:lnTo>
                  <a:pt x="2108" y="2211"/>
                </a:lnTo>
                <a:cubicBezTo>
                  <a:pt x="2064" y="2208"/>
                  <a:pt x="2022" y="2197"/>
                  <a:pt x="1986" y="2176"/>
                </a:cubicBezTo>
                <a:lnTo>
                  <a:pt x="1986" y="2176"/>
                </a:lnTo>
                <a:cubicBezTo>
                  <a:pt x="1982" y="2174"/>
                  <a:pt x="1980" y="2172"/>
                  <a:pt x="1977" y="2171"/>
                </a:cubicBezTo>
                <a:lnTo>
                  <a:pt x="1973" y="2168"/>
                </a:lnTo>
                <a:lnTo>
                  <a:pt x="1973" y="2168"/>
                </a:lnTo>
                <a:cubicBezTo>
                  <a:pt x="1971" y="2167"/>
                  <a:pt x="1970" y="2166"/>
                  <a:pt x="1969" y="2165"/>
                </a:cubicBezTo>
                <a:lnTo>
                  <a:pt x="1966" y="2163"/>
                </a:lnTo>
                <a:lnTo>
                  <a:pt x="1966" y="2163"/>
                </a:lnTo>
                <a:cubicBezTo>
                  <a:pt x="1965" y="2162"/>
                  <a:pt x="1962" y="2161"/>
                  <a:pt x="1960" y="2159"/>
                </a:cubicBezTo>
                <a:lnTo>
                  <a:pt x="1959" y="2158"/>
                </a:lnTo>
                <a:lnTo>
                  <a:pt x="1959" y="2158"/>
                </a:lnTo>
                <a:cubicBezTo>
                  <a:pt x="1944" y="2146"/>
                  <a:pt x="1931" y="2133"/>
                  <a:pt x="1919" y="2119"/>
                </a:cubicBezTo>
                <a:lnTo>
                  <a:pt x="1919" y="2119"/>
                </a:lnTo>
                <a:cubicBezTo>
                  <a:pt x="1873" y="2062"/>
                  <a:pt x="1848" y="1983"/>
                  <a:pt x="1848" y="1895"/>
                </a:cubicBezTo>
                <a:lnTo>
                  <a:pt x="1848" y="1895"/>
                </a:lnTo>
                <a:cubicBezTo>
                  <a:pt x="1848" y="1796"/>
                  <a:pt x="1877" y="1714"/>
                  <a:pt x="1932" y="1657"/>
                </a:cubicBezTo>
                <a:lnTo>
                  <a:pt x="1932" y="1657"/>
                </a:lnTo>
                <a:cubicBezTo>
                  <a:pt x="1961" y="1627"/>
                  <a:pt x="1996" y="1605"/>
                  <a:pt x="2037" y="1592"/>
                </a:cubicBezTo>
                <a:lnTo>
                  <a:pt x="2037" y="1592"/>
                </a:lnTo>
                <a:cubicBezTo>
                  <a:pt x="2064" y="1584"/>
                  <a:pt x="2093" y="1579"/>
                  <a:pt x="2124" y="1579"/>
                </a:cubicBezTo>
                <a:lnTo>
                  <a:pt x="2124" y="1579"/>
                </a:lnTo>
                <a:cubicBezTo>
                  <a:pt x="2192" y="1579"/>
                  <a:pt x="2291" y="1609"/>
                  <a:pt x="2390" y="1659"/>
                </a:cubicBezTo>
                <a:lnTo>
                  <a:pt x="2390" y="1659"/>
                </a:lnTo>
                <a:cubicBezTo>
                  <a:pt x="2418" y="1673"/>
                  <a:pt x="2451" y="1671"/>
                  <a:pt x="2478" y="1655"/>
                </a:cubicBezTo>
                <a:lnTo>
                  <a:pt x="2478" y="1655"/>
                </a:lnTo>
                <a:cubicBezTo>
                  <a:pt x="2479" y="1654"/>
                  <a:pt x="2479" y="1654"/>
                  <a:pt x="2480" y="1653"/>
                </a:cubicBezTo>
                <a:lnTo>
                  <a:pt x="2483" y="1651"/>
                </a:lnTo>
                <a:lnTo>
                  <a:pt x="2483" y="1651"/>
                </a:lnTo>
                <a:cubicBezTo>
                  <a:pt x="2486" y="1649"/>
                  <a:pt x="2489" y="1647"/>
                  <a:pt x="2491" y="1645"/>
                </a:cubicBezTo>
                <a:lnTo>
                  <a:pt x="2491" y="1645"/>
                </a:lnTo>
                <a:cubicBezTo>
                  <a:pt x="2492" y="1644"/>
                  <a:pt x="2493" y="1643"/>
                  <a:pt x="2494" y="1642"/>
                </a:cubicBezTo>
                <a:lnTo>
                  <a:pt x="2494" y="1642"/>
                </a:lnTo>
                <a:cubicBezTo>
                  <a:pt x="2495" y="1641"/>
                  <a:pt x="2497" y="1640"/>
                  <a:pt x="2498" y="1638"/>
                </a:cubicBezTo>
                <a:lnTo>
                  <a:pt x="2498" y="1169"/>
                </a:lnTo>
                <a:lnTo>
                  <a:pt x="2498" y="1169"/>
                </a:lnTo>
                <a:cubicBezTo>
                  <a:pt x="2498" y="884"/>
                  <a:pt x="2265" y="652"/>
                  <a:pt x="1980" y="652"/>
                </a:cubicBezTo>
              </a:path>
            </a:pathLst>
          </a:custGeom>
          <a:solidFill>
            <a:srgbClr val="9DC9CB"/>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65"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7" name="Freeform 3">
            <a:extLst>
              <a:ext uri="{FF2B5EF4-FFF2-40B4-BE49-F238E27FC236}">
                <a16:creationId xmlns:a16="http://schemas.microsoft.com/office/drawing/2014/main" id="{DE33F945-F92B-B94E-B6C3-752B163C0948}"/>
              </a:ext>
            </a:extLst>
          </p:cNvPr>
          <p:cNvSpPr>
            <a:spLocks noChangeArrowheads="1"/>
          </p:cNvSpPr>
          <p:nvPr/>
        </p:nvSpPr>
        <p:spPr bwMode="auto">
          <a:xfrm>
            <a:off x="4906631" y="4077249"/>
            <a:ext cx="2362256" cy="1554694"/>
          </a:xfrm>
          <a:custGeom>
            <a:avLst/>
            <a:gdLst>
              <a:gd name="T0" fmla="*/ 647 w 3794"/>
              <a:gd name="T1" fmla="*/ 1012 h 2498"/>
              <a:gd name="T2" fmla="*/ 644 w 3794"/>
              <a:gd name="T3" fmla="*/ 1015 h 2498"/>
              <a:gd name="T4" fmla="*/ 614 w 3794"/>
              <a:gd name="T5" fmla="*/ 1045 h 2498"/>
              <a:gd name="T6" fmla="*/ 606 w 3794"/>
              <a:gd name="T7" fmla="*/ 1051 h 2498"/>
              <a:gd name="T8" fmla="*/ 225 w 3794"/>
              <a:gd name="T9" fmla="*/ 982 h 2498"/>
              <a:gd name="T10" fmla="*/ 69 w 3794"/>
              <a:gd name="T11" fmla="*/ 1044 h 2498"/>
              <a:gd name="T12" fmla="*/ 59 w 3794"/>
              <a:gd name="T13" fmla="*/ 1438 h 2498"/>
              <a:gd name="T14" fmla="*/ 92 w 3794"/>
              <a:gd name="T15" fmla="*/ 1471 h 2498"/>
              <a:gd name="T16" fmla="*/ 99 w 3794"/>
              <a:gd name="T17" fmla="*/ 1476 h 2498"/>
              <a:gd name="T18" fmla="*/ 112 w 3794"/>
              <a:gd name="T19" fmla="*/ 1484 h 2498"/>
              <a:gd name="T20" fmla="*/ 212 w 3794"/>
              <a:gd name="T21" fmla="*/ 1512 h 2498"/>
              <a:gd name="T22" fmla="*/ 225 w 3794"/>
              <a:gd name="T23" fmla="*/ 1512 h 2498"/>
              <a:gd name="T24" fmla="*/ 607 w 3794"/>
              <a:gd name="T25" fmla="*/ 1449 h 2498"/>
              <a:gd name="T26" fmla="*/ 647 w 3794"/>
              <a:gd name="T27" fmla="*/ 1486 h 2498"/>
              <a:gd name="T28" fmla="*/ 1169 w 3794"/>
              <a:gd name="T29" fmla="*/ 2497 h 2498"/>
              <a:gd name="T30" fmla="*/ 1654 w 3794"/>
              <a:gd name="T31" fmla="*/ 2455 h 2498"/>
              <a:gd name="T32" fmla="*/ 1583 w 3794"/>
              <a:gd name="T33" fmla="*/ 2100 h 2498"/>
              <a:gd name="T34" fmla="*/ 1618 w 3794"/>
              <a:gd name="T35" fmla="*/ 1962 h 2498"/>
              <a:gd name="T36" fmla="*/ 1629 w 3794"/>
              <a:gd name="T37" fmla="*/ 1944 h 2498"/>
              <a:gd name="T38" fmla="*/ 1636 w 3794"/>
              <a:gd name="T39" fmla="*/ 1935 h 2498"/>
              <a:gd name="T40" fmla="*/ 1899 w 3794"/>
              <a:gd name="T41" fmla="*/ 1823 h 2498"/>
              <a:gd name="T42" fmla="*/ 2201 w 3794"/>
              <a:gd name="T43" fmla="*/ 2012 h 2498"/>
              <a:gd name="T44" fmla="*/ 2134 w 3794"/>
              <a:gd name="T45" fmla="*/ 2365 h 2498"/>
              <a:gd name="T46" fmla="*/ 2140 w 3794"/>
              <a:gd name="T47" fmla="*/ 2456 h 2498"/>
              <a:gd name="T48" fmla="*/ 2631 w 3794"/>
              <a:gd name="T49" fmla="*/ 2497 h 2498"/>
              <a:gd name="T50" fmla="*/ 3148 w 3794"/>
              <a:gd name="T51" fmla="*/ 1493 h 2498"/>
              <a:gd name="T52" fmla="*/ 3181 w 3794"/>
              <a:gd name="T53" fmla="*/ 1452 h 2498"/>
              <a:gd name="T54" fmla="*/ 3326 w 3794"/>
              <a:gd name="T55" fmla="*/ 1442 h 2498"/>
              <a:gd name="T56" fmla="*/ 3640 w 3794"/>
              <a:gd name="T57" fmla="*/ 1505 h 2498"/>
              <a:gd name="T58" fmla="*/ 3793 w 3794"/>
              <a:gd name="T59" fmla="*/ 1251 h 2498"/>
              <a:gd name="T60" fmla="*/ 3702 w 3794"/>
              <a:gd name="T61" fmla="*/ 1029 h 2498"/>
              <a:gd name="T62" fmla="*/ 3694 w 3794"/>
              <a:gd name="T63" fmla="*/ 1022 h 2498"/>
              <a:gd name="T64" fmla="*/ 3688 w 3794"/>
              <a:gd name="T65" fmla="*/ 1018 h 2498"/>
              <a:gd name="T66" fmla="*/ 3581 w 3794"/>
              <a:gd name="T67" fmla="*/ 986 h 2498"/>
              <a:gd name="T68" fmla="*/ 3325 w 3794"/>
              <a:gd name="T69" fmla="*/ 1056 h 2498"/>
              <a:gd name="T70" fmla="*/ 3154 w 3794"/>
              <a:gd name="T71" fmla="*/ 1022 h 2498"/>
              <a:gd name="T72" fmla="*/ 3148 w 3794"/>
              <a:gd name="T73" fmla="*/ 517 h 2498"/>
              <a:gd name="T74" fmla="*/ 2150 w 3794"/>
              <a:gd name="T75" fmla="*/ 0 h 2498"/>
              <a:gd name="T76" fmla="*/ 2135 w 3794"/>
              <a:gd name="T77" fmla="*/ 104 h 2498"/>
              <a:gd name="T78" fmla="*/ 2210 w 3794"/>
              <a:gd name="T79" fmla="*/ 385 h 2498"/>
              <a:gd name="T80" fmla="*/ 2170 w 3794"/>
              <a:gd name="T81" fmla="*/ 517 h 2498"/>
              <a:gd name="T82" fmla="*/ 2163 w 3794"/>
              <a:gd name="T83" fmla="*/ 526 h 2498"/>
              <a:gd name="T84" fmla="*/ 2157 w 3794"/>
              <a:gd name="T85" fmla="*/ 534 h 2498"/>
              <a:gd name="T86" fmla="*/ 1895 w 3794"/>
              <a:gd name="T87" fmla="*/ 645 h 2498"/>
              <a:gd name="T88" fmla="*/ 1592 w 3794"/>
              <a:gd name="T89" fmla="*/ 457 h 2498"/>
              <a:gd name="T90" fmla="*/ 1659 w 3794"/>
              <a:gd name="T91" fmla="*/ 104 h 2498"/>
              <a:gd name="T92" fmla="*/ 1651 w 3794"/>
              <a:gd name="T93" fmla="*/ 11 h 2498"/>
              <a:gd name="T94" fmla="*/ 1166 w 3794"/>
              <a:gd name="T95" fmla="*/ 0 h 2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794" h="2498">
                <a:moveTo>
                  <a:pt x="652" y="517"/>
                </a:moveTo>
                <a:lnTo>
                  <a:pt x="652" y="997"/>
                </a:lnTo>
                <a:lnTo>
                  <a:pt x="652" y="997"/>
                </a:lnTo>
                <a:cubicBezTo>
                  <a:pt x="652" y="1002"/>
                  <a:pt x="650" y="1007"/>
                  <a:pt x="647" y="1012"/>
                </a:cubicBezTo>
                <a:lnTo>
                  <a:pt x="647" y="1012"/>
                </a:lnTo>
                <a:lnTo>
                  <a:pt x="645" y="1014"/>
                </a:lnTo>
                <a:lnTo>
                  <a:pt x="645" y="1014"/>
                </a:lnTo>
                <a:cubicBezTo>
                  <a:pt x="645" y="1014"/>
                  <a:pt x="645" y="1015"/>
                  <a:pt x="644" y="1015"/>
                </a:cubicBezTo>
                <a:lnTo>
                  <a:pt x="644" y="1015"/>
                </a:lnTo>
                <a:lnTo>
                  <a:pt x="644" y="1015"/>
                </a:lnTo>
                <a:lnTo>
                  <a:pt x="644" y="1015"/>
                </a:lnTo>
                <a:cubicBezTo>
                  <a:pt x="636" y="1027"/>
                  <a:pt x="625" y="1037"/>
                  <a:pt x="614" y="1045"/>
                </a:cubicBezTo>
                <a:lnTo>
                  <a:pt x="612" y="1046"/>
                </a:lnTo>
                <a:lnTo>
                  <a:pt x="612" y="1046"/>
                </a:lnTo>
                <a:cubicBezTo>
                  <a:pt x="610" y="1048"/>
                  <a:pt x="607" y="1049"/>
                  <a:pt x="606" y="1051"/>
                </a:cubicBezTo>
                <a:lnTo>
                  <a:pt x="606" y="1051"/>
                </a:lnTo>
                <a:cubicBezTo>
                  <a:pt x="563" y="1077"/>
                  <a:pt x="511" y="1079"/>
                  <a:pt x="468" y="1057"/>
                </a:cubicBezTo>
                <a:lnTo>
                  <a:pt x="468" y="1057"/>
                </a:lnTo>
                <a:cubicBezTo>
                  <a:pt x="376" y="1010"/>
                  <a:pt x="285" y="982"/>
                  <a:pt x="225" y="982"/>
                </a:cubicBezTo>
                <a:lnTo>
                  <a:pt x="225" y="982"/>
                </a:lnTo>
                <a:cubicBezTo>
                  <a:pt x="200" y="982"/>
                  <a:pt x="175" y="986"/>
                  <a:pt x="153" y="993"/>
                </a:cubicBezTo>
                <a:lnTo>
                  <a:pt x="153" y="993"/>
                </a:lnTo>
                <a:cubicBezTo>
                  <a:pt x="121" y="1003"/>
                  <a:pt x="92" y="1020"/>
                  <a:pt x="69" y="1044"/>
                </a:cubicBezTo>
                <a:lnTo>
                  <a:pt x="69" y="1044"/>
                </a:lnTo>
                <a:cubicBezTo>
                  <a:pt x="24" y="1091"/>
                  <a:pt x="0" y="1162"/>
                  <a:pt x="0" y="1247"/>
                </a:cubicBezTo>
                <a:lnTo>
                  <a:pt x="0" y="1247"/>
                </a:lnTo>
                <a:cubicBezTo>
                  <a:pt x="0" y="1323"/>
                  <a:pt x="21" y="1391"/>
                  <a:pt x="59" y="1438"/>
                </a:cubicBezTo>
                <a:lnTo>
                  <a:pt x="59" y="1438"/>
                </a:lnTo>
                <a:cubicBezTo>
                  <a:pt x="69" y="1450"/>
                  <a:pt x="79" y="1460"/>
                  <a:pt x="91" y="1469"/>
                </a:cubicBezTo>
                <a:lnTo>
                  <a:pt x="91" y="1469"/>
                </a:lnTo>
                <a:lnTo>
                  <a:pt x="91" y="1470"/>
                </a:lnTo>
                <a:lnTo>
                  <a:pt x="92" y="1471"/>
                </a:lnTo>
                <a:lnTo>
                  <a:pt x="92" y="1471"/>
                </a:lnTo>
                <a:cubicBezTo>
                  <a:pt x="94" y="1472"/>
                  <a:pt x="96" y="1473"/>
                  <a:pt x="97" y="1474"/>
                </a:cubicBezTo>
                <a:lnTo>
                  <a:pt x="99" y="1476"/>
                </a:lnTo>
                <a:lnTo>
                  <a:pt x="99" y="1476"/>
                </a:lnTo>
                <a:cubicBezTo>
                  <a:pt x="101" y="1476"/>
                  <a:pt x="101" y="1477"/>
                  <a:pt x="102" y="1478"/>
                </a:cubicBezTo>
                <a:lnTo>
                  <a:pt x="105" y="1480"/>
                </a:lnTo>
                <a:lnTo>
                  <a:pt x="105" y="1480"/>
                </a:lnTo>
                <a:cubicBezTo>
                  <a:pt x="107" y="1481"/>
                  <a:pt x="110" y="1482"/>
                  <a:pt x="112" y="1484"/>
                </a:cubicBezTo>
                <a:lnTo>
                  <a:pt x="112" y="1484"/>
                </a:lnTo>
                <a:lnTo>
                  <a:pt x="113" y="1485"/>
                </a:lnTo>
                <a:lnTo>
                  <a:pt x="113" y="1485"/>
                </a:lnTo>
                <a:cubicBezTo>
                  <a:pt x="142" y="1501"/>
                  <a:pt x="175" y="1510"/>
                  <a:pt x="212" y="1512"/>
                </a:cubicBezTo>
                <a:lnTo>
                  <a:pt x="212" y="1512"/>
                </a:lnTo>
                <a:cubicBezTo>
                  <a:pt x="216" y="1512"/>
                  <a:pt x="220" y="1512"/>
                  <a:pt x="225" y="1512"/>
                </a:cubicBezTo>
                <a:lnTo>
                  <a:pt x="225" y="1512"/>
                </a:lnTo>
                <a:lnTo>
                  <a:pt x="225" y="1512"/>
                </a:lnTo>
                <a:cubicBezTo>
                  <a:pt x="287" y="1512"/>
                  <a:pt x="378" y="1486"/>
                  <a:pt x="468" y="1442"/>
                </a:cubicBezTo>
                <a:lnTo>
                  <a:pt x="468" y="1442"/>
                </a:lnTo>
                <a:cubicBezTo>
                  <a:pt x="513" y="1420"/>
                  <a:pt x="565" y="1423"/>
                  <a:pt x="607" y="1449"/>
                </a:cubicBezTo>
                <a:lnTo>
                  <a:pt x="607" y="1449"/>
                </a:lnTo>
                <a:cubicBezTo>
                  <a:pt x="622" y="1458"/>
                  <a:pt x="634" y="1469"/>
                  <a:pt x="644" y="1483"/>
                </a:cubicBezTo>
                <a:lnTo>
                  <a:pt x="644" y="1483"/>
                </a:lnTo>
                <a:cubicBezTo>
                  <a:pt x="645" y="1484"/>
                  <a:pt x="646" y="1485"/>
                  <a:pt x="647" y="1486"/>
                </a:cubicBezTo>
                <a:lnTo>
                  <a:pt x="647" y="1486"/>
                </a:lnTo>
                <a:cubicBezTo>
                  <a:pt x="650" y="1491"/>
                  <a:pt x="652" y="1495"/>
                  <a:pt x="652" y="1501"/>
                </a:cubicBezTo>
                <a:lnTo>
                  <a:pt x="652" y="1981"/>
                </a:lnTo>
                <a:lnTo>
                  <a:pt x="652" y="1981"/>
                </a:lnTo>
                <a:cubicBezTo>
                  <a:pt x="652" y="2265"/>
                  <a:pt x="884" y="2497"/>
                  <a:pt x="1169" y="2497"/>
                </a:cubicBezTo>
                <a:lnTo>
                  <a:pt x="1577" y="2497"/>
                </a:lnTo>
                <a:lnTo>
                  <a:pt x="1577" y="2497"/>
                </a:lnTo>
                <a:cubicBezTo>
                  <a:pt x="1608" y="2497"/>
                  <a:pt x="1637" y="2482"/>
                  <a:pt x="1654" y="2455"/>
                </a:cubicBezTo>
                <a:lnTo>
                  <a:pt x="1654" y="2455"/>
                </a:lnTo>
                <a:cubicBezTo>
                  <a:pt x="1670" y="2428"/>
                  <a:pt x="1672" y="2395"/>
                  <a:pt x="1658" y="2365"/>
                </a:cubicBezTo>
                <a:lnTo>
                  <a:pt x="1658" y="2365"/>
                </a:lnTo>
                <a:cubicBezTo>
                  <a:pt x="1611" y="2269"/>
                  <a:pt x="1583" y="2169"/>
                  <a:pt x="1583" y="2100"/>
                </a:cubicBezTo>
                <a:lnTo>
                  <a:pt x="1583" y="2100"/>
                </a:lnTo>
                <a:cubicBezTo>
                  <a:pt x="1583" y="2094"/>
                  <a:pt x="1583" y="2090"/>
                  <a:pt x="1583" y="2084"/>
                </a:cubicBezTo>
                <a:lnTo>
                  <a:pt x="1583" y="2084"/>
                </a:lnTo>
                <a:cubicBezTo>
                  <a:pt x="1585" y="2039"/>
                  <a:pt x="1597" y="1998"/>
                  <a:pt x="1618" y="1962"/>
                </a:cubicBezTo>
                <a:lnTo>
                  <a:pt x="1618" y="1962"/>
                </a:lnTo>
                <a:cubicBezTo>
                  <a:pt x="1620" y="1958"/>
                  <a:pt x="1622" y="1955"/>
                  <a:pt x="1623" y="1953"/>
                </a:cubicBezTo>
                <a:lnTo>
                  <a:pt x="1626" y="1949"/>
                </a:lnTo>
                <a:lnTo>
                  <a:pt x="1626" y="1949"/>
                </a:lnTo>
                <a:cubicBezTo>
                  <a:pt x="1627" y="1947"/>
                  <a:pt x="1628" y="1946"/>
                  <a:pt x="1629" y="1944"/>
                </a:cubicBezTo>
                <a:lnTo>
                  <a:pt x="1630" y="1943"/>
                </a:lnTo>
                <a:lnTo>
                  <a:pt x="1630" y="1943"/>
                </a:lnTo>
                <a:cubicBezTo>
                  <a:pt x="1632" y="1940"/>
                  <a:pt x="1633" y="1938"/>
                  <a:pt x="1635" y="1936"/>
                </a:cubicBezTo>
                <a:lnTo>
                  <a:pt x="1636" y="1935"/>
                </a:lnTo>
                <a:lnTo>
                  <a:pt x="1636" y="1935"/>
                </a:lnTo>
                <a:cubicBezTo>
                  <a:pt x="1648" y="1919"/>
                  <a:pt x="1661" y="1906"/>
                  <a:pt x="1675" y="1894"/>
                </a:cubicBezTo>
                <a:lnTo>
                  <a:pt x="1675" y="1894"/>
                </a:lnTo>
                <a:cubicBezTo>
                  <a:pt x="1732" y="1849"/>
                  <a:pt x="1811" y="1823"/>
                  <a:pt x="1899" y="1823"/>
                </a:cubicBezTo>
                <a:lnTo>
                  <a:pt x="1899" y="1823"/>
                </a:lnTo>
                <a:cubicBezTo>
                  <a:pt x="1996" y="1823"/>
                  <a:pt x="2079" y="1853"/>
                  <a:pt x="2136" y="1907"/>
                </a:cubicBezTo>
                <a:lnTo>
                  <a:pt x="2136" y="1907"/>
                </a:lnTo>
                <a:cubicBezTo>
                  <a:pt x="2167" y="1937"/>
                  <a:pt x="2188" y="1972"/>
                  <a:pt x="2201" y="2012"/>
                </a:cubicBezTo>
                <a:lnTo>
                  <a:pt x="2201" y="2012"/>
                </a:lnTo>
                <a:cubicBezTo>
                  <a:pt x="2209" y="2039"/>
                  <a:pt x="2214" y="2069"/>
                  <a:pt x="2214" y="2100"/>
                </a:cubicBezTo>
                <a:lnTo>
                  <a:pt x="2214" y="2100"/>
                </a:lnTo>
                <a:cubicBezTo>
                  <a:pt x="2214" y="2168"/>
                  <a:pt x="2184" y="2267"/>
                  <a:pt x="2134" y="2365"/>
                </a:cubicBezTo>
                <a:lnTo>
                  <a:pt x="2134" y="2365"/>
                </a:lnTo>
                <a:cubicBezTo>
                  <a:pt x="2120" y="2393"/>
                  <a:pt x="2121" y="2426"/>
                  <a:pt x="2138" y="2453"/>
                </a:cubicBezTo>
                <a:lnTo>
                  <a:pt x="2138" y="2453"/>
                </a:lnTo>
                <a:cubicBezTo>
                  <a:pt x="2138" y="2454"/>
                  <a:pt x="2139" y="2455"/>
                  <a:pt x="2140" y="2456"/>
                </a:cubicBezTo>
                <a:lnTo>
                  <a:pt x="2141" y="2459"/>
                </a:lnTo>
                <a:lnTo>
                  <a:pt x="2141" y="2459"/>
                </a:lnTo>
                <a:cubicBezTo>
                  <a:pt x="2159" y="2483"/>
                  <a:pt x="2186" y="2497"/>
                  <a:pt x="2216" y="2497"/>
                </a:cubicBezTo>
                <a:lnTo>
                  <a:pt x="2631" y="2497"/>
                </a:lnTo>
                <a:lnTo>
                  <a:pt x="2631" y="2497"/>
                </a:lnTo>
                <a:cubicBezTo>
                  <a:pt x="2916" y="2497"/>
                  <a:pt x="3148" y="2265"/>
                  <a:pt x="3148" y="1981"/>
                </a:cubicBezTo>
                <a:lnTo>
                  <a:pt x="3148" y="1493"/>
                </a:lnTo>
                <a:lnTo>
                  <a:pt x="3148" y="1493"/>
                </a:lnTo>
                <a:cubicBezTo>
                  <a:pt x="3148" y="1487"/>
                  <a:pt x="3150" y="1480"/>
                  <a:pt x="3154" y="1476"/>
                </a:cubicBezTo>
                <a:lnTo>
                  <a:pt x="3154" y="1476"/>
                </a:lnTo>
                <a:cubicBezTo>
                  <a:pt x="3162" y="1467"/>
                  <a:pt x="3170" y="1460"/>
                  <a:pt x="3180" y="1453"/>
                </a:cubicBezTo>
                <a:lnTo>
                  <a:pt x="3181" y="1452"/>
                </a:lnTo>
                <a:lnTo>
                  <a:pt x="3181" y="1452"/>
                </a:lnTo>
                <a:cubicBezTo>
                  <a:pt x="3183" y="1450"/>
                  <a:pt x="3185" y="1449"/>
                  <a:pt x="3187" y="1447"/>
                </a:cubicBezTo>
                <a:lnTo>
                  <a:pt x="3187" y="1447"/>
                </a:lnTo>
                <a:cubicBezTo>
                  <a:pt x="3230" y="1422"/>
                  <a:pt x="3281" y="1419"/>
                  <a:pt x="3326" y="1442"/>
                </a:cubicBezTo>
                <a:lnTo>
                  <a:pt x="3326" y="1442"/>
                </a:lnTo>
                <a:cubicBezTo>
                  <a:pt x="3417" y="1488"/>
                  <a:pt x="3508" y="1516"/>
                  <a:pt x="3568" y="1516"/>
                </a:cubicBezTo>
                <a:lnTo>
                  <a:pt x="3568" y="1516"/>
                </a:lnTo>
                <a:cubicBezTo>
                  <a:pt x="3593" y="1516"/>
                  <a:pt x="3618" y="1512"/>
                  <a:pt x="3640" y="1505"/>
                </a:cubicBezTo>
                <a:lnTo>
                  <a:pt x="3640" y="1505"/>
                </a:lnTo>
                <a:cubicBezTo>
                  <a:pt x="3672" y="1495"/>
                  <a:pt x="3700" y="1478"/>
                  <a:pt x="3724" y="1454"/>
                </a:cubicBezTo>
                <a:lnTo>
                  <a:pt x="3724" y="1454"/>
                </a:lnTo>
                <a:cubicBezTo>
                  <a:pt x="3769" y="1406"/>
                  <a:pt x="3793" y="1337"/>
                  <a:pt x="3793" y="1251"/>
                </a:cubicBezTo>
                <a:lnTo>
                  <a:pt x="3793" y="1251"/>
                </a:lnTo>
                <a:cubicBezTo>
                  <a:pt x="3793" y="1174"/>
                  <a:pt x="3772" y="1107"/>
                  <a:pt x="3734" y="1059"/>
                </a:cubicBezTo>
                <a:lnTo>
                  <a:pt x="3734" y="1059"/>
                </a:lnTo>
                <a:cubicBezTo>
                  <a:pt x="3724" y="1048"/>
                  <a:pt x="3714" y="1038"/>
                  <a:pt x="3702" y="1029"/>
                </a:cubicBezTo>
                <a:lnTo>
                  <a:pt x="3700" y="1027"/>
                </a:lnTo>
                <a:lnTo>
                  <a:pt x="3700" y="1027"/>
                </a:lnTo>
                <a:cubicBezTo>
                  <a:pt x="3699" y="1026"/>
                  <a:pt x="3697" y="1025"/>
                  <a:pt x="3696" y="1024"/>
                </a:cubicBezTo>
                <a:lnTo>
                  <a:pt x="3694" y="1022"/>
                </a:lnTo>
                <a:lnTo>
                  <a:pt x="3694" y="1022"/>
                </a:lnTo>
                <a:cubicBezTo>
                  <a:pt x="3693" y="1022"/>
                  <a:pt x="3692" y="1021"/>
                  <a:pt x="3690" y="1020"/>
                </a:cubicBezTo>
                <a:lnTo>
                  <a:pt x="3688" y="1018"/>
                </a:lnTo>
                <a:lnTo>
                  <a:pt x="3688" y="1018"/>
                </a:lnTo>
                <a:cubicBezTo>
                  <a:pt x="3685" y="1017"/>
                  <a:pt x="3683" y="1016"/>
                  <a:pt x="3681" y="1014"/>
                </a:cubicBezTo>
                <a:lnTo>
                  <a:pt x="3681" y="1014"/>
                </a:lnTo>
                <a:cubicBezTo>
                  <a:pt x="3651" y="997"/>
                  <a:pt x="3618" y="988"/>
                  <a:pt x="3581" y="986"/>
                </a:cubicBezTo>
                <a:lnTo>
                  <a:pt x="3581" y="986"/>
                </a:lnTo>
                <a:cubicBezTo>
                  <a:pt x="3577" y="986"/>
                  <a:pt x="3573" y="986"/>
                  <a:pt x="3568" y="986"/>
                </a:cubicBezTo>
                <a:lnTo>
                  <a:pt x="3568" y="986"/>
                </a:lnTo>
                <a:lnTo>
                  <a:pt x="3568" y="986"/>
                </a:lnTo>
                <a:cubicBezTo>
                  <a:pt x="3506" y="986"/>
                  <a:pt x="3415" y="1012"/>
                  <a:pt x="3325" y="1056"/>
                </a:cubicBezTo>
                <a:lnTo>
                  <a:pt x="3325" y="1056"/>
                </a:lnTo>
                <a:cubicBezTo>
                  <a:pt x="3280" y="1078"/>
                  <a:pt x="3228" y="1075"/>
                  <a:pt x="3185" y="1049"/>
                </a:cubicBezTo>
                <a:lnTo>
                  <a:pt x="3185" y="1049"/>
                </a:lnTo>
                <a:cubicBezTo>
                  <a:pt x="3174" y="1042"/>
                  <a:pt x="3164" y="1033"/>
                  <a:pt x="3154" y="1022"/>
                </a:cubicBezTo>
                <a:lnTo>
                  <a:pt x="3154" y="1022"/>
                </a:lnTo>
                <a:cubicBezTo>
                  <a:pt x="3150" y="1017"/>
                  <a:pt x="3148" y="1011"/>
                  <a:pt x="3148" y="1005"/>
                </a:cubicBezTo>
                <a:lnTo>
                  <a:pt x="3148" y="517"/>
                </a:lnTo>
                <a:lnTo>
                  <a:pt x="3148" y="517"/>
                </a:lnTo>
                <a:cubicBezTo>
                  <a:pt x="3148" y="232"/>
                  <a:pt x="2916" y="0"/>
                  <a:pt x="2631" y="0"/>
                </a:cubicBezTo>
                <a:lnTo>
                  <a:pt x="2630" y="0"/>
                </a:lnTo>
                <a:lnTo>
                  <a:pt x="2628" y="0"/>
                </a:lnTo>
                <a:lnTo>
                  <a:pt x="2150" y="0"/>
                </a:lnTo>
                <a:lnTo>
                  <a:pt x="2150" y="0"/>
                </a:lnTo>
                <a:cubicBezTo>
                  <a:pt x="2146" y="5"/>
                  <a:pt x="2142" y="10"/>
                  <a:pt x="2140" y="14"/>
                </a:cubicBezTo>
                <a:lnTo>
                  <a:pt x="2140" y="14"/>
                </a:lnTo>
                <a:cubicBezTo>
                  <a:pt x="2122" y="41"/>
                  <a:pt x="2121" y="75"/>
                  <a:pt x="2135" y="104"/>
                </a:cubicBezTo>
                <a:lnTo>
                  <a:pt x="2135" y="104"/>
                </a:lnTo>
                <a:cubicBezTo>
                  <a:pt x="2182" y="201"/>
                  <a:pt x="2210" y="300"/>
                  <a:pt x="2210" y="370"/>
                </a:cubicBezTo>
                <a:lnTo>
                  <a:pt x="2210" y="370"/>
                </a:lnTo>
                <a:cubicBezTo>
                  <a:pt x="2210" y="375"/>
                  <a:pt x="2210" y="380"/>
                  <a:pt x="2210" y="385"/>
                </a:cubicBezTo>
                <a:lnTo>
                  <a:pt x="2210" y="385"/>
                </a:lnTo>
                <a:cubicBezTo>
                  <a:pt x="2208" y="430"/>
                  <a:pt x="2196" y="471"/>
                  <a:pt x="2175" y="507"/>
                </a:cubicBezTo>
                <a:lnTo>
                  <a:pt x="2175" y="507"/>
                </a:lnTo>
                <a:cubicBezTo>
                  <a:pt x="2173" y="511"/>
                  <a:pt x="2172" y="513"/>
                  <a:pt x="2170" y="517"/>
                </a:cubicBezTo>
                <a:lnTo>
                  <a:pt x="2167" y="520"/>
                </a:lnTo>
                <a:lnTo>
                  <a:pt x="2167" y="520"/>
                </a:lnTo>
                <a:cubicBezTo>
                  <a:pt x="2166" y="522"/>
                  <a:pt x="2165" y="523"/>
                  <a:pt x="2164" y="525"/>
                </a:cubicBezTo>
                <a:lnTo>
                  <a:pt x="2163" y="526"/>
                </a:lnTo>
                <a:lnTo>
                  <a:pt x="2163" y="526"/>
                </a:lnTo>
                <a:cubicBezTo>
                  <a:pt x="2161" y="529"/>
                  <a:pt x="2160" y="530"/>
                  <a:pt x="2158" y="533"/>
                </a:cubicBezTo>
                <a:lnTo>
                  <a:pt x="2157" y="534"/>
                </a:lnTo>
                <a:lnTo>
                  <a:pt x="2157" y="534"/>
                </a:lnTo>
                <a:cubicBezTo>
                  <a:pt x="2145" y="550"/>
                  <a:pt x="2132" y="563"/>
                  <a:pt x="2118" y="575"/>
                </a:cubicBezTo>
                <a:lnTo>
                  <a:pt x="2118" y="575"/>
                </a:lnTo>
                <a:cubicBezTo>
                  <a:pt x="2061" y="621"/>
                  <a:pt x="1982" y="645"/>
                  <a:pt x="1895" y="645"/>
                </a:cubicBezTo>
                <a:lnTo>
                  <a:pt x="1895" y="645"/>
                </a:lnTo>
                <a:cubicBezTo>
                  <a:pt x="1796" y="645"/>
                  <a:pt x="1714" y="616"/>
                  <a:pt x="1657" y="562"/>
                </a:cubicBezTo>
                <a:lnTo>
                  <a:pt x="1657" y="562"/>
                </a:lnTo>
                <a:cubicBezTo>
                  <a:pt x="1626" y="533"/>
                  <a:pt x="1605" y="498"/>
                  <a:pt x="1592" y="457"/>
                </a:cubicBezTo>
                <a:lnTo>
                  <a:pt x="1592" y="457"/>
                </a:lnTo>
                <a:cubicBezTo>
                  <a:pt x="1583" y="430"/>
                  <a:pt x="1579" y="400"/>
                  <a:pt x="1579" y="370"/>
                </a:cubicBezTo>
                <a:lnTo>
                  <a:pt x="1579" y="370"/>
                </a:lnTo>
                <a:cubicBezTo>
                  <a:pt x="1579" y="301"/>
                  <a:pt x="1609" y="202"/>
                  <a:pt x="1659" y="104"/>
                </a:cubicBezTo>
                <a:lnTo>
                  <a:pt x="1659" y="104"/>
                </a:lnTo>
                <a:cubicBezTo>
                  <a:pt x="1674" y="76"/>
                  <a:pt x="1672" y="42"/>
                  <a:pt x="1655" y="16"/>
                </a:cubicBezTo>
                <a:lnTo>
                  <a:pt x="1655" y="16"/>
                </a:lnTo>
                <a:cubicBezTo>
                  <a:pt x="1654" y="14"/>
                  <a:pt x="1654" y="14"/>
                  <a:pt x="1653" y="13"/>
                </a:cubicBezTo>
                <a:lnTo>
                  <a:pt x="1651" y="11"/>
                </a:lnTo>
                <a:lnTo>
                  <a:pt x="1651" y="11"/>
                </a:lnTo>
                <a:cubicBezTo>
                  <a:pt x="1649" y="7"/>
                  <a:pt x="1646" y="3"/>
                  <a:pt x="1643" y="0"/>
                </a:cubicBezTo>
                <a:lnTo>
                  <a:pt x="1166" y="0"/>
                </a:lnTo>
                <a:lnTo>
                  <a:pt x="1166" y="0"/>
                </a:lnTo>
                <a:cubicBezTo>
                  <a:pt x="883" y="1"/>
                  <a:pt x="652" y="233"/>
                  <a:pt x="652" y="517"/>
                </a:cubicBezTo>
              </a:path>
            </a:pathLst>
          </a:custGeom>
          <a:solidFill>
            <a:schemeClr val="accent2"/>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65"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8" name="Freeform 4">
            <a:extLst>
              <a:ext uri="{FF2B5EF4-FFF2-40B4-BE49-F238E27FC236}">
                <a16:creationId xmlns:a16="http://schemas.microsoft.com/office/drawing/2014/main" id="{816829F7-81A4-8D4F-942F-EADC00DD9F86}"/>
              </a:ext>
            </a:extLst>
          </p:cNvPr>
          <p:cNvSpPr>
            <a:spLocks noChangeArrowheads="1"/>
          </p:cNvSpPr>
          <p:nvPr/>
        </p:nvSpPr>
        <p:spPr bwMode="auto">
          <a:xfrm>
            <a:off x="5310414" y="2085810"/>
            <a:ext cx="1554694" cy="2362256"/>
          </a:xfrm>
          <a:custGeom>
            <a:avLst/>
            <a:gdLst>
              <a:gd name="T0" fmla="*/ 1486 w 2497"/>
              <a:gd name="T1" fmla="*/ 647 h 3793"/>
              <a:gd name="T2" fmla="*/ 1451 w 2497"/>
              <a:gd name="T3" fmla="*/ 611 h 3793"/>
              <a:gd name="T4" fmla="*/ 1441 w 2497"/>
              <a:gd name="T5" fmla="*/ 467 h 3793"/>
              <a:gd name="T6" fmla="*/ 1504 w 2497"/>
              <a:gd name="T7" fmla="*/ 153 h 3793"/>
              <a:gd name="T8" fmla="*/ 1251 w 2497"/>
              <a:gd name="T9" fmla="*/ 0 h 3793"/>
              <a:gd name="T10" fmla="*/ 1027 w 2497"/>
              <a:gd name="T11" fmla="*/ 92 h 3793"/>
              <a:gd name="T12" fmla="*/ 1022 w 2497"/>
              <a:gd name="T13" fmla="*/ 99 h 3793"/>
              <a:gd name="T14" fmla="*/ 1015 w 2497"/>
              <a:gd name="T15" fmla="*/ 112 h 3793"/>
              <a:gd name="T16" fmla="*/ 986 w 2497"/>
              <a:gd name="T17" fmla="*/ 224 h 3793"/>
              <a:gd name="T18" fmla="*/ 1049 w 2497"/>
              <a:gd name="T19" fmla="*/ 607 h 3793"/>
              <a:gd name="T20" fmla="*/ 997 w 2497"/>
              <a:gd name="T21" fmla="*/ 651 h 3793"/>
              <a:gd name="T22" fmla="*/ 0 w 2497"/>
              <a:gd name="T23" fmla="*/ 1576 h 3793"/>
              <a:gd name="T24" fmla="*/ 132 w 2497"/>
              <a:gd name="T25" fmla="*/ 1658 h 3793"/>
              <a:gd name="T26" fmla="*/ 414 w 2497"/>
              <a:gd name="T27" fmla="*/ 1582 h 3793"/>
              <a:gd name="T28" fmla="*/ 545 w 2497"/>
              <a:gd name="T29" fmla="*/ 1623 h 3793"/>
              <a:gd name="T30" fmla="*/ 556 w 2497"/>
              <a:gd name="T31" fmla="*/ 1630 h 3793"/>
              <a:gd name="T32" fmla="*/ 564 w 2497"/>
              <a:gd name="T33" fmla="*/ 1636 h 3793"/>
              <a:gd name="T34" fmla="*/ 674 w 2497"/>
              <a:gd name="T35" fmla="*/ 1898 h 3793"/>
              <a:gd name="T36" fmla="*/ 486 w 2497"/>
              <a:gd name="T37" fmla="*/ 2200 h 3793"/>
              <a:gd name="T38" fmla="*/ 132 w 2497"/>
              <a:gd name="T39" fmla="*/ 2135 h 3793"/>
              <a:gd name="T40" fmla="*/ 45 w 2497"/>
              <a:gd name="T41" fmla="*/ 2138 h 3793"/>
              <a:gd name="T42" fmla="*/ 0 w 2497"/>
              <a:gd name="T43" fmla="*/ 2216 h 3793"/>
              <a:gd name="T44" fmla="*/ 518 w 2497"/>
              <a:gd name="T45" fmla="*/ 3148 h 3793"/>
              <a:gd name="T46" fmla="*/ 1022 w 2497"/>
              <a:gd name="T47" fmla="*/ 3154 h 3793"/>
              <a:gd name="T48" fmla="*/ 1050 w 2497"/>
              <a:gd name="T49" fmla="*/ 3187 h 3793"/>
              <a:gd name="T50" fmla="*/ 982 w 2497"/>
              <a:gd name="T51" fmla="*/ 3568 h 3793"/>
              <a:gd name="T52" fmla="*/ 992 w 2497"/>
              <a:gd name="T53" fmla="*/ 3639 h 3793"/>
              <a:gd name="T54" fmla="*/ 1044 w 2497"/>
              <a:gd name="T55" fmla="*/ 3723 h 3793"/>
              <a:gd name="T56" fmla="*/ 1437 w 2497"/>
              <a:gd name="T57" fmla="*/ 3733 h 3793"/>
              <a:gd name="T58" fmla="*/ 1469 w 2497"/>
              <a:gd name="T59" fmla="*/ 3701 h 3793"/>
              <a:gd name="T60" fmla="*/ 1473 w 2497"/>
              <a:gd name="T61" fmla="*/ 3695 h 3793"/>
              <a:gd name="T62" fmla="*/ 1479 w 2497"/>
              <a:gd name="T63" fmla="*/ 3687 h 3793"/>
              <a:gd name="T64" fmla="*/ 1499 w 2497"/>
              <a:gd name="T65" fmla="*/ 3646 h 3793"/>
              <a:gd name="T66" fmla="*/ 1511 w 2497"/>
              <a:gd name="T67" fmla="*/ 3568 h 3793"/>
              <a:gd name="T68" fmla="*/ 1448 w 2497"/>
              <a:gd name="T69" fmla="*/ 3185 h 3793"/>
              <a:gd name="T70" fmla="*/ 1492 w 2497"/>
              <a:gd name="T71" fmla="*/ 3148 h 3793"/>
              <a:gd name="T72" fmla="*/ 2496 w 2497"/>
              <a:gd name="T73" fmla="*/ 2657 h 3793"/>
              <a:gd name="T74" fmla="*/ 2495 w 2497"/>
              <a:gd name="T75" fmla="*/ 2642 h 3793"/>
              <a:gd name="T76" fmla="*/ 2474 w 2497"/>
              <a:gd name="T77" fmla="*/ 2140 h 3793"/>
              <a:gd name="T78" fmla="*/ 2431 w 2497"/>
              <a:gd name="T79" fmla="*/ 2126 h 3793"/>
              <a:gd name="T80" fmla="*/ 2119 w 2497"/>
              <a:gd name="T81" fmla="*/ 2210 h 3793"/>
              <a:gd name="T82" fmla="*/ 1981 w 2497"/>
              <a:gd name="T83" fmla="*/ 2175 h 3793"/>
              <a:gd name="T84" fmla="*/ 1968 w 2497"/>
              <a:gd name="T85" fmla="*/ 2167 h 3793"/>
              <a:gd name="T86" fmla="*/ 1956 w 2497"/>
              <a:gd name="T87" fmla="*/ 2158 h 3793"/>
              <a:gd name="T88" fmla="*/ 1953 w 2497"/>
              <a:gd name="T89" fmla="*/ 2156 h 3793"/>
              <a:gd name="T90" fmla="*/ 1843 w 2497"/>
              <a:gd name="T91" fmla="*/ 1895 h 3793"/>
              <a:gd name="T92" fmla="*/ 2032 w 2497"/>
              <a:gd name="T93" fmla="*/ 1591 h 3793"/>
              <a:gd name="T94" fmla="*/ 2385 w 2497"/>
              <a:gd name="T95" fmla="*/ 1658 h 3793"/>
              <a:gd name="T96" fmla="*/ 2478 w 2497"/>
              <a:gd name="T97" fmla="*/ 1651 h 3793"/>
              <a:gd name="T98" fmla="*/ 2495 w 2497"/>
              <a:gd name="T99" fmla="*/ 1165 h 37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497" h="3793">
                <a:moveTo>
                  <a:pt x="1980" y="651"/>
                </a:moveTo>
                <a:lnTo>
                  <a:pt x="1500" y="651"/>
                </a:lnTo>
                <a:lnTo>
                  <a:pt x="1500" y="651"/>
                </a:lnTo>
                <a:cubicBezTo>
                  <a:pt x="1495" y="651"/>
                  <a:pt x="1490" y="650"/>
                  <a:pt x="1486" y="647"/>
                </a:cubicBezTo>
                <a:lnTo>
                  <a:pt x="1486" y="647"/>
                </a:lnTo>
                <a:cubicBezTo>
                  <a:pt x="1472" y="637"/>
                  <a:pt x="1461" y="626"/>
                  <a:pt x="1452" y="613"/>
                </a:cubicBezTo>
                <a:lnTo>
                  <a:pt x="1451" y="611"/>
                </a:lnTo>
                <a:lnTo>
                  <a:pt x="1451" y="611"/>
                </a:lnTo>
                <a:cubicBezTo>
                  <a:pt x="1450" y="609"/>
                  <a:pt x="1448" y="607"/>
                  <a:pt x="1446" y="605"/>
                </a:cubicBezTo>
                <a:lnTo>
                  <a:pt x="1446" y="605"/>
                </a:lnTo>
                <a:cubicBezTo>
                  <a:pt x="1420" y="562"/>
                  <a:pt x="1418" y="511"/>
                  <a:pt x="1441" y="467"/>
                </a:cubicBezTo>
                <a:lnTo>
                  <a:pt x="1441" y="467"/>
                </a:lnTo>
                <a:cubicBezTo>
                  <a:pt x="1487" y="375"/>
                  <a:pt x="1515" y="285"/>
                  <a:pt x="1515" y="224"/>
                </a:cubicBezTo>
                <a:lnTo>
                  <a:pt x="1515" y="224"/>
                </a:lnTo>
                <a:cubicBezTo>
                  <a:pt x="1515" y="199"/>
                  <a:pt x="1511" y="175"/>
                  <a:pt x="1504" y="153"/>
                </a:cubicBezTo>
                <a:lnTo>
                  <a:pt x="1504" y="153"/>
                </a:lnTo>
                <a:cubicBezTo>
                  <a:pt x="1494" y="120"/>
                  <a:pt x="1477" y="92"/>
                  <a:pt x="1453" y="69"/>
                </a:cubicBezTo>
                <a:lnTo>
                  <a:pt x="1453" y="69"/>
                </a:lnTo>
                <a:cubicBezTo>
                  <a:pt x="1405" y="23"/>
                  <a:pt x="1335" y="0"/>
                  <a:pt x="1251" y="0"/>
                </a:cubicBezTo>
                <a:lnTo>
                  <a:pt x="1251" y="0"/>
                </a:lnTo>
                <a:cubicBezTo>
                  <a:pt x="1175" y="0"/>
                  <a:pt x="1107" y="21"/>
                  <a:pt x="1060" y="58"/>
                </a:cubicBezTo>
                <a:lnTo>
                  <a:pt x="1060" y="58"/>
                </a:lnTo>
                <a:cubicBezTo>
                  <a:pt x="1048" y="68"/>
                  <a:pt x="1038" y="79"/>
                  <a:pt x="1028" y="90"/>
                </a:cubicBezTo>
                <a:lnTo>
                  <a:pt x="1027" y="92"/>
                </a:lnTo>
                <a:lnTo>
                  <a:pt x="1027" y="92"/>
                </a:lnTo>
                <a:cubicBezTo>
                  <a:pt x="1026" y="93"/>
                  <a:pt x="1025" y="95"/>
                  <a:pt x="1024" y="96"/>
                </a:cubicBezTo>
                <a:lnTo>
                  <a:pt x="1022" y="99"/>
                </a:lnTo>
                <a:lnTo>
                  <a:pt x="1022" y="99"/>
                </a:lnTo>
                <a:cubicBezTo>
                  <a:pt x="1022" y="99"/>
                  <a:pt x="1021" y="101"/>
                  <a:pt x="1021" y="102"/>
                </a:cubicBezTo>
                <a:lnTo>
                  <a:pt x="1019" y="105"/>
                </a:lnTo>
                <a:lnTo>
                  <a:pt x="1019" y="105"/>
                </a:lnTo>
                <a:cubicBezTo>
                  <a:pt x="1017" y="107"/>
                  <a:pt x="1016" y="109"/>
                  <a:pt x="1015" y="112"/>
                </a:cubicBezTo>
                <a:lnTo>
                  <a:pt x="1015" y="112"/>
                </a:lnTo>
                <a:cubicBezTo>
                  <a:pt x="997" y="141"/>
                  <a:pt x="987" y="175"/>
                  <a:pt x="986" y="211"/>
                </a:cubicBezTo>
                <a:lnTo>
                  <a:pt x="986" y="211"/>
                </a:lnTo>
                <a:cubicBezTo>
                  <a:pt x="986" y="216"/>
                  <a:pt x="986" y="220"/>
                  <a:pt x="986" y="224"/>
                </a:cubicBezTo>
                <a:lnTo>
                  <a:pt x="986" y="224"/>
                </a:lnTo>
                <a:cubicBezTo>
                  <a:pt x="986" y="286"/>
                  <a:pt x="1012" y="378"/>
                  <a:pt x="1056" y="468"/>
                </a:cubicBezTo>
                <a:lnTo>
                  <a:pt x="1056" y="468"/>
                </a:lnTo>
                <a:cubicBezTo>
                  <a:pt x="1078" y="513"/>
                  <a:pt x="1075" y="565"/>
                  <a:pt x="1049" y="607"/>
                </a:cubicBezTo>
                <a:lnTo>
                  <a:pt x="1049" y="607"/>
                </a:lnTo>
                <a:cubicBezTo>
                  <a:pt x="1039" y="622"/>
                  <a:pt x="1027" y="636"/>
                  <a:pt x="1012" y="647"/>
                </a:cubicBezTo>
                <a:lnTo>
                  <a:pt x="1012" y="647"/>
                </a:lnTo>
                <a:cubicBezTo>
                  <a:pt x="1008" y="650"/>
                  <a:pt x="1002" y="651"/>
                  <a:pt x="997" y="651"/>
                </a:cubicBezTo>
                <a:lnTo>
                  <a:pt x="517" y="651"/>
                </a:lnTo>
                <a:lnTo>
                  <a:pt x="517" y="651"/>
                </a:lnTo>
                <a:cubicBezTo>
                  <a:pt x="232" y="651"/>
                  <a:pt x="0" y="883"/>
                  <a:pt x="0" y="1168"/>
                </a:cubicBezTo>
                <a:lnTo>
                  <a:pt x="0" y="1576"/>
                </a:lnTo>
                <a:lnTo>
                  <a:pt x="0" y="1576"/>
                </a:lnTo>
                <a:cubicBezTo>
                  <a:pt x="0" y="1607"/>
                  <a:pt x="16" y="1636"/>
                  <a:pt x="43" y="1653"/>
                </a:cubicBezTo>
                <a:lnTo>
                  <a:pt x="43" y="1653"/>
                </a:lnTo>
                <a:cubicBezTo>
                  <a:pt x="70" y="1670"/>
                  <a:pt x="104" y="1672"/>
                  <a:pt x="132" y="1658"/>
                </a:cubicBezTo>
                <a:lnTo>
                  <a:pt x="132" y="1658"/>
                </a:lnTo>
                <a:cubicBezTo>
                  <a:pt x="230" y="1611"/>
                  <a:pt x="329" y="1582"/>
                  <a:pt x="399" y="1582"/>
                </a:cubicBezTo>
                <a:lnTo>
                  <a:pt x="399" y="1582"/>
                </a:lnTo>
                <a:cubicBezTo>
                  <a:pt x="403" y="1582"/>
                  <a:pt x="409" y="1582"/>
                  <a:pt x="414" y="1582"/>
                </a:cubicBezTo>
                <a:lnTo>
                  <a:pt x="414" y="1582"/>
                </a:lnTo>
                <a:cubicBezTo>
                  <a:pt x="459" y="1585"/>
                  <a:pt x="500" y="1596"/>
                  <a:pt x="536" y="1617"/>
                </a:cubicBezTo>
                <a:lnTo>
                  <a:pt x="536" y="1617"/>
                </a:lnTo>
                <a:cubicBezTo>
                  <a:pt x="540" y="1619"/>
                  <a:pt x="543" y="1621"/>
                  <a:pt x="545" y="1623"/>
                </a:cubicBezTo>
                <a:lnTo>
                  <a:pt x="550" y="1625"/>
                </a:lnTo>
                <a:lnTo>
                  <a:pt x="550" y="1625"/>
                </a:lnTo>
                <a:cubicBezTo>
                  <a:pt x="551" y="1626"/>
                  <a:pt x="552" y="1627"/>
                  <a:pt x="553" y="1628"/>
                </a:cubicBezTo>
                <a:lnTo>
                  <a:pt x="556" y="1630"/>
                </a:lnTo>
                <a:lnTo>
                  <a:pt x="556" y="1630"/>
                </a:lnTo>
                <a:cubicBezTo>
                  <a:pt x="558" y="1631"/>
                  <a:pt x="560" y="1632"/>
                  <a:pt x="562" y="1634"/>
                </a:cubicBezTo>
                <a:lnTo>
                  <a:pt x="564" y="1636"/>
                </a:lnTo>
                <a:lnTo>
                  <a:pt x="564" y="1636"/>
                </a:lnTo>
                <a:cubicBezTo>
                  <a:pt x="578" y="1647"/>
                  <a:pt x="592" y="1661"/>
                  <a:pt x="603" y="1675"/>
                </a:cubicBezTo>
                <a:lnTo>
                  <a:pt x="603" y="1675"/>
                </a:lnTo>
                <a:cubicBezTo>
                  <a:pt x="649" y="1731"/>
                  <a:pt x="674" y="1810"/>
                  <a:pt x="674" y="1898"/>
                </a:cubicBezTo>
                <a:lnTo>
                  <a:pt x="674" y="1898"/>
                </a:lnTo>
                <a:cubicBezTo>
                  <a:pt x="674" y="1997"/>
                  <a:pt x="645" y="2080"/>
                  <a:pt x="591" y="2136"/>
                </a:cubicBezTo>
                <a:lnTo>
                  <a:pt x="591" y="2136"/>
                </a:lnTo>
                <a:cubicBezTo>
                  <a:pt x="561" y="2166"/>
                  <a:pt x="526" y="2187"/>
                  <a:pt x="486" y="2200"/>
                </a:cubicBezTo>
                <a:lnTo>
                  <a:pt x="486" y="2200"/>
                </a:lnTo>
                <a:cubicBezTo>
                  <a:pt x="459" y="2209"/>
                  <a:pt x="429" y="2213"/>
                  <a:pt x="399" y="2213"/>
                </a:cubicBezTo>
                <a:lnTo>
                  <a:pt x="399" y="2213"/>
                </a:lnTo>
                <a:cubicBezTo>
                  <a:pt x="330" y="2213"/>
                  <a:pt x="231" y="2183"/>
                  <a:pt x="132" y="2135"/>
                </a:cubicBezTo>
                <a:lnTo>
                  <a:pt x="132" y="2135"/>
                </a:lnTo>
                <a:cubicBezTo>
                  <a:pt x="120" y="2128"/>
                  <a:pt x="106" y="2125"/>
                  <a:pt x="92" y="2125"/>
                </a:cubicBezTo>
                <a:lnTo>
                  <a:pt x="92" y="2125"/>
                </a:lnTo>
                <a:cubicBezTo>
                  <a:pt x="76" y="2125"/>
                  <a:pt x="59" y="2129"/>
                  <a:pt x="45" y="2138"/>
                </a:cubicBezTo>
                <a:lnTo>
                  <a:pt x="45" y="2138"/>
                </a:lnTo>
                <a:cubicBezTo>
                  <a:pt x="43" y="2139"/>
                  <a:pt x="43" y="2140"/>
                  <a:pt x="42" y="2140"/>
                </a:cubicBezTo>
                <a:lnTo>
                  <a:pt x="40" y="2142"/>
                </a:lnTo>
                <a:lnTo>
                  <a:pt x="40" y="2142"/>
                </a:lnTo>
                <a:cubicBezTo>
                  <a:pt x="15" y="2158"/>
                  <a:pt x="0" y="2186"/>
                  <a:pt x="0" y="2216"/>
                </a:cubicBezTo>
                <a:lnTo>
                  <a:pt x="0" y="2631"/>
                </a:lnTo>
                <a:lnTo>
                  <a:pt x="0" y="2631"/>
                </a:lnTo>
                <a:cubicBezTo>
                  <a:pt x="0" y="2916"/>
                  <a:pt x="232" y="3148"/>
                  <a:pt x="517" y="3148"/>
                </a:cubicBezTo>
                <a:lnTo>
                  <a:pt x="518" y="3148"/>
                </a:lnTo>
                <a:lnTo>
                  <a:pt x="1006" y="3148"/>
                </a:lnTo>
                <a:lnTo>
                  <a:pt x="1006" y="3148"/>
                </a:lnTo>
                <a:cubicBezTo>
                  <a:pt x="1012" y="3148"/>
                  <a:pt x="1017" y="3149"/>
                  <a:pt x="1022" y="3154"/>
                </a:cubicBezTo>
                <a:lnTo>
                  <a:pt x="1022" y="3154"/>
                </a:lnTo>
                <a:cubicBezTo>
                  <a:pt x="1031" y="3161"/>
                  <a:pt x="1039" y="3170"/>
                  <a:pt x="1045" y="3179"/>
                </a:cubicBezTo>
                <a:lnTo>
                  <a:pt x="1046" y="3181"/>
                </a:lnTo>
                <a:lnTo>
                  <a:pt x="1046" y="3181"/>
                </a:lnTo>
                <a:cubicBezTo>
                  <a:pt x="1048" y="3182"/>
                  <a:pt x="1049" y="3185"/>
                  <a:pt x="1050" y="3187"/>
                </a:cubicBezTo>
                <a:lnTo>
                  <a:pt x="1050" y="3187"/>
                </a:lnTo>
                <a:cubicBezTo>
                  <a:pt x="1077" y="3230"/>
                  <a:pt x="1079" y="3281"/>
                  <a:pt x="1057" y="3325"/>
                </a:cubicBezTo>
                <a:lnTo>
                  <a:pt x="1057" y="3325"/>
                </a:lnTo>
                <a:cubicBezTo>
                  <a:pt x="1010" y="3417"/>
                  <a:pt x="982" y="3507"/>
                  <a:pt x="982" y="3568"/>
                </a:cubicBezTo>
                <a:lnTo>
                  <a:pt x="982" y="3568"/>
                </a:lnTo>
                <a:cubicBezTo>
                  <a:pt x="982" y="3574"/>
                  <a:pt x="982" y="3580"/>
                  <a:pt x="982" y="3586"/>
                </a:cubicBezTo>
                <a:lnTo>
                  <a:pt x="982" y="3586"/>
                </a:lnTo>
                <a:cubicBezTo>
                  <a:pt x="984" y="3605"/>
                  <a:pt x="987" y="3623"/>
                  <a:pt x="992" y="3639"/>
                </a:cubicBezTo>
                <a:lnTo>
                  <a:pt x="992" y="3639"/>
                </a:lnTo>
                <a:cubicBezTo>
                  <a:pt x="1000" y="3664"/>
                  <a:pt x="1012" y="3686"/>
                  <a:pt x="1027" y="3705"/>
                </a:cubicBezTo>
                <a:lnTo>
                  <a:pt x="1027" y="3705"/>
                </a:lnTo>
                <a:cubicBezTo>
                  <a:pt x="1033" y="3711"/>
                  <a:pt x="1038" y="3717"/>
                  <a:pt x="1044" y="3723"/>
                </a:cubicBezTo>
                <a:lnTo>
                  <a:pt x="1044" y="3723"/>
                </a:lnTo>
                <a:cubicBezTo>
                  <a:pt x="1091" y="3768"/>
                  <a:pt x="1162" y="3792"/>
                  <a:pt x="1247" y="3792"/>
                </a:cubicBezTo>
                <a:lnTo>
                  <a:pt x="1247" y="3792"/>
                </a:lnTo>
                <a:cubicBezTo>
                  <a:pt x="1322" y="3792"/>
                  <a:pt x="1390" y="3772"/>
                  <a:pt x="1437" y="3733"/>
                </a:cubicBezTo>
                <a:lnTo>
                  <a:pt x="1437" y="3733"/>
                </a:lnTo>
                <a:cubicBezTo>
                  <a:pt x="1449" y="3724"/>
                  <a:pt x="1459" y="3713"/>
                  <a:pt x="1468" y="3702"/>
                </a:cubicBezTo>
                <a:lnTo>
                  <a:pt x="1468" y="3702"/>
                </a:lnTo>
                <a:lnTo>
                  <a:pt x="1469" y="3701"/>
                </a:lnTo>
                <a:lnTo>
                  <a:pt x="1469" y="3701"/>
                </a:lnTo>
                <a:lnTo>
                  <a:pt x="1470" y="3700"/>
                </a:lnTo>
                <a:lnTo>
                  <a:pt x="1470" y="3700"/>
                </a:lnTo>
                <a:cubicBezTo>
                  <a:pt x="1471" y="3699"/>
                  <a:pt x="1472" y="3697"/>
                  <a:pt x="1473" y="3695"/>
                </a:cubicBezTo>
                <a:lnTo>
                  <a:pt x="1474" y="3694"/>
                </a:lnTo>
                <a:lnTo>
                  <a:pt x="1474" y="3694"/>
                </a:lnTo>
                <a:cubicBezTo>
                  <a:pt x="1475" y="3692"/>
                  <a:pt x="1476" y="3691"/>
                  <a:pt x="1476" y="3690"/>
                </a:cubicBezTo>
                <a:lnTo>
                  <a:pt x="1479" y="3687"/>
                </a:lnTo>
                <a:lnTo>
                  <a:pt x="1479" y="3687"/>
                </a:lnTo>
                <a:cubicBezTo>
                  <a:pt x="1480" y="3685"/>
                  <a:pt x="1481" y="3683"/>
                  <a:pt x="1483" y="3680"/>
                </a:cubicBezTo>
                <a:lnTo>
                  <a:pt x="1483" y="3680"/>
                </a:lnTo>
                <a:cubicBezTo>
                  <a:pt x="1489" y="3669"/>
                  <a:pt x="1495" y="3658"/>
                  <a:pt x="1499" y="3646"/>
                </a:cubicBezTo>
                <a:lnTo>
                  <a:pt x="1499" y="3646"/>
                </a:lnTo>
                <a:cubicBezTo>
                  <a:pt x="1506" y="3625"/>
                  <a:pt x="1510" y="3603"/>
                  <a:pt x="1511" y="3581"/>
                </a:cubicBezTo>
                <a:lnTo>
                  <a:pt x="1511" y="3581"/>
                </a:lnTo>
                <a:cubicBezTo>
                  <a:pt x="1511" y="3576"/>
                  <a:pt x="1511" y="3572"/>
                  <a:pt x="1511" y="3568"/>
                </a:cubicBezTo>
                <a:lnTo>
                  <a:pt x="1511" y="3568"/>
                </a:lnTo>
                <a:cubicBezTo>
                  <a:pt x="1511" y="3505"/>
                  <a:pt x="1485" y="3414"/>
                  <a:pt x="1441" y="3324"/>
                </a:cubicBezTo>
                <a:lnTo>
                  <a:pt x="1441" y="3324"/>
                </a:lnTo>
                <a:cubicBezTo>
                  <a:pt x="1419" y="3279"/>
                  <a:pt x="1422" y="3227"/>
                  <a:pt x="1448" y="3185"/>
                </a:cubicBezTo>
                <a:lnTo>
                  <a:pt x="1448" y="3185"/>
                </a:lnTo>
                <a:cubicBezTo>
                  <a:pt x="1455" y="3174"/>
                  <a:pt x="1464" y="3164"/>
                  <a:pt x="1475" y="3154"/>
                </a:cubicBezTo>
                <a:lnTo>
                  <a:pt x="1475" y="3154"/>
                </a:lnTo>
                <a:cubicBezTo>
                  <a:pt x="1479" y="3150"/>
                  <a:pt x="1486" y="3148"/>
                  <a:pt x="1492" y="3148"/>
                </a:cubicBezTo>
                <a:lnTo>
                  <a:pt x="1982" y="3148"/>
                </a:lnTo>
                <a:lnTo>
                  <a:pt x="1982" y="3148"/>
                </a:lnTo>
                <a:cubicBezTo>
                  <a:pt x="2257" y="3146"/>
                  <a:pt x="2483" y="2930"/>
                  <a:pt x="2496" y="2657"/>
                </a:cubicBezTo>
                <a:lnTo>
                  <a:pt x="2496" y="2657"/>
                </a:lnTo>
                <a:cubicBezTo>
                  <a:pt x="2496" y="2653"/>
                  <a:pt x="2496" y="2649"/>
                  <a:pt x="2495" y="2646"/>
                </a:cubicBezTo>
                <a:lnTo>
                  <a:pt x="2495" y="2646"/>
                </a:lnTo>
                <a:cubicBezTo>
                  <a:pt x="2495" y="2644"/>
                  <a:pt x="2495" y="2643"/>
                  <a:pt x="2495" y="2642"/>
                </a:cubicBezTo>
                <a:lnTo>
                  <a:pt x="2495" y="2642"/>
                </a:lnTo>
                <a:cubicBezTo>
                  <a:pt x="2495" y="2637"/>
                  <a:pt x="2495" y="2632"/>
                  <a:pt x="2495" y="2627"/>
                </a:cubicBezTo>
                <a:lnTo>
                  <a:pt x="2495" y="2156"/>
                </a:lnTo>
                <a:lnTo>
                  <a:pt x="2495" y="2156"/>
                </a:lnTo>
                <a:cubicBezTo>
                  <a:pt x="2489" y="2151"/>
                  <a:pt x="2483" y="2144"/>
                  <a:pt x="2474" y="2140"/>
                </a:cubicBezTo>
                <a:lnTo>
                  <a:pt x="2474" y="2140"/>
                </a:lnTo>
                <a:cubicBezTo>
                  <a:pt x="2472" y="2138"/>
                  <a:pt x="2468" y="2136"/>
                  <a:pt x="2464" y="2134"/>
                </a:cubicBezTo>
                <a:lnTo>
                  <a:pt x="2464" y="2134"/>
                </a:lnTo>
                <a:cubicBezTo>
                  <a:pt x="2454" y="2129"/>
                  <a:pt x="2442" y="2127"/>
                  <a:pt x="2431" y="2126"/>
                </a:cubicBezTo>
                <a:lnTo>
                  <a:pt x="2431" y="2126"/>
                </a:lnTo>
                <a:cubicBezTo>
                  <a:pt x="2415" y="2125"/>
                  <a:pt x="2399" y="2129"/>
                  <a:pt x="2385" y="2135"/>
                </a:cubicBezTo>
                <a:lnTo>
                  <a:pt x="2385" y="2135"/>
                </a:lnTo>
                <a:cubicBezTo>
                  <a:pt x="2288" y="2181"/>
                  <a:pt x="2189" y="2210"/>
                  <a:pt x="2119" y="2210"/>
                </a:cubicBezTo>
                <a:lnTo>
                  <a:pt x="2119" y="2210"/>
                </a:lnTo>
                <a:cubicBezTo>
                  <a:pt x="2114" y="2210"/>
                  <a:pt x="2109" y="2210"/>
                  <a:pt x="2104" y="2210"/>
                </a:cubicBezTo>
                <a:lnTo>
                  <a:pt x="2104" y="2210"/>
                </a:lnTo>
                <a:cubicBezTo>
                  <a:pt x="2059" y="2207"/>
                  <a:pt x="2018" y="2195"/>
                  <a:pt x="1981" y="2175"/>
                </a:cubicBezTo>
                <a:lnTo>
                  <a:pt x="1981" y="2175"/>
                </a:lnTo>
                <a:cubicBezTo>
                  <a:pt x="1978" y="2173"/>
                  <a:pt x="1975" y="2171"/>
                  <a:pt x="1972" y="2169"/>
                </a:cubicBezTo>
                <a:lnTo>
                  <a:pt x="1968" y="2167"/>
                </a:lnTo>
                <a:lnTo>
                  <a:pt x="1968" y="2167"/>
                </a:lnTo>
                <a:cubicBezTo>
                  <a:pt x="1967" y="2165"/>
                  <a:pt x="1966" y="2165"/>
                  <a:pt x="1964" y="2164"/>
                </a:cubicBezTo>
                <a:lnTo>
                  <a:pt x="1963" y="2163"/>
                </a:lnTo>
                <a:lnTo>
                  <a:pt x="1963" y="2163"/>
                </a:lnTo>
                <a:cubicBezTo>
                  <a:pt x="1960" y="2160"/>
                  <a:pt x="1958" y="2159"/>
                  <a:pt x="1956" y="2158"/>
                </a:cubicBezTo>
                <a:lnTo>
                  <a:pt x="1954" y="2156"/>
                </a:lnTo>
                <a:lnTo>
                  <a:pt x="1954" y="2156"/>
                </a:lnTo>
                <a:lnTo>
                  <a:pt x="1953" y="2156"/>
                </a:lnTo>
                <a:lnTo>
                  <a:pt x="1953" y="2156"/>
                </a:lnTo>
                <a:cubicBezTo>
                  <a:pt x="1939" y="2146"/>
                  <a:pt x="1926" y="2132"/>
                  <a:pt x="1914" y="2118"/>
                </a:cubicBezTo>
                <a:lnTo>
                  <a:pt x="1914" y="2118"/>
                </a:lnTo>
                <a:cubicBezTo>
                  <a:pt x="1869" y="2062"/>
                  <a:pt x="1843" y="1982"/>
                  <a:pt x="1843" y="1895"/>
                </a:cubicBezTo>
                <a:lnTo>
                  <a:pt x="1843" y="1895"/>
                </a:lnTo>
                <a:cubicBezTo>
                  <a:pt x="1843" y="1796"/>
                  <a:pt x="1872" y="1713"/>
                  <a:pt x="1927" y="1656"/>
                </a:cubicBezTo>
                <a:lnTo>
                  <a:pt x="1927" y="1656"/>
                </a:lnTo>
                <a:cubicBezTo>
                  <a:pt x="1956" y="1626"/>
                  <a:pt x="1991" y="1604"/>
                  <a:pt x="2032" y="1591"/>
                </a:cubicBezTo>
                <a:lnTo>
                  <a:pt x="2032" y="1591"/>
                </a:lnTo>
                <a:cubicBezTo>
                  <a:pt x="2059" y="1583"/>
                  <a:pt x="2089" y="1579"/>
                  <a:pt x="2119" y="1579"/>
                </a:cubicBezTo>
                <a:lnTo>
                  <a:pt x="2119" y="1579"/>
                </a:lnTo>
                <a:cubicBezTo>
                  <a:pt x="2187" y="1579"/>
                  <a:pt x="2287" y="1609"/>
                  <a:pt x="2385" y="1658"/>
                </a:cubicBezTo>
                <a:lnTo>
                  <a:pt x="2385" y="1658"/>
                </a:lnTo>
                <a:cubicBezTo>
                  <a:pt x="2413" y="1673"/>
                  <a:pt x="2446" y="1671"/>
                  <a:pt x="2473" y="1654"/>
                </a:cubicBezTo>
                <a:lnTo>
                  <a:pt x="2473" y="1654"/>
                </a:lnTo>
                <a:cubicBezTo>
                  <a:pt x="2474" y="1654"/>
                  <a:pt x="2475" y="1653"/>
                  <a:pt x="2476" y="1653"/>
                </a:cubicBezTo>
                <a:lnTo>
                  <a:pt x="2478" y="1651"/>
                </a:lnTo>
                <a:lnTo>
                  <a:pt x="2478" y="1651"/>
                </a:lnTo>
                <a:cubicBezTo>
                  <a:pt x="2484" y="1647"/>
                  <a:pt x="2490" y="1641"/>
                  <a:pt x="2495" y="1636"/>
                </a:cubicBezTo>
                <a:lnTo>
                  <a:pt x="2495" y="1165"/>
                </a:lnTo>
                <a:lnTo>
                  <a:pt x="2495" y="1165"/>
                </a:lnTo>
                <a:cubicBezTo>
                  <a:pt x="2495" y="1156"/>
                  <a:pt x="2495" y="1148"/>
                  <a:pt x="2496" y="1139"/>
                </a:cubicBezTo>
                <a:lnTo>
                  <a:pt x="2496" y="1139"/>
                </a:lnTo>
                <a:cubicBezTo>
                  <a:pt x="2480" y="866"/>
                  <a:pt x="2254" y="651"/>
                  <a:pt x="1980" y="651"/>
                </a:cubicBezTo>
              </a:path>
            </a:pathLst>
          </a:custGeom>
          <a:solidFill>
            <a:srgbClr val="00868C"/>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65"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9" name="Freeform 5">
            <a:extLst>
              <a:ext uri="{FF2B5EF4-FFF2-40B4-BE49-F238E27FC236}">
                <a16:creationId xmlns:a16="http://schemas.microsoft.com/office/drawing/2014/main" id="{9934840C-0127-4147-8158-AC800026908F}"/>
              </a:ext>
            </a:extLst>
          </p:cNvPr>
          <p:cNvSpPr>
            <a:spLocks noChangeArrowheads="1"/>
          </p:cNvSpPr>
          <p:nvPr/>
        </p:nvSpPr>
        <p:spPr bwMode="auto">
          <a:xfrm>
            <a:off x="6491543" y="2489594"/>
            <a:ext cx="2365002" cy="1554694"/>
          </a:xfrm>
          <a:custGeom>
            <a:avLst/>
            <a:gdLst>
              <a:gd name="T0" fmla="*/ 1654 w 3795"/>
              <a:gd name="T1" fmla="*/ 2454 h 2497"/>
              <a:gd name="T2" fmla="*/ 1583 w 3795"/>
              <a:gd name="T3" fmla="*/ 2098 h 2497"/>
              <a:gd name="T4" fmla="*/ 1618 w 3795"/>
              <a:gd name="T5" fmla="*/ 1960 h 2497"/>
              <a:gd name="T6" fmla="*/ 1626 w 3795"/>
              <a:gd name="T7" fmla="*/ 1947 h 2497"/>
              <a:gd name="T8" fmla="*/ 1635 w 3795"/>
              <a:gd name="T9" fmla="*/ 1935 h 2497"/>
              <a:gd name="T10" fmla="*/ 1676 w 3795"/>
              <a:gd name="T11" fmla="*/ 1893 h 2497"/>
              <a:gd name="T12" fmla="*/ 2138 w 3795"/>
              <a:gd name="T13" fmla="*/ 1906 h 2497"/>
              <a:gd name="T14" fmla="*/ 2215 w 3795"/>
              <a:gd name="T15" fmla="*/ 2098 h 2497"/>
              <a:gd name="T16" fmla="*/ 2139 w 3795"/>
              <a:gd name="T17" fmla="*/ 2452 h 2497"/>
              <a:gd name="T18" fmla="*/ 2218 w 3795"/>
              <a:gd name="T19" fmla="*/ 2496 h 2497"/>
              <a:gd name="T20" fmla="*/ 2632 w 3795"/>
              <a:gd name="T21" fmla="*/ 2496 h 2497"/>
              <a:gd name="T22" fmla="*/ 3156 w 3795"/>
              <a:gd name="T23" fmla="*/ 1475 h 2497"/>
              <a:gd name="T24" fmla="*/ 3183 w 3795"/>
              <a:gd name="T25" fmla="*/ 1451 h 2497"/>
              <a:gd name="T26" fmla="*/ 3327 w 3795"/>
              <a:gd name="T27" fmla="*/ 1441 h 2497"/>
              <a:gd name="T28" fmla="*/ 3641 w 3795"/>
              <a:gd name="T29" fmla="*/ 1505 h 2497"/>
              <a:gd name="T30" fmla="*/ 3794 w 3795"/>
              <a:gd name="T31" fmla="*/ 1250 h 2497"/>
              <a:gd name="T32" fmla="*/ 3704 w 3795"/>
              <a:gd name="T33" fmla="*/ 1028 h 2497"/>
              <a:gd name="T34" fmla="*/ 3702 w 3795"/>
              <a:gd name="T35" fmla="*/ 1027 h 2497"/>
              <a:gd name="T36" fmla="*/ 3682 w 3795"/>
              <a:gd name="T37" fmla="*/ 1014 h 2497"/>
              <a:gd name="T38" fmla="*/ 3569 w 3795"/>
              <a:gd name="T39" fmla="*/ 985 h 2497"/>
              <a:gd name="T40" fmla="*/ 3187 w 3795"/>
              <a:gd name="T41" fmla="*/ 1048 h 2497"/>
              <a:gd name="T42" fmla="*/ 3150 w 3795"/>
              <a:gd name="T43" fmla="*/ 1005 h 2497"/>
              <a:gd name="T44" fmla="*/ 2156 w 3795"/>
              <a:gd name="T45" fmla="*/ 0 h 2497"/>
              <a:gd name="T46" fmla="*/ 2136 w 3795"/>
              <a:gd name="T47" fmla="*/ 108 h 2497"/>
              <a:gd name="T48" fmla="*/ 2211 w 3795"/>
              <a:gd name="T49" fmla="*/ 389 h 2497"/>
              <a:gd name="T50" fmla="*/ 2175 w 3795"/>
              <a:gd name="T51" fmla="*/ 512 h 2497"/>
              <a:gd name="T52" fmla="*/ 2170 w 3795"/>
              <a:gd name="T53" fmla="*/ 522 h 2497"/>
              <a:gd name="T54" fmla="*/ 2164 w 3795"/>
              <a:gd name="T55" fmla="*/ 531 h 2497"/>
              <a:gd name="T56" fmla="*/ 2158 w 3795"/>
              <a:gd name="T57" fmla="*/ 539 h 2497"/>
              <a:gd name="T58" fmla="*/ 1895 w 3795"/>
              <a:gd name="T59" fmla="*/ 649 h 2497"/>
              <a:gd name="T60" fmla="*/ 1592 w 3795"/>
              <a:gd name="T61" fmla="*/ 461 h 2497"/>
              <a:gd name="T62" fmla="*/ 1659 w 3795"/>
              <a:gd name="T63" fmla="*/ 108 h 2497"/>
              <a:gd name="T64" fmla="*/ 1652 w 3795"/>
              <a:gd name="T65" fmla="*/ 15 h 2497"/>
              <a:gd name="T66" fmla="*/ 1169 w 3795"/>
              <a:gd name="T67" fmla="*/ 0 h 2497"/>
              <a:gd name="T68" fmla="*/ 652 w 3795"/>
              <a:gd name="T69" fmla="*/ 996 h 2497"/>
              <a:gd name="T70" fmla="*/ 647 w 3795"/>
              <a:gd name="T71" fmla="*/ 1011 h 2497"/>
              <a:gd name="T72" fmla="*/ 612 w 3795"/>
              <a:gd name="T73" fmla="*/ 1046 h 2497"/>
              <a:gd name="T74" fmla="*/ 468 w 3795"/>
              <a:gd name="T75" fmla="*/ 1056 h 2497"/>
              <a:gd name="T76" fmla="*/ 153 w 3795"/>
              <a:gd name="T77" fmla="*/ 992 h 2497"/>
              <a:gd name="T78" fmla="*/ 0 w 3795"/>
              <a:gd name="T79" fmla="*/ 1247 h 2497"/>
              <a:gd name="T80" fmla="*/ 92 w 3795"/>
              <a:gd name="T81" fmla="*/ 1470 h 2497"/>
              <a:gd name="T82" fmla="*/ 100 w 3795"/>
              <a:gd name="T83" fmla="*/ 1475 h 2497"/>
              <a:gd name="T84" fmla="*/ 113 w 3795"/>
              <a:gd name="T85" fmla="*/ 1483 h 2497"/>
              <a:gd name="T86" fmla="*/ 212 w 3795"/>
              <a:gd name="T87" fmla="*/ 1510 h 2497"/>
              <a:gd name="T88" fmla="*/ 276 w 3795"/>
              <a:gd name="T89" fmla="*/ 1507 h 2497"/>
              <a:gd name="T90" fmla="*/ 500 w 3795"/>
              <a:gd name="T91" fmla="*/ 1430 h 2497"/>
              <a:gd name="T92" fmla="*/ 579 w 3795"/>
              <a:gd name="T93" fmla="*/ 1435 h 2497"/>
              <a:gd name="T94" fmla="*/ 639 w 3795"/>
              <a:gd name="T95" fmla="*/ 1475 h 2497"/>
              <a:gd name="T96" fmla="*/ 652 w 3795"/>
              <a:gd name="T97" fmla="*/ 1501 h 2497"/>
              <a:gd name="T98" fmla="*/ 653 w 3795"/>
              <a:gd name="T99" fmla="*/ 2007 h 2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795" h="2497">
                <a:moveTo>
                  <a:pt x="1169" y="2496"/>
                </a:moveTo>
                <a:lnTo>
                  <a:pt x="1577" y="2496"/>
                </a:lnTo>
                <a:lnTo>
                  <a:pt x="1577" y="2496"/>
                </a:lnTo>
                <a:cubicBezTo>
                  <a:pt x="1608" y="2496"/>
                  <a:pt x="1637" y="2480"/>
                  <a:pt x="1654" y="2454"/>
                </a:cubicBezTo>
                <a:lnTo>
                  <a:pt x="1654" y="2454"/>
                </a:lnTo>
                <a:cubicBezTo>
                  <a:pt x="1671" y="2426"/>
                  <a:pt x="1673" y="2393"/>
                  <a:pt x="1659" y="2364"/>
                </a:cubicBezTo>
                <a:lnTo>
                  <a:pt x="1659" y="2364"/>
                </a:lnTo>
                <a:cubicBezTo>
                  <a:pt x="1611" y="2267"/>
                  <a:pt x="1583" y="2167"/>
                  <a:pt x="1583" y="2098"/>
                </a:cubicBezTo>
                <a:lnTo>
                  <a:pt x="1583" y="2098"/>
                </a:lnTo>
                <a:cubicBezTo>
                  <a:pt x="1583" y="2093"/>
                  <a:pt x="1583" y="2087"/>
                  <a:pt x="1583" y="2083"/>
                </a:cubicBezTo>
                <a:lnTo>
                  <a:pt x="1583" y="2083"/>
                </a:lnTo>
                <a:cubicBezTo>
                  <a:pt x="1585" y="2038"/>
                  <a:pt x="1597" y="1996"/>
                  <a:pt x="1618" y="1960"/>
                </a:cubicBezTo>
                <a:lnTo>
                  <a:pt x="1618" y="1960"/>
                </a:lnTo>
                <a:cubicBezTo>
                  <a:pt x="1620" y="1957"/>
                  <a:pt x="1622" y="1953"/>
                  <a:pt x="1624" y="1951"/>
                </a:cubicBezTo>
                <a:lnTo>
                  <a:pt x="1626" y="1947"/>
                </a:lnTo>
                <a:lnTo>
                  <a:pt x="1626" y="1947"/>
                </a:lnTo>
                <a:cubicBezTo>
                  <a:pt x="1628" y="1946"/>
                  <a:pt x="1628" y="1944"/>
                  <a:pt x="1629" y="1942"/>
                </a:cubicBezTo>
                <a:lnTo>
                  <a:pt x="1630" y="1941"/>
                </a:lnTo>
                <a:lnTo>
                  <a:pt x="1630" y="1941"/>
                </a:lnTo>
                <a:cubicBezTo>
                  <a:pt x="1632" y="1939"/>
                  <a:pt x="1634" y="1937"/>
                  <a:pt x="1635" y="1935"/>
                </a:cubicBezTo>
                <a:lnTo>
                  <a:pt x="1636" y="1933"/>
                </a:lnTo>
                <a:lnTo>
                  <a:pt x="1636" y="1933"/>
                </a:lnTo>
                <a:cubicBezTo>
                  <a:pt x="1648" y="1918"/>
                  <a:pt x="1662" y="1905"/>
                  <a:pt x="1676" y="1893"/>
                </a:cubicBezTo>
                <a:lnTo>
                  <a:pt x="1676" y="1893"/>
                </a:lnTo>
                <a:cubicBezTo>
                  <a:pt x="1732" y="1847"/>
                  <a:pt x="1811" y="1822"/>
                  <a:pt x="1899" y="1822"/>
                </a:cubicBezTo>
                <a:lnTo>
                  <a:pt x="1899" y="1822"/>
                </a:lnTo>
                <a:cubicBezTo>
                  <a:pt x="1998" y="1822"/>
                  <a:pt x="2081" y="1851"/>
                  <a:pt x="2138" y="1906"/>
                </a:cubicBezTo>
                <a:lnTo>
                  <a:pt x="2138" y="1906"/>
                </a:lnTo>
                <a:cubicBezTo>
                  <a:pt x="2168" y="1935"/>
                  <a:pt x="2190" y="1970"/>
                  <a:pt x="2202" y="2011"/>
                </a:cubicBezTo>
                <a:lnTo>
                  <a:pt x="2202" y="2011"/>
                </a:lnTo>
                <a:cubicBezTo>
                  <a:pt x="2211" y="2038"/>
                  <a:pt x="2215" y="2067"/>
                  <a:pt x="2215" y="2098"/>
                </a:cubicBezTo>
                <a:lnTo>
                  <a:pt x="2215" y="2098"/>
                </a:lnTo>
                <a:cubicBezTo>
                  <a:pt x="2215" y="2166"/>
                  <a:pt x="2185" y="2265"/>
                  <a:pt x="2136" y="2364"/>
                </a:cubicBezTo>
                <a:lnTo>
                  <a:pt x="2136" y="2364"/>
                </a:lnTo>
                <a:cubicBezTo>
                  <a:pt x="2121" y="2392"/>
                  <a:pt x="2122" y="2425"/>
                  <a:pt x="2139" y="2452"/>
                </a:cubicBezTo>
                <a:lnTo>
                  <a:pt x="2139" y="2452"/>
                </a:lnTo>
                <a:cubicBezTo>
                  <a:pt x="2139" y="2453"/>
                  <a:pt x="2141" y="2454"/>
                  <a:pt x="2141" y="2454"/>
                </a:cubicBezTo>
                <a:lnTo>
                  <a:pt x="2143" y="2457"/>
                </a:lnTo>
                <a:lnTo>
                  <a:pt x="2143" y="2457"/>
                </a:lnTo>
                <a:cubicBezTo>
                  <a:pt x="2160" y="2482"/>
                  <a:pt x="2188" y="2496"/>
                  <a:pt x="2218" y="2496"/>
                </a:cubicBezTo>
                <a:lnTo>
                  <a:pt x="2218" y="2496"/>
                </a:lnTo>
                <a:lnTo>
                  <a:pt x="2218" y="2496"/>
                </a:lnTo>
                <a:lnTo>
                  <a:pt x="2632" y="2496"/>
                </a:lnTo>
                <a:lnTo>
                  <a:pt x="2632" y="2496"/>
                </a:lnTo>
                <a:cubicBezTo>
                  <a:pt x="2917" y="2496"/>
                  <a:pt x="3150" y="2264"/>
                  <a:pt x="3150" y="1979"/>
                </a:cubicBezTo>
                <a:lnTo>
                  <a:pt x="3150" y="1492"/>
                </a:lnTo>
                <a:lnTo>
                  <a:pt x="3150" y="1492"/>
                </a:lnTo>
                <a:cubicBezTo>
                  <a:pt x="3150" y="1485"/>
                  <a:pt x="3151" y="1480"/>
                  <a:pt x="3156" y="1475"/>
                </a:cubicBezTo>
                <a:lnTo>
                  <a:pt x="3156" y="1475"/>
                </a:lnTo>
                <a:cubicBezTo>
                  <a:pt x="3163" y="1466"/>
                  <a:pt x="3172" y="1459"/>
                  <a:pt x="3181" y="1453"/>
                </a:cubicBezTo>
                <a:lnTo>
                  <a:pt x="3183" y="1451"/>
                </a:lnTo>
                <a:lnTo>
                  <a:pt x="3183" y="1451"/>
                </a:lnTo>
                <a:cubicBezTo>
                  <a:pt x="3185" y="1449"/>
                  <a:pt x="3186" y="1448"/>
                  <a:pt x="3189" y="1447"/>
                </a:cubicBezTo>
                <a:lnTo>
                  <a:pt x="3189" y="1447"/>
                </a:lnTo>
                <a:cubicBezTo>
                  <a:pt x="3231" y="1420"/>
                  <a:pt x="3283" y="1419"/>
                  <a:pt x="3327" y="1441"/>
                </a:cubicBezTo>
                <a:lnTo>
                  <a:pt x="3327" y="1441"/>
                </a:lnTo>
                <a:cubicBezTo>
                  <a:pt x="3418" y="1488"/>
                  <a:pt x="3509" y="1515"/>
                  <a:pt x="3569" y="1515"/>
                </a:cubicBezTo>
                <a:lnTo>
                  <a:pt x="3569" y="1515"/>
                </a:lnTo>
                <a:cubicBezTo>
                  <a:pt x="3595" y="1515"/>
                  <a:pt x="3619" y="1511"/>
                  <a:pt x="3641" y="1505"/>
                </a:cubicBezTo>
                <a:lnTo>
                  <a:pt x="3641" y="1505"/>
                </a:lnTo>
                <a:cubicBezTo>
                  <a:pt x="3674" y="1495"/>
                  <a:pt x="3702" y="1477"/>
                  <a:pt x="3725" y="1453"/>
                </a:cubicBezTo>
                <a:lnTo>
                  <a:pt x="3725" y="1453"/>
                </a:lnTo>
                <a:cubicBezTo>
                  <a:pt x="3770" y="1406"/>
                  <a:pt x="3794" y="1336"/>
                  <a:pt x="3794" y="1250"/>
                </a:cubicBezTo>
                <a:lnTo>
                  <a:pt x="3794" y="1250"/>
                </a:lnTo>
                <a:cubicBezTo>
                  <a:pt x="3794" y="1174"/>
                  <a:pt x="3773" y="1106"/>
                  <a:pt x="3735" y="1059"/>
                </a:cubicBezTo>
                <a:lnTo>
                  <a:pt x="3735" y="1059"/>
                </a:lnTo>
                <a:cubicBezTo>
                  <a:pt x="3726" y="1047"/>
                  <a:pt x="3715" y="1037"/>
                  <a:pt x="3704" y="1028"/>
                </a:cubicBezTo>
                <a:lnTo>
                  <a:pt x="3704" y="1028"/>
                </a:lnTo>
                <a:lnTo>
                  <a:pt x="3702" y="1027"/>
                </a:lnTo>
                <a:lnTo>
                  <a:pt x="3702" y="1027"/>
                </a:lnTo>
                <a:lnTo>
                  <a:pt x="3702" y="1027"/>
                </a:lnTo>
                <a:lnTo>
                  <a:pt x="3702" y="1027"/>
                </a:lnTo>
                <a:cubicBezTo>
                  <a:pt x="3701" y="1025"/>
                  <a:pt x="3699" y="1025"/>
                  <a:pt x="3697" y="1024"/>
                </a:cubicBezTo>
                <a:lnTo>
                  <a:pt x="3689" y="1018"/>
                </a:lnTo>
                <a:lnTo>
                  <a:pt x="3689" y="1018"/>
                </a:lnTo>
                <a:cubicBezTo>
                  <a:pt x="3687" y="1016"/>
                  <a:pt x="3684" y="1015"/>
                  <a:pt x="3682" y="1014"/>
                </a:cubicBezTo>
                <a:lnTo>
                  <a:pt x="3682" y="1014"/>
                </a:lnTo>
                <a:cubicBezTo>
                  <a:pt x="3652" y="997"/>
                  <a:pt x="3619" y="987"/>
                  <a:pt x="3582" y="985"/>
                </a:cubicBezTo>
                <a:lnTo>
                  <a:pt x="3582" y="985"/>
                </a:lnTo>
                <a:cubicBezTo>
                  <a:pt x="3578" y="985"/>
                  <a:pt x="3574" y="985"/>
                  <a:pt x="3569" y="985"/>
                </a:cubicBezTo>
                <a:lnTo>
                  <a:pt x="3569" y="985"/>
                </a:lnTo>
                <a:cubicBezTo>
                  <a:pt x="3507" y="985"/>
                  <a:pt x="3416" y="1011"/>
                  <a:pt x="3326" y="1056"/>
                </a:cubicBezTo>
                <a:lnTo>
                  <a:pt x="3326" y="1056"/>
                </a:lnTo>
                <a:cubicBezTo>
                  <a:pt x="3281" y="1078"/>
                  <a:pt x="3229" y="1074"/>
                  <a:pt x="3187" y="1048"/>
                </a:cubicBezTo>
                <a:lnTo>
                  <a:pt x="3187" y="1048"/>
                </a:lnTo>
                <a:cubicBezTo>
                  <a:pt x="3175" y="1041"/>
                  <a:pt x="3165" y="1032"/>
                  <a:pt x="3156" y="1021"/>
                </a:cubicBezTo>
                <a:lnTo>
                  <a:pt x="3156" y="1021"/>
                </a:lnTo>
                <a:cubicBezTo>
                  <a:pt x="3151" y="1017"/>
                  <a:pt x="3150" y="1011"/>
                  <a:pt x="3150" y="1005"/>
                </a:cubicBezTo>
                <a:lnTo>
                  <a:pt x="3150" y="517"/>
                </a:lnTo>
                <a:lnTo>
                  <a:pt x="3150" y="517"/>
                </a:lnTo>
                <a:cubicBezTo>
                  <a:pt x="3150" y="232"/>
                  <a:pt x="2917" y="0"/>
                  <a:pt x="2632" y="0"/>
                </a:cubicBezTo>
                <a:lnTo>
                  <a:pt x="2156" y="0"/>
                </a:lnTo>
                <a:lnTo>
                  <a:pt x="2156" y="0"/>
                </a:lnTo>
                <a:cubicBezTo>
                  <a:pt x="2150" y="5"/>
                  <a:pt x="2145" y="12"/>
                  <a:pt x="2141" y="18"/>
                </a:cubicBezTo>
                <a:lnTo>
                  <a:pt x="2141" y="18"/>
                </a:lnTo>
                <a:cubicBezTo>
                  <a:pt x="2123" y="45"/>
                  <a:pt x="2122" y="79"/>
                  <a:pt x="2136" y="108"/>
                </a:cubicBezTo>
                <a:lnTo>
                  <a:pt x="2136" y="108"/>
                </a:lnTo>
                <a:cubicBezTo>
                  <a:pt x="2183" y="205"/>
                  <a:pt x="2211" y="304"/>
                  <a:pt x="2211" y="374"/>
                </a:cubicBezTo>
                <a:lnTo>
                  <a:pt x="2211" y="374"/>
                </a:lnTo>
                <a:cubicBezTo>
                  <a:pt x="2211" y="379"/>
                  <a:pt x="2211" y="384"/>
                  <a:pt x="2211" y="389"/>
                </a:cubicBezTo>
                <a:lnTo>
                  <a:pt x="2211" y="389"/>
                </a:lnTo>
                <a:cubicBezTo>
                  <a:pt x="2209" y="434"/>
                  <a:pt x="2197" y="475"/>
                  <a:pt x="2177" y="511"/>
                </a:cubicBezTo>
                <a:lnTo>
                  <a:pt x="2177" y="511"/>
                </a:lnTo>
                <a:cubicBezTo>
                  <a:pt x="2177" y="511"/>
                  <a:pt x="2176" y="512"/>
                  <a:pt x="2175" y="512"/>
                </a:cubicBezTo>
                <a:lnTo>
                  <a:pt x="2175" y="512"/>
                </a:lnTo>
                <a:cubicBezTo>
                  <a:pt x="2174" y="515"/>
                  <a:pt x="2173" y="518"/>
                  <a:pt x="2171" y="520"/>
                </a:cubicBezTo>
                <a:lnTo>
                  <a:pt x="2170" y="522"/>
                </a:lnTo>
                <a:lnTo>
                  <a:pt x="2170" y="522"/>
                </a:lnTo>
                <a:cubicBezTo>
                  <a:pt x="2169" y="523"/>
                  <a:pt x="2169" y="523"/>
                  <a:pt x="2168" y="525"/>
                </a:cubicBezTo>
                <a:lnTo>
                  <a:pt x="2168" y="525"/>
                </a:lnTo>
                <a:cubicBezTo>
                  <a:pt x="2168" y="526"/>
                  <a:pt x="2166" y="527"/>
                  <a:pt x="2166" y="529"/>
                </a:cubicBezTo>
                <a:lnTo>
                  <a:pt x="2164" y="531"/>
                </a:lnTo>
                <a:lnTo>
                  <a:pt x="2164" y="531"/>
                </a:lnTo>
                <a:cubicBezTo>
                  <a:pt x="2163" y="533"/>
                  <a:pt x="2161" y="535"/>
                  <a:pt x="2159" y="537"/>
                </a:cubicBezTo>
                <a:lnTo>
                  <a:pt x="2158" y="539"/>
                </a:lnTo>
                <a:lnTo>
                  <a:pt x="2158" y="539"/>
                </a:lnTo>
                <a:cubicBezTo>
                  <a:pt x="2146" y="554"/>
                  <a:pt x="2133" y="567"/>
                  <a:pt x="2118" y="579"/>
                </a:cubicBezTo>
                <a:lnTo>
                  <a:pt x="2118" y="579"/>
                </a:lnTo>
                <a:cubicBezTo>
                  <a:pt x="2063" y="624"/>
                  <a:pt x="1984" y="649"/>
                  <a:pt x="1895" y="649"/>
                </a:cubicBezTo>
                <a:lnTo>
                  <a:pt x="1895" y="649"/>
                </a:lnTo>
                <a:cubicBezTo>
                  <a:pt x="1796" y="649"/>
                  <a:pt x="1714" y="621"/>
                  <a:pt x="1657" y="566"/>
                </a:cubicBezTo>
                <a:lnTo>
                  <a:pt x="1657" y="566"/>
                </a:lnTo>
                <a:cubicBezTo>
                  <a:pt x="1627" y="537"/>
                  <a:pt x="1605" y="501"/>
                  <a:pt x="1592" y="461"/>
                </a:cubicBezTo>
                <a:lnTo>
                  <a:pt x="1592" y="461"/>
                </a:lnTo>
                <a:cubicBezTo>
                  <a:pt x="1584" y="433"/>
                  <a:pt x="1579" y="404"/>
                  <a:pt x="1579" y="374"/>
                </a:cubicBezTo>
                <a:lnTo>
                  <a:pt x="1579" y="374"/>
                </a:lnTo>
                <a:cubicBezTo>
                  <a:pt x="1579" y="306"/>
                  <a:pt x="1609" y="206"/>
                  <a:pt x="1659" y="108"/>
                </a:cubicBezTo>
                <a:lnTo>
                  <a:pt x="1659" y="108"/>
                </a:lnTo>
                <a:cubicBezTo>
                  <a:pt x="1673" y="80"/>
                  <a:pt x="1672" y="47"/>
                  <a:pt x="1656" y="19"/>
                </a:cubicBezTo>
                <a:lnTo>
                  <a:pt x="1656" y="19"/>
                </a:lnTo>
                <a:cubicBezTo>
                  <a:pt x="1655" y="19"/>
                  <a:pt x="1654" y="18"/>
                  <a:pt x="1654" y="17"/>
                </a:cubicBezTo>
                <a:lnTo>
                  <a:pt x="1652" y="15"/>
                </a:lnTo>
                <a:lnTo>
                  <a:pt x="1652" y="15"/>
                </a:lnTo>
                <a:cubicBezTo>
                  <a:pt x="1648" y="9"/>
                  <a:pt x="1644" y="4"/>
                  <a:pt x="1639" y="0"/>
                </a:cubicBezTo>
                <a:lnTo>
                  <a:pt x="1169" y="0"/>
                </a:lnTo>
                <a:lnTo>
                  <a:pt x="1169" y="0"/>
                </a:lnTo>
                <a:cubicBezTo>
                  <a:pt x="892" y="0"/>
                  <a:pt x="665" y="217"/>
                  <a:pt x="653" y="492"/>
                </a:cubicBezTo>
                <a:lnTo>
                  <a:pt x="653" y="492"/>
                </a:lnTo>
                <a:cubicBezTo>
                  <a:pt x="653" y="500"/>
                  <a:pt x="652" y="509"/>
                  <a:pt x="652" y="517"/>
                </a:cubicBezTo>
                <a:lnTo>
                  <a:pt x="652" y="996"/>
                </a:lnTo>
                <a:lnTo>
                  <a:pt x="652" y="996"/>
                </a:lnTo>
                <a:cubicBezTo>
                  <a:pt x="652" y="997"/>
                  <a:pt x="652" y="999"/>
                  <a:pt x="652" y="1000"/>
                </a:cubicBezTo>
                <a:lnTo>
                  <a:pt x="652" y="1000"/>
                </a:lnTo>
                <a:cubicBezTo>
                  <a:pt x="652" y="1004"/>
                  <a:pt x="649" y="1008"/>
                  <a:pt x="647" y="1011"/>
                </a:cubicBezTo>
                <a:lnTo>
                  <a:pt x="647" y="1011"/>
                </a:lnTo>
                <a:cubicBezTo>
                  <a:pt x="638" y="1024"/>
                  <a:pt x="626" y="1035"/>
                  <a:pt x="613" y="1045"/>
                </a:cubicBezTo>
                <a:lnTo>
                  <a:pt x="612" y="1046"/>
                </a:lnTo>
                <a:lnTo>
                  <a:pt x="612" y="1046"/>
                </a:lnTo>
                <a:cubicBezTo>
                  <a:pt x="610" y="1047"/>
                  <a:pt x="608" y="1049"/>
                  <a:pt x="606" y="1050"/>
                </a:cubicBezTo>
                <a:lnTo>
                  <a:pt x="606" y="1050"/>
                </a:lnTo>
                <a:cubicBezTo>
                  <a:pt x="563" y="1076"/>
                  <a:pt x="512" y="1078"/>
                  <a:pt x="468" y="1056"/>
                </a:cubicBezTo>
                <a:lnTo>
                  <a:pt x="468" y="1056"/>
                </a:lnTo>
                <a:cubicBezTo>
                  <a:pt x="376" y="1009"/>
                  <a:pt x="286" y="982"/>
                  <a:pt x="225" y="982"/>
                </a:cubicBezTo>
                <a:lnTo>
                  <a:pt x="225" y="982"/>
                </a:lnTo>
                <a:cubicBezTo>
                  <a:pt x="199" y="982"/>
                  <a:pt x="176" y="985"/>
                  <a:pt x="153" y="992"/>
                </a:cubicBezTo>
                <a:lnTo>
                  <a:pt x="153" y="992"/>
                </a:lnTo>
                <a:cubicBezTo>
                  <a:pt x="121" y="1002"/>
                  <a:pt x="93" y="1019"/>
                  <a:pt x="70" y="1044"/>
                </a:cubicBezTo>
                <a:lnTo>
                  <a:pt x="70" y="1044"/>
                </a:lnTo>
                <a:cubicBezTo>
                  <a:pt x="25" y="1091"/>
                  <a:pt x="0" y="1161"/>
                  <a:pt x="0" y="1247"/>
                </a:cubicBezTo>
                <a:lnTo>
                  <a:pt x="0" y="1247"/>
                </a:lnTo>
                <a:cubicBezTo>
                  <a:pt x="0" y="1323"/>
                  <a:pt x="22" y="1391"/>
                  <a:pt x="59" y="1438"/>
                </a:cubicBezTo>
                <a:lnTo>
                  <a:pt x="59" y="1438"/>
                </a:lnTo>
                <a:cubicBezTo>
                  <a:pt x="69" y="1449"/>
                  <a:pt x="80" y="1460"/>
                  <a:pt x="91" y="1469"/>
                </a:cubicBezTo>
                <a:lnTo>
                  <a:pt x="92" y="1470"/>
                </a:lnTo>
                <a:lnTo>
                  <a:pt x="92" y="1470"/>
                </a:lnTo>
                <a:cubicBezTo>
                  <a:pt x="94" y="1471"/>
                  <a:pt x="96" y="1472"/>
                  <a:pt x="98" y="1474"/>
                </a:cubicBezTo>
                <a:lnTo>
                  <a:pt x="100" y="1475"/>
                </a:lnTo>
                <a:lnTo>
                  <a:pt x="100" y="1475"/>
                </a:lnTo>
                <a:cubicBezTo>
                  <a:pt x="101" y="1476"/>
                  <a:pt x="102" y="1476"/>
                  <a:pt x="102" y="1477"/>
                </a:cubicBezTo>
                <a:lnTo>
                  <a:pt x="105" y="1479"/>
                </a:lnTo>
                <a:lnTo>
                  <a:pt x="105" y="1479"/>
                </a:lnTo>
                <a:cubicBezTo>
                  <a:pt x="108" y="1481"/>
                  <a:pt x="110" y="1482"/>
                  <a:pt x="113" y="1483"/>
                </a:cubicBezTo>
                <a:lnTo>
                  <a:pt x="113" y="1483"/>
                </a:lnTo>
                <a:cubicBezTo>
                  <a:pt x="116" y="1485"/>
                  <a:pt x="120" y="1487"/>
                  <a:pt x="124" y="1489"/>
                </a:cubicBezTo>
                <a:lnTo>
                  <a:pt x="124" y="1489"/>
                </a:lnTo>
                <a:cubicBezTo>
                  <a:pt x="150" y="1503"/>
                  <a:pt x="180" y="1509"/>
                  <a:pt x="212" y="1510"/>
                </a:cubicBezTo>
                <a:lnTo>
                  <a:pt x="212" y="1510"/>
                </a:lnTo>
                <a:cubicBezTo>
                  <a:pt x="217" y="1511"/>
                  <a:pt x="221" y="1511"/>
                  <a:pt x="225" y="1511"/>
                </a:cubicBezTo>
                <a:lnTo>
                  <a:pt x="225" y="1511"/>
                </a:lnTo>
                <a:cubicBezTo>
                  <a:pt x="240" y="1511"/>
                  <a:pt x="258" y="1509"/>
                  <a:pt x="276" y="1507"/>
                </a:cubicBezTo>
                <a:lnTo>
                  <a:pt x="276" y="1507"/>
                </a:lnTo>
                <a:cubicBezTo>
                  <a:pt x="333" y="1498"/>
                  <a:pt x="401" y="1474"/>
                  <a:pt x="469" y="1441"/>
                </a:cubicBezTo>
                <a:lnTo>
                  <a:pt x="469" y="1441"/>
                </a:lnTo>
                <a:cubicBezTo>
                  <a:pt x="479" y="1436"/>
                  <a:pt x="490" y="1433"/>
                  <a:pt x="500" y="1430"/>
                </a:cubicBezTo>
                <a:lnTo>
                  <a:pt x="500" y="1430"/>
                </a:lnTo>
                <a:cubicBezTo>
                  <a:pt x="525" y="1425"/>
                  <a:pt x="550" y="1426"/>
                  <a:pt x="574" y="1433"/>
                </a:cubicBezTo>
                <a:lnTo>
                  <a:pt x="574" y="1433"/>
                </a:lnTo>
                <a:cubicBezTo>
                  <a:pt x="576" y="1434"/>
                  <a:pt x="578" y="1435"/>
                  <a:pt x="579" y="1435"/>
                </a:cubicBezTo>
                <a:lnTo>
                  <a:pt x="579" y="1435"/>
                </a:lnTo>
                <a:cubicBezTo>
                  <a:pt x="589" y="1439"/>
                  <a:pt x="599" y="1443"/>
                  <a:pt x="607" y="1449"/>
                </a:cubicBezTo>
                <a:lnTo>
                  <a:pt x="607" y="1449"/>
                </a:lnTo>
                <a:cubicBezTo>
                  <a:pt x="619" y="1456"/>
                  <a:pt x="630" y="1465"/>
                  <a:pt x="639" y="1475"/>
                </a:cubicBezTo>
                <a:lnTo>
                  <a:pt x="639" y="1475"/>
                </a:lnTo>
                <a:cubicBezTo>
                  <a:pt x="642" y="1478"/>
                  <a:pt x="645" y="1482"/>
                  <a:pt x="647" y="1485"/>
                </a:cubicBezTo>
                <a:lnTo>
                  <a:pt x="647" y="1485"/>
                </a:lnTo>
                <a:cubicBezTo>
                  <a:pt x="650" y="1490"/>
                  <a:pt x="652" y="1495"/>
                  <a:pt x="652" y="1501"/>
                </a:cubicBezTo>
                <a:lnTo>
                  <a:pt x="652" y="1979"/>
                </a:lnTo>
                <a:lnTo>
                  <a:pt x="652" y="1979"/>
                </a:lnTo>
                <a:cubicBezTo>
                  <a:pt x="652" y="1988"/>
                  <a:pt x="653" y="1998"/>
                  <a:pt x="653" y="2007"/>
                </a:cubicBezTo>
                <a:lnTo>
                  <a:pt x="653" y="2007"/>
                </a:lnTo>
                <a:cubicBezTo>
                  <a:pt x="667" y="2281"/>
                  <a:pt x="894" y="2496"/>
                  <a:pt x="1169" y="2496"/>
                </a:cubicBezTo>
              </a:path>
            </a:pathLst>
          </a:custGeom>
          <a:solidFill>
            <a:schemeClr val="accent5"/>
          </a:solidFill>
          <a:ln>
            <a:noFill/>
          </a:ln>
          <a:effec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65"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14" name="Freeform 13">
            <a:extLst>
              <a:ext uri="{FF2B5EF4-FFF2-40B4-BE49-F238E27FC236}">
                <a16:creationId xmlns:a16="http://schemas.microsoft.com/office/drawing/2014/main" id="{783AC58C-A328-FE42-8867-DA3BB275A241}"/>
              </a:ext>
            </a:extLst>
          </p:cNvPr>
          <p:cNvSpPr>
            <a:spLocks noChangeArrowheads="1"/>
          </p:cNvSpPr>
          <p:nvPr/>
        </p:nvSpPr>
        <p:spPr bwMode="auto">
          <a:xfrm>
            <a:off x="2906955" y="5117488"/>
            <a:ext cx="834398" cy="32340"/>
          </a:xfrm>
          <a:custGeom>
            <a:avLst/>
            <a:gdLst>
              <a:gd name="connsiteX0" fmla="*/ 1558827 w 1668796"/>
              <a:gd name="connsiteY0" fmla="*/ 0 h 64679"/>
              <a:gd name="connsiteX1" fmla="*/ 1635932 w 1668796"/>
              <a:gd name="connsiteY1" fmla="*/ 0 h 64679"/>
              <a:gd name="connsiteX2" fmla="*/ 1668796 w 1668796"/>
              <a:gd name="connsiteY2" fmla="*/ 32340 h 64679"/>
              <a:gd name="connsiteX3" fmla="*/ 1635932 w 1668796"/>
              <a:gd name="connsiteY3" fmla="*/ 64679 h 64679"/>
              <a:gd name="connsiteX4" fmla="*/ 1558827 w 1668796"/>
              <a:gd name="connsiteY4" fmla="*/ 64679 h 64679"/>
              <a:gd name="connsiteX5" fmla="*/ 1527226 w 1668796"/>
              <a:gd name="connsiteY5" fmla="*/ 32340 h 64679"/>
              <a:gd name="connsiteX6" fmla="*/ 1558827 w 1668796"/>
              <a:gd name="connsiteY6" fmla="*/ 0 h 64679"/>
              <a:gd name="connsiteX7" fmla="*/ 1239507 w 1668796"/>
              <a:gd name="connsiteY7" fmla="*/ 0 h 64679"/>
              <a:gd name="connsiteX8" fmla="*/ 1400200 w 1668796"/>
              <a:gd name="connsiteY8" fmla="*/ 0 h 64679"/>
              <a:gd name="connsiteX9" fmla="*/ 1432588 w 1668796"/>
              <a:gd name="connsiteY9" fmla="*/ 32340 h 64679"/>
              <a:gd name="connsiteX10" fmla="*/ 1400200 w 1668796"/>
              <a:gd name="connsiteY10" fmla="*/ 64679 h 64679"/>
              <a:gd name="connsiteX11" fmla="*/ 1239507 w 1668796"/>
              <a:gd name="connsiteY11" fmla="*/ 64679 h 64679"/>
              <a:gd name="connsiteX12" fmla="*/ 1207119 w 1668796"/>
              <a:gd name="connsiteY12" fmla="*/ 32340 h 64679"/>
              <a:gd name="connsiteX13" fmla="*/ 1239507 w 1668796"/>
              <a:gd name="connsiteY13" fmla="*/ 0 h 64679"/>
              <a:gd name="connsiteX14" fmla="*/ 916875 w 1668796"/>
              <a:gd name="connsiteY14" fmla="*/ 0 h 64679"/>
              <a:gd name="connsiteX15" fmla="*/ 1077568 w 1668796"/>
              <a:gd name="connsiteY15" fmla="*/ 0 h 64679"/>
              <a:gd name="connsiteX16" fmla="*/ 1109956 w 1668796"/>
              <a:gd name="connsiteY16" fmla="*/ 32340 h 64679"/>
              <a:gd name="connsiteX17" fmla="*/ 1077568 w 1668796"/>
              <a:gd name="connsiteY17" fmla="*/ 64679 h 64679"/>
              <a:gd name="connsiteX18" fmla="*/ 916875 w 1668796"/>
              <a:gd name="connsiteY18" fmla="*/ 64679 h 64679"/>
              <a:gd name="connsiteX19" fmla="*/ 885733 w 1668796"/>
              <a:gd name="connsiteY19" fmla="*/ 32340 h 64679"/>
              <a:gd name="connsiteX20" fmla="*/ 916875 w 1668796"/>
              <a:gd name="connsiteY20" fmla="*/ 0 h 64679"/>
              <a:gd name="connsiteX21" fmla="*/ 595490 w 1668796"/>
              <a:gd name="connsiteY21" fmla="*/ 0 h 64679"/>
              <a:gd name="connsiteX22" fmla="*/ 756183 w 1668796"/>
              <a:gd name="connsiteY22" fmla="*/ 0 h 64679"/>
              <a:gd name="connsiteX23" fmla="*/ 788570 w 1668796"/>
              <a:gd name="connsiteY23" fmla="*/ 32340 h 64679"/>
              <a:gd name="connsiteX24" fmla="*/ 756183 w 1668796"/>
              <a:gd name="connsiteY24" fmla="*/ 64679 h 64679"/>
              <a:gd name="connsiteX25" fmla="*/ 595490 w 1668796"/>
              <a:gd name="connsiteY25" fmla="*/ 64679 h 64679"/>
              <a:gd name="connsiteX26" fmla="*/ 563102 w 1668796"/>
              <a:gd name="connsiteY26" fmla="*/ 32340 h 64679"/>
              <a:gd name="connsiteX27" fmla="*/ 595490 w 1668796"/>
              <a:gd name="connsiteY27" fmla="*/ 0 h 64679"/>
              <a:gd name="connsiteX28" fmla="*/ 274104 w 1668796"/>
              <a:gd name="connsiteY28" fmla="*/ 0 h 64679"/>
              <a:gd name="connsiteX29" fmla="*/ 433551 w 1668796"/>
              <a:gd name="connsiteY29" fmla="*/ 0 h 64679"/>
              <a:gd name="connsiteX30" fmla="*/ 465939 w 1668796"/>
              <a:gd name="connsiteY30" fmla="*/ 32340 h 64679"/>
              <a:gd name="connsiteX31" fmla="*/ 433551 w 1668796"/>
              <a:gd name="connsiteY31" fmla="*/ 64679 h 64679"/>
              <a:gd name="connsiteX32" fmla="*/ 274104 w 1668796"/>
              <a:gd name="connsiteY32" fmla="*/ 64679 h 64679"/>
              <a:gd name="connsiteX33" fmla="*/ 241716 w 1668796"/>
              <a:gd name="connsiteY33" fmla="*/ 32340 h 64679"/>
              <a:gd name="connsiteX34" fmla="*/ 274104 w 1668796"/>
              <a:gd name="connsiteY34" fmla="*/ 0 h 64679"/>
              <a:gd name="connsiteX35" fmla="*/ 31601 w 1668796"/>
              <a:gd name="connsiteY35" fmla="*/ 0 h 64679"/>
              <a:gd name="connsiteX36" fmla="*/ 108706 w 1668796"/>
              <a:gd name="connsiteY36" fmla="*/ 0 h 64679"/>
              <a:gd name="connsiteX37" fmla="*/ 141570 w 1668796"/>
              <a:gd name="connsiteY37" fmla="*/ 32340 h 64679"/>
              <a:gd name="connsiteX38" fmla="*/ 108706 w 1668796"/>
              <a:gd name="connsiteY38" fmla="*/ 64679 h 64679"/>
              <a:gd name="connsiteX39" fmla="*/ 31601 w 1668796"/>
              <a:gd name="connsiteY39" fmla="*/ 64679 h 64679"/>
              <a:gd name="connsiteX40" fmla="*/ 0 w 1668796"/>
              <a:gd name="connsiteY40" fmla="*/ 32340 h 64679"/>
              <a:gd name="connsiteX41" fmla="*/ 31601 w 1668796"/>
              <a:gd name="connsiteY41" fmla="*/ 0 h 64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668796" h="64679">
                <a:moveTo>
                  <a:pt x="1558827" y="0"/>
                </a:moveTo>
                <a:lnTo>
                  <a:pt x="1635932" y="0"/>
                </a:lnTo>
                <a:cubicBezTo>
                  <a:pt x="1653628" y="0"/>
                  <a:pt x="1668796" y="14926"/>
                  <a:pt x="1668796" y="32340"/>
                </a:cubicBezTo>
                <a:cubicBezTo>
                  <a:pt x="1668796" y="49753"/>
                  <a:pt x="1653628" y="64679"/>
                  <a:pt x="1635932" y="64679"/>
                </a:cubicBezTo>
                <a:lnTo>
                  <a:pt x="1558827" y="64679"/>
                </a:lnTo>
                <a:cubicBezTo>
                  <a:pt x="1541130" y="64679"/>
                  <a:pt x="1527226" y="49753"/>
                  <a:pt x="1527226" y="32340"/>
                </a:cubicBezTo>
                <a:cubicBezTo>
                  <a:pt x="1527226" y="14926"/>
                  <a:pt x="1541130" y="0"/>
                  <a:pt x="1558827" y="0"/>
                </a:cubicBezTo>
                <a:close/>
                <a:moveTo>
                  <a:pt x="1239507" y="0"/>
                </a:moveTo>
                <a:lnTo>
                  <a:pt x="1400200" y="0"/>
                </a:lnTo>
                <a:cubicBezTo>
                  <a:pt x="1417639" y="0"/>
                  <a:pt x="1432588" y="14926"/>
                  <a:pt x="1432588" y="32340"/>
                </a:cubicBezTo>
                <a:cubicBezTo>
                  <a:pt x="1432588" y="49753"/>
                  <a:pt x="1417639" y="64679"/>
                  <a:pt x="1400200" y="64679"/>
                </a:cubicBezTo>
                <a:lnTo>
                  <a:pt x="1239507" y="64679"/>
                </a:lnTo>
                <a:cubicBezTo>
                  <a:pt x="1222067" y="64679"/>
                  <a:pt x="1207119" y="49753"/>
                  <a:pt x="1207119" y="32340"/>
                </a:cubicBezTo>
                <a:cubicBezTo>
                  <a:pt x="1207119" y="14926"/>
                  <a:pt x="1222067" y="0"/>
                  <a:pt x="1239507" y="0"/>
                </a:cubicBezTo>
                <a:close/>
                <a:moveTo>
                  <a:pt x="916875" y="0"/>
                </a:moveTo>
                <a:lnTo>
                  <a:pt x="1077568" y="0"/>
                </a:lnTo>
                <a:cubicBezTo>
                  <a:pt x="1096254" y="0"/>
                  <a:pt x="1109956" y="14926"/>
                  <a:pt x="1109956" y="32340"/>
                </a:cubicBezTo>
                <a:cubicBezTo>
                  <a:pt x="1109956" y="49753"/>
                  <a:pt x="1096254" y="64679"/>
                  <a:pt x="1077568" y="64679"/>
                </a:cubicBezTo>
                <a:lnTo>
                  <a:pt x="916875" y="64679"/>
                </a:lnTo>
                <a:cubicBezTo>
                  <a:pt x="899436" y="64679"/>
                  <a:pt x="885733" y="49753"/>
                  <a:pt x="885733" y="32340"/>
                </a:cubicBezTo>
                <a:cubicBezTo>
                  <a:pt x="885733" y="14926"/>
                  <a:pt x="899436" y="0"/>
                  <a:pt x="916875" y="0"/>
                </a:cubicBezTo>
                <a:close/>
                <a:moveTo>
                  <a:pt x="595490" y="0"/>
                </a:moveTo>
                <a:lnTo>
                  <a:pt x="756183" y="0"/>
                </a:lnTo>
                <a:cubicBezTo>
                  <a:pt x="773622" y="0"/>
                  <a:pt x="788570" y="14926"/>
                  <a:pt x="788570" y="32340"/>
                </a:cubicBezTo>
                <a:cubicBezTo>
                  <a:pt x="788570" y="49753"/>
                  <a:pt x="773622" y="64679"/>
                  <a:pt x="756183" y="64679"/>
                </a:cubicBezTo>
                <a:lnTo>
                  <a:pt x="595490" y="64679"/>
                </a:lnTo>
                <a:cubicBezTo>
                  <a:pt x="578050" y="64679"/>
                  <a:pt x="563102" y="49753"/>
                  <a:pt x="563102" y="32340"/>
                </a:cubicBezTo>
                <a:cubicBezTo>
                  <a:pt x="563102" y="14926"/>
                  <a:pt x="578050" y="0"/>
                  <a:pt x="595490" y="0"/>
                </a:cubicBezTo>
                <a:close/>
                <a:moveTo>
                  <a:pt x="274104" y="0"/>
                </a:moveTo>
                <a:lnTo>
                  <a:pt x="433551" y="0"/>
                </a:lnTo>
                <a:cubicBezTo>
                  <a:pt x="452236" y="0"/>
                  <a:pt x="465939" y="14926"/>
                  <a:pt x="465939" y="32340"/>
                </a:cubicBezTo>
                <a:cubicBezTo>
                  <a:pt x="465939" y="49753"/>
                  <a:pt x="452236" y="64679"/>
                  <a:pt x="433551" y="64679"/>
                </a:cubicBezTo>
                <a:lnTo>
                  <a:pt x="274104" y="64679"/>
                </a:lnTo>
                <a:cubicBezTo>
                  <a:pt x="255419" y="64679"/>
                  <a:pt x="241716" y="49753"/>
                  <a:pt x="241716" y="32340"/>
                </a:cubicBezTo>
                <a:cubicBezTo>
                  <a:pt x="241716" y="14926"/>
                  <a:pt x="255419" y="0"/>
                  <a:pt x="274104" y="0"/>
                </a:cubicBezTo>
                <a:close/>
                <a:moveTo>
                  <a:pt x="31601" y="0"/>
                </a:moveTo>
                <a:lnTo>
                  <a:pt x="108706" y="0"/>
                </a:lnTo>
                <a:cubicBezTo>
                  <a:pt x="127666" y="0"/>
                  <a:pt x="141570" y="14926"/>
                  <a:pt x="141570" y="32340"/>
                </a:cubicBezTo>
                <a:cubicBezTo>
                  <a:pt x="141570" y="49753"/>
                  <a:pt x="127666" y="64679"/>
                  <a:pt x="108706" y="64679"/>
                </a:cubicBezTo>
                <a:lnTo>
                  <a:pt x="31601" y="64679"/>
                </a:lnTo>
                <a:cubicBezTo>
                  <a:pt x="13904" y="64679"/>
                  <a:pt x="0" y="49753"/>
                  <a:pt x="0" y="32340"/>
                </a:cubicBezTo>
                <a:cubicBezTo>
                  <a:pt x="0" y="14926"/>
                  <a:pt x="13904" y="0"/>
                  <a:pt x="31601" y="0"/>
                </a:cubicBezTo>
                <a:close/>
              </a:path>
            </a:pathLst>
          </a:custGeom>
          <a:solidFill>
            <a:srgbClr val="9FD3D2"/>
          </a:solidFill>
          <a:ln>
            <a:noFill/>
          </a:ln>
          <a:effectLst/>
        </p:spPr>
        <p:txBody>
          <a:bodyPr wrap="square"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65"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15" name="Freeform 14">
            <a:extLst>
              <a:ext uri="{FF2B5EF4-FFF2-40B4-BE49-F238E27FC236}">
                <a16:creationId xmlns:a16="http://schemas.microsoft.com/office/drawing/2014/main" id="{AC5DC874-5494-0A4C-95CF-742DCA14B1E1}"/>
              </a:ext>
            </a:extLst>
          </p:cNvPr>
          <p:cNvSpPr>
            <a:spLocks noChangeArrowheads="1"/>
          </p:cNvSpPr>
          <p:nvPr/>
        </p:nvSpPr>
        <p:spPr bwMode="auto">
          <a:xfrm>
            <a:off x="6854121" y="5117488"/>
            <a:ext cx="831651" cy="32340"/>
          </a:xfrm>
          <a:custGeom>
            <a:avLst/>
            <a:gdLst>
              <a:gd name="connsiteX0" fmla="*/ 1554595 w 1663301"/>
              <a:gd name="connsiteY0" fmla="*/ 0 h 64679"/>
              <a:gd name="connsiteX1" fmla="*/ 1631701 w 1663301"/>
              <a:gd name="connsiteY1" fmla="*/ 0 h 64679"/>
              <a:gd name="connsiteX2" fmla="*/ 1663301 w 1663301"/>
              <a:gd name="connsiteY2" fmla="*/ 32340 h 64679"/>
              <a:gd name="connsiteX3" fmla="*/ 1631701 w 1663301"/>
              <a:gd name="connsiteY3" fmla="*/ 64679 h 64679"/>
              <a:gd name="connsiteX4" fmla="*/ 1554595 w 1663301"/>
              <a:gd name="connsiteY4" fmla="*/ 64679 h 64679"/>
              <a:gd name="connsiteX5" fmla="*/ 1521731 w 1663301"/>
              <a:gd name="connsiteY5" fmla="*/ 32340 h 64679"/>
              <a:gd name="connsiteX6" fmla="*/ 1554595 w 1663301"/>
              <a:gd name="connsiteY6" fmla="*/ 0 h 64679"/>
              <a:gd name="connsiteX7" fmla="*/ 1235055 w 1663301"/>
              <a:gd name="connsiteY7" fmla="*/ 0 h 64679"/>
              <a:gd name="connsiteX8" fmla="*/ 1395916 w 1663301"/>
              <a:gd name="connsiteY8" fmla="*/ 0 h 64679"/>
              <a:gd name="connsiteX9" fmla="*/ 1427091 w 1663301"/>
              <a:gd name="connsiteY9" fmla="*/ 32340 h 64679"/>
              <a:gd name="connsiteX10" fmla="*/ 1395916 w 1663301"/>
              <a:gd name="connsiteY10" fmla="*/ 64679 h 64679"/>
              <a:gd name="connsiteX11" fmla="*/ 1235055 w 1663301"/>
              <a:gd name="connsiteY11" fmla="*/ 64679 h 64679"/>
              <a:gd name="connsiteX12" fmla="*/ 1202634 w 1663301"/>
              <a:gd name="connsiteY12" fmla="*/ 32340 h 64679"/>
              <a:gd name="connsiteX13" fmla="*/ 1235055 w 1663301"/>
              <a:gd name="connsiteY13" fmla="*/ 0 h 64679"/>
              <a:gd name="connsiteX14" fmla="*/ 912087 w 1663301"/>
              <a:gd name="connsiteY14" fmla="*/ 0 h 64679"/>
              <a:gd name="connsiteX15" fmla="*/ 1072947 w 1663301"/>
              <a:gd name="connsiteY15" fmla="*/ 0 h 64679"/>
              <a:gd name="connsiteX16" fmla="*/ 1105369 w 1663301"/>
              <a:gd name="connsiteY16" fmla="*/ 32340 h 64679"/>
              <a:gd name="connsiteX17" fmla="*/ 1072947 w 1663301"/>
              <a:gd name="connsiteY17" fmla="*/ 64679 h 64679"/>
              <a:gd name="connsiteX18" fmla="*/ 912087 w 1663301"/>
              <a:gd name="connsiteY18" fmla="*/ 64679 h 64679"/>
              <a:gd name="connsiteX19" fmla="*/ 879665 w 1663301"/>
              <a:gd name="connsiteY19" fmla="*/ 32340 h 64679"/>
              <a:gd name="connsiteX20" fmla="*/ 912087 w 1663301"/>
              <a:gd name="connsiteY20" fmla="*/ 0 h 64679"/>
              <a:gd name="connsiteX21" fmla="*/ 589118 w 1663301"/>
              <a:gd name="connsiteY21" fmla="*/ 0 h 64679"/>
              <a:gd name="connsiteX22" fmla="*/ 751226 w 1663301"/>
              <a:gd name="connsiteY22" fmla="*/ 0 h 64679"/>
              <a:gd name="connsiteX23" fmla="*/ 782400 w 1663301"/>
              <a:gd name="connsiteY23" fmla="*/ 32340 h 64679"/>
              <a:gd name="connsiteX24" fmla="*/ 751226 w 1663301"/>
              <a:gd name="connsiteY24" fmla="*/ 64679 h 64679"/>
              <a:gd name="connsiteX25" fmla="*/ 589118 w 1663301"/>
              <a:gd name="connsiteY25" fmla="*/ 64679 h 64679"/>
              <a:gd name="connsiteX26" fmla="*/ 557943 w 1663301"/>
              <a:gd name="connsiteY26" fmla="*/ 32340 h 64679"/>
              <a:gd name="connsiteX27" fmla="*/ 589118 w 1663301"/>
              <a:gd name="connsiteY27" fmla="*/ 0 h 64679"/>
              <a:gd name="connsiteX28" fmla="*/ 267396 w 1663301"/>
              <a:gd name="connsiteY28" fmla="*/ 0 h 64679"/>
              <a:gd name="connsiteX29" fmla="*/ 428257 w 1663301"/>
              <a:gd name="connsiteY29" fmla="*/ 0 h 64679"/>
              <a:gd name="connsiteX30" fmla="*/ 460678 w 1663301"/>
              <a:gd name="connsiteY30" fmla="*/ 32340 h 64679"/>
              <a:gd name="connsiteX31" fmla="*/ 428257 w 1663301"/>
              <a:gd name="connsiteY31" fmla="*/ 64679 h 64679"/>
              <a:gd name="connsiteX32" fmla="*/ 267396 w 1663301"/>
              <a:gd name="connsiteY32" fmla="*/ 64679 h 64679"/>
              <a:gd name="connsiteX33" fmla="*/ 236221 w 1663301"/>
              <a:gd name="connsiteY33" fmla="*/ 32340 h 64679"/>
              <a:gd name="connsiteX34" fmla="*/ 267396 w 1663301"/>
              <a:gd name="connsiteY34" fmla="*/ 0 h 64679"/>
              <a:gd name="connsiteX35" fmla="*/ 32864 w 1663301"/>
              <a:gd name="connsiteY35" fmla="*/ 0 h 64679"/>
              <a:gd name="connsiteX36" fmla="*/ 109970 w 1663301"/>
              <a:gd name="connsiteY36" fmla="*/ 0 h 64679"/>
              <a:gd name="connsiteX37" fmla="*/ 141570 w 1663301"/>
              <a:gd name="connsiteY37" fmla="*/ 32340 h 64679"/>
              <a:gd name="connsiteX38" fmla="*/ 109970 w 1663301"/>
              <a:gd name="connsiteY38" fmla="*/ 64679 h 64679"/>
              <a:gd name="connsiteX39" fmla="*/ 32864 w 1663301"/>
              <a:gd name="connsiteY39" fmla="*/ 64679 h 64679"/>
              <a:gd name="connsiteX40" fmla="*/ 0 w 1663301"/>
              <a:gd name="connsiteY40" fmla="*/ 32340 h 64679"/>
              <a:gd name="connsiteX41" fmla="*/ 32864 w 1663301"/>
              <a:gd name="connsiteY41" fmla="*/ 0 h 64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663301" h="64679">
                <a:moveTo>
                  <a:pt x="1554595" y="0"/>
                </a:moveTo>
                <a:lnTo>
                  <a:pt x="1631701" y="0"/>
                </a:lnTo>
                <a:cubicBezTo>
                  <a:pt x="1649397" y="0"/>
                  <a:pt x="1663301" y="14926"/>
                  <a:pt x="1663301" y="32340"/>
                </a:cubicBezTo>
                <a:cubicBezTo>
                  <a:pt x="1663301" y="49753"/>
                  <a:pt x="1649397" y="64679"/>
                  <a:pt x="1631701" y="64679"/>
                </a:cubicBezTo>
                <a:lnTo>
                  <a:pt x="1554595" y="64679"/>
                </a:lnTo>
                <a:cubicBezTo>
                  <a:pt x="1536899" y="64679"/>
                  <a:pt x="1521731" y="49753"/>
                  <a:pt x="1521731" y="32340"/>
                </a:cubicBezTo>
                <a:cubicBezTo>
                  <a:pt x="1521731" y="14926"/>
                  <a:pt x="1536899" y="0"/>
                  <a:pt x="1554595" y="0"/>
                </a:cubicBezTo>
                <a:close/>
                <a:moveTo>
                  <a:pt x="1235055" y="0"/>
                </a:moveTo>
                <a:lnTo>
                  <a:pt x="1395916" y="0"/>
                </a:lnTo>
                <a:cubicBezTo>
                  <a:pt x="1413374" y="0"/>
                  <a:pt x="1427091" y="14926"/>
                  <a:pt x="1427091" y="32340"/>
                </a:cubicBezTo>
                <a:cubicBezTo>
                  <a:pt x="1427091" y="49753"/>
                  <a:pt x="1413374" y="64679"/>
                  <a:pt x="1395916" y="64679"/>
                </a:cubicBezTo>
                <a:lnTo>
                  <a:pt x="1235055" y="64679"/>
                </a:lnTo>
                <a:cubicBezTo>
                  <a:pt x="1217598" y="64679"/>
                  <a:pt x="1202634" y="49753"/>
                  <a:pt x="1202634" y="32340"/>
                </a:cubicBezTo>
                <a:cubicBezTo>
                  <a:pt x="1202634" y="14926"/>
                  <a:pt x="1217598" y="0"/>
                  <a:pt x="1235055" y="0"/>
                </a:cubicBezTo>
                <a:close/>
                <a:moveTo>
                  <a:pt x="912087" y="0"/>
                </a:moveTo>
                <a:lnTo>
                  <a:pt x="1072947" y="0"/>
                </a:lnTo>
                <a:cubicBezTo>
                  <a:pt x="1090405" y="0"/>
                  <a:pt x="1105369" y="14926"/>
                  <a:pt x="1105369" y="32340"/>
                </a:cubicBezTo>
                <a:cubicBezTo>
                  <a:pt x="1105369" y="49753"/>
                  <a:pt x="1090405" y="64679"/>
                  <a:pt x="1072947" y="64679"/>
                </a:cubicBezTo>
                <a:lnTo>
                  <a:pt x="912087" y="64679"/>
                </a:lnTo>
                <a:cubicBezTo>
                  <a:pt x="894629" y="64679"/>
                  <a:pt x="879665" y="49753"/>
                  <a:pt x="879665" y="32340"/>
                </a:cubicBezTo>
                <a:cubicBezTo>
                  <a:pt x="879665" y="14926"/>
                  <a:pt x="894629" y="0"/>
                  <a:pt x="912087" y="0"/>
                </a:cubicBezTo>
                <a:close/>
                <a:moveTo>
                  <a:pt x="589118" y="0"/>
                </a:moveTo>
                <a:lnTo>
                  <a:pt x="751226" y="0"/>
                </a:lnTo>
                <a:cubicBezTo>
                  <a:pt x="768683" y="0"/>
                  <a:pt x="782400" y="14926"/>
                  <a:pt x="782400" y="32340"/>
                </a:cubicBezTo>
                <a:cubicBezTo>
                  <a:pt x="782400" y="49753"/>
                  <a:pt x="768683" y="64679"/>
                  <a:pt x="751226" y="64679"/>
                </a:cubicBezTo>
                <a:lnTo>
                  <a:pt x="589118" y="64679"/>
                </a:lnTo>
                <a:cubicBezTo>
                  <a:pt x="571660" y="64679"/>
                  <a:pt x="557943" y="49753"/>
                  <a:pt x="557943" y="32340"/>
                </a:cubicBezTo>
                <a:cubicBezTo>
                  <a:pt x="557943" y="14926"/>
                  <a:pt x="571660" y="0"/>
                  <a:pt x="589118" y="0"/>
                </a:cubicBezTo>
                <a:close/>
                <a:moveTo>
                  <a:pt x="267396" y="0"/>
                </a:moveTo>
                <a:lnTo>
                  <a:pt x="428257" y="0"/>
                </a:lnTo>
                <a:cubicBezTo>
                  <a:pt x="445714" y="0"/>
                  <a:pt x="460678" y="14926"/>
                  <a:pt x="460678" y="32340"/>
                </a:cubicBezTo>
                <a:cubicBezTo>
                  <a:pt x="460678" y="49753"/>
                  <a:pt x="445714" y="64679"/>
                  <a:pt x="428257" y="64679"/>
                </a:cubicBezTo>
                <a:lnTo>
                  <a:pt x="267396" y="64679"/>
                </a:lnTo>
                <a:cubicBezTo>
                  <a:pt x="249938" y="64679"/>
                  <a:pt x="236221" y="49753"/>
                  <a:pt x="236221" y="32340"/>
                </a:cubicBezTo>
                <a:cubicBezTo>
                  <a:pt x="236221" y="14926"/>
                  <a:pt x="249938" y="0"/>
                  <a:pt x="267396" y="0"/>
                </a:cubicBezTo>
                <a:close/>
                <a:moveTo>
                  <a:pt x="32864" y="0"/>
                </a:moveTo>
                <a:lnTo>
                  <a:pt x="109970" y="0"/>
                </a:lnTo>
                <a:cubicBezTo>
                  <a:pt x="127666" y="0"/>
                  <a:pt x="141570" y="14926"/>
                  <a:pt x="141570" y="32340"/>
                </a:cubicBezTo>
                <a:cubicBezTo>
                  <a:pt x="141570" y="49753"/>
                  <a:pt x="127666" y="64679"/>
                  <a:pt x="109970" y="64679"/>
                </a:cubicBezTo>
                <a:lnTo>
                  <a:pt x="32864" y="64679"/>
                </a:lnTo>
                <a:cubicBezTo>
                  <a:pt x="15168" y="64679"/>
                  <a:pt x="0" y="49753"/>
                  <a:pt x="0" y="32340"/>
                </a:cubicBezTo>
                <a:cubicBezTo>
                  <a:pt x="0" y="14926"/>
                  <a:pt x="15168" y="0"/>
                  <a:pt x="32864" y="0"/>
                </a:cubicBezTo>
                <a:close/>
              </a:path>
            </a:pathLst>
          </a:custGeom>
          <a:solidFill>
            <a:schemeClr val="accent2"/>
          </a:solidFill>
          <a:ln>
            <a:noFill/>
          </a:ln>
          <a:effectLst/>
        </p:spPr>
        <p:txBody>
          <a:bodyPr wrap="square"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65"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16" name="Freeform 15">
            <a:extLst>
              <a:ext uri="{FF2B5EF4-FFF2-40B4-BE49-F238E27FC236}">
                <a16:creationId xmlns:a16="http://schemas.microsoft.com/office/drawing/2014/main" id="{E3D26CB4-4B21-E546-8C35-57C6DE49436A}"/>
              </a:ext>
            </a:extLst>
          </p:cNvPr>
          <p:cNvSpPr>
            <a:spLocks noChangeArrowheads="1"/>
          </p:cNvSpPr>
          <p:nvPr/>
        </p:nvSpPr>
        <p:spPr bwMode="auto">
          <a:xfrm>
            <a:off x="8436284" y="2821955"/>
            <a:ext cx="834398" cy="32340"/>
          </a:xfrm>
          <a:custGeom>
            <a:avLst/>
            <a:gdLst>
              <a:gd name="connsiteX0" fmla="*/ 1558826 w 1668796"/>
              <a:gd name="connsiteY0" fmla="*/ 0 h 64679"/>
              <a:gd name="connsiteX1" fmla="*/ 1637196 w 1668796"/>
              <a:gd name="connsiteY1" fmla="*/ 0 h 64679"/>
              <a:gd name="connsiteX2" fmla="*/ 1668796 w 1668796"/>
              <a:gd name="connsiteY2" fmla="*/ 32340 h 64679"/>
              <a:gd name="connsiteX3" fmla="*/ 1637196 w 1668796"/>
              <a:gd name="connsiteY3" fmla="*/ 64679 h 64679"/>
              <a:gd name="connsiteX4" fmla="*/ 1558826 w 1668796"/>
              <a:gd name="connsiteY4" fmla="*/ 64679 h 64679"/>
              <a:gd name="connsiteX5" fmla="*/ 1527226 w 1668796"/>
              <a:gd name="connsiteY5" fmla="*/ 32340 h 64679"/>
              <a:gd name="connsiteX6" fmla="*/ 1558826 w 1668796"/>
              <a:gd name="connsiteY6" fmla="*/ 0 h 64679"/>
              <a:gd name="connsiteX7" fmla="*/ 1235054 w 1668796"/>
              <a:gd name="connsiteY7" fmla="*/ 0 h 64679"/>
              <a:gd name="connsiteX8" fmla="*/ 1395916 w 1668796"/>
              <a:gd name="connsiteY8" fmla="*/ 0 h 64679"/>
              <a:gd name="connsiteX9" fmla="*/ 1427090 w 1668796"/>
              <a:gd name="connsiteY9" fmla="*/ 32340 h 64679"/>
              <a:gd name="connsiteX10" fmla="*/ 1395916 w 1668796"/>
              <a:gd name="connsiteY10" fmla="*/ 64679 h 64679"/>
              <a:gd name="connsiteX11" fmla="*/ 1235054 w 1668796"/>
              <a:gd name="connsiteY11" fmla="*/ 64679 h 64679"/>
              <a:gd name="connsiteX12" fmla="*/ 1203880 w 1668796"/>
              <a:gd name="connsiteY12" fmla="*/ 32340 h 64679"/>
              <a:gd name="connsiteX13" fmla="*/ 1235054 w 1668796"/>
              <a:gd name="connsiteY13" fmla="*/ 0 h 64679"/>
              <a:gd name="connsiteX14" fmla="*/ 913332 w 1668796"/>
              <a:gd name="connsiteY14" fmla="*/ 0 h 64679"/>
              <a:gd name="connsiteX15" fmla="*/ 1074194 w 1668796"/>
              <a:gd name="connsiteY15" fmla="*/ 0 h 64679"/>
              <a:gd name="connsiteX16" fmla="*/ 1105368 w 1668796"/>
              <a:gd name="connsiteY16" fmla="*/ 32340 h 64679"/>
              <a:gd name="connsiteX17" fmla="*/ 1074194 w 1668796"/>
              <a:gd name="connsiteY17" fmla="*/ 64679 h 64679"/>
              <a:gd name="connsiteX18" fmla="*/ 913332 w 1668796"/>
              <a:gd name="connsiteY18" fmla="*/ 64679 h 64679"/>
              <a:gd name="connsiteX19" fmla="*/ 880910 w 1668796"/>
              <a:gd name="connsiteY19" fmla="*/ 32340 h 64679"/>
              <a:gd name="connsiteX20" fmla="*/ 913332 w 1668796"/>
              <a:gd name="connsiteY20" fmla="*/ 0 h 64679"/>
              <a:gd name="connsiteX21" fmla="*/ 590364 w 1668796"/>
              <a:gd name="connsiteY21" fmla="*/ 0 h 64679"/>
              <a:gd name="connsiteX22" fmla="*/ 752472 w 1668796"/>
              <a:gd name="connsiteY22" fmla="*/ 0 h 64679"/>
              <a:gd name="connsiteX23" fmla="*/ 783646 w 1668796"/>
              <a:gd name="connsiteY23" fmla="*/ 32340 h 64679"/>
              <a:gd name="connsiteX24" fmla="*/ 752472 w 1668796"/>
              <a:gd name="connsiteY24" fmla="*/ 64679 h 64679"/>
              <a:gd name="connsiteX25" fmla="*/ 590364 w 1668796"/>
              <a:gd name="connsiteY25" fmla="*/ 64679 h 64679"/>
              <a:gd name="connsiteX26" fmla="*/ 559188 w 1668796"/>
              <a:gd name="connsiteY26" fmla="*/ 32340 h 64679"/>
              <a:gd name="connsiteX27" fmla="*/ 590364 w 1668796"/>
              <a:gd name="connsiteY27" fmla="*/ 0 h 64679"/>
              <a:gd name="connsiteX28" fmla="*/ 268642 w 1668796"/>
              <a:gd name="connsiteY28" fmla="*/ 0 h 64679"/>
              <a:gd name="connsiteX29" fmla="*/ 429502 w 1668796"/>
              <a:gd name="connsiteY29" fmla="*/ 0 h 64679"/>
              <a:gd name="connsiteX30" fmla="*/ 461924 w 1668796"/>
              <a:gd name="connsiteY30" fmla="*/ 32340 h 64679"/>
              <a:gd name="connsiteX31" fmla="*/ 429502 w 1668796"/>
              <a:gd name="connsiteY31" fmla="*/ 64679 h 64679"/>
              <a:gd name="connsiteX32" fmla="*/ 268642 w 1668796"/>
              <a:gd name="connsiteY32" fmla="*/ 64679 h 64679"/>
              <a:gd name="connsiteX33" fmla="*/ 236220 w 1668796"/>
              <a:gd name="connsiteY33" fmla="*/ 32340 h 64679"/>
              <a:gd name="connsiteX34" fmla="*/ 268642 w 1668796"/>
              <a:gd name="connsiteY34" fmla="*/ 0 h 64679"/>
              <a:gd name="connsiteX35" fmla="*/ 31600 w 1668796"/>
              <a:gd name="connsiteY35" fmla="*/ 0 h 64679"/>
              <a:gd name="connsiteX36" fmla="*/ 108706 w 1668796"/>
              <a:gd name="connsiteY36" fmla="*/ 0 h 64679"/>
              <a:gd name="connsiteX37" fmla="*/ 141570 w 1668796"/>
              <a:gd name="connsiteY37" fmla="*/ 32340 h 64679"/>
              <a:gd name="connsiteX38" fmla="*/ 108706 w 1668796"/>
              <a:gd name="connsiteY38" fmla="*/ 64679 h 64679"/>
              <a:gd name="connsiteX39" fmla="*/ 31600 w 1668796"/>
              <a:gd name="connsiteY39" fmla="*/ 64679 h 64679"/>
              <a:gd name="connsiteX40" fmla="*/ 0 w 1668796"/>
              <a:gd name="connsiteY40" fmla="*/ 32340 h 64679"/>
              <a:gd name="connsiteX41" fmla="*/ 31600 w 1668796"/>
              <a:gd name="connsiteY41" fmla="*/ 0 h 64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668796" h="64679">
                <a:moveTo>
                  <a:pt x="1558826" y="0"/>
                </a:moveTo>
                <a:lnTo>
                  <a:pt x="1637196" y="0"/>
                </a:lnTo>
                <a:cubicBezTo>
                  <a:pt x="1654892" y="0"/>
                  <a:pt x="1668796" y="14926"/>
                  <a:pt x="1668796" y="32340"/>
                </a:cubicBezTo>
                <a:cubicBezTo>
                  <a:pt x="1668796" y="49753"/>
                  <a:pt x="1654892" y="64679"/>
                  <a:pt x="1637196" y="64679"/>
                </a:cubicBezTo>
                <a:lnTo>
                  <a:pt x="1558826" y="64679"/>
                </a:lnTo>
                <a:cubicBezTo>
                  <a:pt x="1541130" y="64679"/>
                  <a:pt x="1527226" y="49753"/>
                  <a:pt x="1527226" y="32340"/>
                </a:cubicBezTo>
                <a:cubicBezTo>
                  <a:pt x="1527226" y="14926"/>
                  <a:pt x="1541130" y="0"/>
                  <a:pt x="1558826" y="0"/>
                </a:cubicBezTo>
                <a:close/>
                <a:moveTo>
                  <a:pt x="1235054" y="0"/>
                </a:moveTo>
                <a:lnTo>
                  <a:pt x="1395916" y="0"/>
                </a:lnTo>
                <a:cubicBezTo>
                  <a:pt x="1413374" y="0"/>
                  <a:pt x="1427090" y="14926"/>
                  <a:pt x="1427090" y="32340"/>
                </a:cubicBezTo>
                <a:cubicBezTo>
                  <a:pt x="1427090" y="49753"/>
                  <a:pt x="1413374" y="64679"/>
                  <a:pt x="1395916" y="64679"/>
                </a:cubicBezTo>
                <a:lnTo>
                  <a:pt x="1235054" y="64679"/>
                </a:lnTo>
                <a:cubicBezTo>
                  <a:pt x="1217596" y="64679"/>
                  <a:pt x="1203880" y="49753"/>
                  <a:pt x="1203880" y="32340"/>
                </a:cubicBezTo>
                <a:cubicBezTo>
                  <a:pt x="1203880" y="14926"/>
                  <a:pt x="1217596" y="0"/>
                  <a:pt x="1235054" y="0"/>
                </a:cubicBezTo>
                <a:close/>
                <a:moveTo>
                  <a:pt x="913332" y="0"/>
                </a:moveTo>
                <a:lnTo>
                  <a:pt x="1074194" y="0"/>
                </a:lnTo>
                <a:cubicBezTo>
                  <a:pt x="1091652" y="0"/>
                  <a:pt x="1105368" y="14926"/>
                  <a:pt x="1105368" y="32340"/>
                </a:cubicBezTo>
                <a:cubicBezTo>
                  <a:pt x="1105368" y="49753"/>
                  <a:pt x="1091652" y="64679"/>
                  <a:pt x="1074194" y="64679"/>
                </a:cubicBezTo>
                <a:lnTo>
                  <a:pt x="913332" y="64679"/>
                </a:lnTo>
                <a:cubicBezTo>
                  <a:pt x="895874" y="64679"/>
                  <a:pt x="880910" y="49753"/>
                  <a:pt x="880910" y="32340"/>
                </a:cubicBezTo>
                <a:cubicBezTo>
                  <a:pt x="880910" y="14926"/>
                  <a:pt x="895874" y="0"/>
                  <a:pt x="913332" y="0"/>
                </a:cubicBezTo>
                <a:close/>
                <a:moveTo>
                  <a:pt x="590364" y="0"/>
                </a:moveTo>
                <a:lnTo>
                  <a:pt x="752472" y="0"/>
                </a:lnTo>
                <a:cubicBezTo>
                  <a:pt x="769930" y="0"/>
                  <a:pt x="783646" y="14926"/>
                  <a:pt x="783646" y="32340"/>
                </a:cubicBezTo>
                <a:cubicBezTo>
                  <a:pt x="783646" y="49753"/>
                  <a:pt x="769930" y="64679"/>
                  <a:pt x="752472" y="64679"/>
                </a:cubicBezTo>
                <a:lnTo>
                  <a:pt x="590364" y="64679"/>
                </a:lnTo>
                <a:cubicBezTo>
                  <a:pt x="572906" y="64679"/>
                  <a:pt x="559188" y="49753"/>
                  <a:pt x="559188" y="32340"/>
                </a:cubicBezTo>
                <a:cubicBezTo>
                  <a:pt x="559188" y="14926"/>
                  <a:pt x="572906" y="0"/>
                  <a:pt x="590364" y="0"/>
                </a:cubicBezTo>
                <a:close/>
                <a:moveTo>
                  <a:pt x="268642" y="0"/>
                </a:moveTo>
                <a:lnTo>
                  <a:pt x="429502" y="0"/>
                </a:lnTo>
                <a:cubicBezTo>
                  <a:pt x="446960" y="0"/>
                  <a:pt x="461924" y="14926"/>
                  <a:pt x="461924" y="32340"/>
                </a:cubicBezTo>
                <a:cubicBezTo>
                  <a:pt x="461924" y="49753"/>
                  <a:pt x="446960" y="64679"/>
                  <a:pt x="429502" y="64679"/>
                </a:cubicBezTo>
                <a:lnTo>
                  <a:pt x="268642" y="64679"/>
                </a:lnTo>
                <a:cubicBezTo>
                  <a:pt x="251184" y="64679"/>
                  <a:pt x="236220" y="49753"/>
                  <a:pt x="236220" y="32340"/>
                </a:cubicBezTo>
                <a:cubicBezTo>
                  <a:pt x="236220" y="14926"/>
                  <a:pt x="251184" y="0"/>
                  <a:pt x="268642" y="0"/>
                </a:cubicBezTo>
                <a:close/>
                <a:moveTo>
                  <a:pt x="31600" y="0"/>
                </a:moveTo>
                <a:lnTo>
                  <a:pt x="108706" y="0"/>
                </a:lnTo>
                <a:cubicBezTo>
                  <a:pt x="126402" y="0"/>
                  <a:pt x="141570" y="14926"/>
                  <a:pt x="141570" y="32340"/>
                </a:cubicBezTo>
                <a:cubicBezTo>
                  <a:pt x="141570" y="49753"/>
                  <a:pt x="126402" y="64679"/>
                  <a:pt x="108706" y="64679"/>
                </a:cubicBezTo>
                <a:lnTo>
                  <a:pt x="31600" y="64679"/>
                </a:lnTo>
                <a:cubicBezTo>
                  <a:pt x="13904" y="64679"/>
                  <a:pt x="0" y="49753"/>
                  <a:pt x="0" y="32340"/>
                </a:cubicBezTo>
                <a:cubicBezTo>
                  <a:pt x="0" y="14926"/>
                  <a:pt x="13904" y="0"/>
                  <a:pt x="31600" y="0"/>
                </a:cubicBezTo>
                <a:close/>
              </a:path>
            </a:pathLst>
          </a:custGeom>
          <a:solidFill>
            <a:srgbClr val="01B3BB"/>
          </a:solidFill>
          <a:ln>
            <a:noFill/>
          </a:ln>
          <a:effectLst/>
        </p:spPr>
        <p:txBody>
          <a:bodyPr wrap="square"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65"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17" name="Freeform 16">
            <a:extLst>
              <a:ext uri="{FF2B5EF4-FFF2-40B4-BE49-F238E27FC236}">
                <a16:creationId xmlns:a16="http://schemas.microsoft.com/office/drawing/2014/main" id="{A0EE58BF-886C-8944-8CBC-FF702F65FA57}"/>
              </a:ext>
            </a:extLst>
          </p:cNvPr>
          <p:cNvSpPr>
            <a:spLocks noChangeArrowheads="1"/>
          </p:cNvSpPr>
          <p:nvPr/>
        </p:nvSpPr>
        <p:spPr bwMode="auto">
          <a:xfrm flipV="1">
            <a:off x="4448548" y="2821955"/>
            <a:ext cx="834398" cy="45719"/>
          </a:xfrm>
          <a:custGeom>
            <a:avLst/>
            <a:gdLst>
              <a:gd name="connsiteX0" fmla="*/ 1558826 w 1668796"/>
              <a:gd name="connsiteY0" fmla="*/ 0 h 64679"/>
              <a:gd name="connsiteX1" fmla="*/ 1635932 w 1668796"/>
              <a:gd name="connsiteY1" fmla="*/ 0 h 64679"/>
              <a:gd name="connsiteX2" fmla="*/ 1668796 w 1668796"/>
              <a:gd name="connsiteY2" fmla="*/ 32340 h 64679"/>
              <a:gd name="connsiteX3" fmla="*/ 1635932 w 1668796"/>
              <a:gd name="connsiteY3" fmla="*/ 64679 h 64679"/>
              <a:gd name="connsiteX4" fmla="*/ 1558826 w 1668796"/>
              <a:gd name="connsiteY4" fmla="*/ 64679 h 64679"/>
              <a:gd name="connsiteX5" fmla="*/ 1527226 w 1668796"/>
              <a:gd name="connsiteY5" fmla="*/ 32340 h 64679"/>
              <a:gd name="connsiteX6" fmla="*/ 1558826 w 1668796"/>
              <a:gd name="connsiteY6" fmla="*/ 0 h 64679"/>
              <a:gd name="connsiteX7" fmla="*/ 1235059 w 1668796"/>
              <a:gd name="connsiteY7" fmla="*/ 0 h 64679"/>
              <a:gd name="connsiteX8" fmla="*/ 1395919 w 1668796"/>
              <a:gd name="connsiteY8" fmla="*/ 0 h 64679"/>
              <a:gd name="connsiteX9" fmla="*/ 1427094 w 1668796"/>
              <a:gd name="connsiteY9" fmla="*/ 32340 h 64679"/>
              <a:gd name="connsiteX10" fmla="*/ 1395919 w 1668796"/>
              <a:gd name="connsiteY10" fmla="*/ 64679 h 64679"/>
              <a:gd name="connsiteX11" fmla="*/ 1235059 w 1668796"/>
              <a:gd name="connsiteY11" fmla="*/ 64679 h 64679"/>
              <a:gd name="connsiteX12" fmla="*/ 1202637 w 1668796"/>
              <a:gd name="connsiteY12" fmla="*/ 32340 h 64679"/>
              <a:gd name="connsiteX13" fmla="*/ 1235059 w 1668796"/>
              <a:gd name="connsiteY13" fmla="*/ 0 h 64679"/>
              <a:gd name="connsiteX14" fmla="*/ 913338 w 1668796"/>
              <a:gd name="connsiteY14" fmla="*/ 0 h 64679"/>
              <a:gd name="connsiteX15" fmla="*/ 1074198 w 1668796"/>
              <a:gd name="connsiteY15" fmla="*/ 0 h 64679"/>
              <a:gd name="connsiteX16" fmla="*/ 1105373 w 1668796"/>
              <a:gd name="connsiteY16" fmla="*/ 32340 h 64679"/>
              <a:gd name="connsiteX17" fmla="*/ 1074198 w 1668796"/>
              <a:gd name="connsiteY17" fmla="*/ 64679 h 64679"/>
              <a:gd name="connsiteX18" fmla="*/ 913338 w 1668796"/>
              <a:gd name="connsiteY18" fmla="*/ 64679 h 64679"/>
              <a:gd name="connsiteX19" fmla="*/ 880916 w 1668796"/>
              <a:gd name="connsiteY19" fmla="*/ 32340 h 64679"/>
              <a:gd name="connsiteX20" fmla="*/ 913338 w 1668796"/>
              <a:gd name="connsiteY20" fmla="*/ 0 h 64679"/>
              <a:gd name="connsiteX21" fmla="*/ 590370 w 1668796"/>
              <a:gd name="connsiteY21" fmla="*/ 0 h 64679"/>
              <a:gd name="connsiteX22" fmla="*/ 751230 w 1668796"/>
              <a:gd name="connsiteY22" fmla="*/ 0 h 64679"/>
              <a:gd name="connsiteX23" fmla="*/ 782405 w 1668796"/>
              <a:gd name="connsiteY23" fmla="*/ 32340 h 64679"/>
              <a:gd name="connsiteX24" fmla="*/ 751230 w 1668796"/>
              <a:gd name="connsiteY24" fmla="*/ 64679 h 64679"/>
              <a:gd name="connsiteX25" fmla="*/ 590370 w 1668796"/>
              <a:gd name="connsiteY25" fmla="*/ 64679 h 64679"/>
              <a:gd name="connsiteX26" fmla="*/ 559195 w 1668796"/>
              <a:gd name="connsiteY26" fmla="*/ 32340 h 64679"/>
              <a:gd name="connsiteX27" fmla="*/ 590370 w 1668796"/>
              <a:gd name="connsiteY27" fmla="*/ 0 h 64679"/>
              <a:gd name="connsiteX28" fmla="*/ 268649 w 1668796"/>
              <a:gd name="connsiteY28" fmla="*/ 0 h 64679"/>
              <a:gd name="connsiteX29" fmla="*/ 429509 w 1668796"/>
              <a:gd name="connsiteY29" fmla="*/ 0 h 64679"/>
              <a:gd name="connsiteX30" fmla="*/ 460684 w 1668796"/>
              <a:gd name="connsiteY30" fmla="*/ 32340 h 64679"/>
              <a:gd name="connsiteX31" fmla="*/ 429509 w 1668796"/>
              <a:gd name="connsiteY31" fmla="*/ 64679 h 64679"/>
              <a:gd name="connsiteX32" fmla="*/ 268649 w 1668796"/>
              <a:gd name="connsiteY32" fmla="*/ 64679 h 64679"/>
              <a:gd name="connsiteX33" fmla="*/ 236227 w 1668796"/>
              <a:gd name="connsiteY33" fmla="*/ 32340 h 64679"/>
              <a:gd name="connsiteX34" fmla="*/ 268649 w 1668796"/>
              <a:gd name="connsiteY34" fmla="*/ 0 h 64679"/>
              <a:gd name="connsiteX35" fmla="*/ 31600 w 1668796"/>
              <a:gd name="connsiteY35" fmla="*/ 0 h 64679"/>
              <a:gd name="connsiteX36" fmla="*/ 108706 w 1668796"/>
              <a:gd name="connsiteY36" fmla="*/ 0 h 64679"/>
              <a:gd name="connsiteX37" fmla="*/ 141570 w 1668796"/>
              <a:gd name="connsiteY37" fmla="*/ 32340 h 64679"/>
              <a:gd name="connsiteX38" fmla="*/ 108706 w 1668796"/>
              <a:gd name="connsiteY38" fmla="*/ 64679 h 64679"/>
              <a:gd name="connsiteX39" fmla="*/ 31600 w 1668796"/>
              <a:gd name="connsiteY39" fmla="*/ 64679 h 64679"/>
              <a:gd name="connsiteX40" fmla="*/ 0 w 1668796"/>
              <a:gd name="connsiteY40" fmla="*/ 32340 h 64679"/>
              <a:gd name="connsiteX41" fmla="*/ 31600 w 1668796"/>
              <a:gd name="connsiteY41" fmla="*/ 0 h 64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668796" h="64679">
                <a:moveTo>
                  <a:pt x="1558826" y="0"/>
                </a:moveTo>
                <a:lnTo>
                  <a:pt x="1635932" y="0"/>
                </a:lnTo>
                <a:cubicBezTo>
                  <a:pt x="1654892" y="0"/>
                  <a:pt x="1668796" y="14926"/>
                  <a:pt x="1668796" y="32340"/>
                </a:cubicBezTo>
                <a:cubicBezTo>
                  <a:pt x="1668796" y="49753"/>
                  <a:pt x="1654892" y="64679"/>
                  <a:pt x="1635932" y="64679"/>
                </a:cubicBezTo>
                <a:lnTo>
                  <a:pt x="1558826" y="64679"/>
                </a:lnTo>
                <a:cubicBezTo>
                  <a:pt x="1541130" y="64679"/>
                  <a:pt x="1527226" y="49753"/>
                  <a:pt x="1527226" y="32340"/>
                </a:cubicBezTo>
                <a:cubicBezTo>
                  <a:pt x="1527226" y="14926"/>
                  <a:pt x="1541130" y="0"/>
                  <a:pt x="1558826" y="0"/>
                </a:cubicBezTo>
                <a:close/>
                <a:moveTo>
                  <a:pt x="1235059" y="0"/>
                </a:moveTo>
                <a:lnTo>
                  <a:pt x="1395919" y="0"/>
                </a:lnTo>
                <a:cubicBezTo>
                  <a:pt x="1413377" y="0"/>
                  <a:pt x="1427094" y="14926"/>
                  <a:pt x="1427094" y="32340"/>
                </a:cubicBezTo>
                <a:cubicBezTo>
                  <a:pt x="1427094" y="49753"/>
                  <a:pt x="1413377" y="64679"/>
                  <a:pt x="1395919" y="64679"/>
                </a:cubicBezTo>
                <a:lnTo>
                  <a:pt x="1235059" y="64679"/>
                </a:lnTo>
                <a:cubicBezTo>
                  <a:pt x="1217601" y="64679"/>
                  <a:pt x="1202637" y="49753"/>
                  <a:pt x="1202637" y="32340"/>
                </a:cubicBezTo>
                <a:cubicBezTo>
                  <a:pt x="1202637" y="14926"/>
                  <a:pt x="1217601" y="0"/>
                  <a:pt x="1235059" y="0"/>
                </a:cubicBezTo>
                <a:close/>
                <a:moveTo>
                  <a:pt x="913338" y="0"/>
                </a:moveTo>
                <a:lnTo>
                  <a:pt x="1074198" y="0"/>
                </a:lnTo>
                <a:cubicBezTo>
                  <a:pt x="1091656" y="0"/>
                  <a:pt x="1105373" y="14926"/>
                  <a:pt x="1105373" y="32340"/>
                </a:cubicBezTo>
                <a:cubicBezTo>
                  <a:pt x="1105373" y="49753"/>
                  <a:pt x="1091656" y="64679"/>
                  <a:pt x="1074198" y="64679"/>
                </a:cubicBezTo>
                <a:lnTo>
                  <a:pt x="913338" y="64679"/>
                </a:lnTo>
                <a:cubicBezTo>
                  <a:pt x="894633" y="64679"/>
                  <a:pt x="880916" y="49753"/>
                  <a:pt x="880916" y="32340"/>
                </a:cubicBezTo>
                <a:cubicBezTo>
                  <a:pt x="880916" y="14926"/>
                  <a:pt x="894633" y="0"/>
                  <a:pt x="913338" y="0"/>
                </a:cubicBezTo>
                <a:close/>
                <a:moveTo>
                  <a:pt x="590370" y="0"/>
                </a:moveTo>
                <a:lnTo>
                  <a:pt x="751230" y="0"/>
                </a:lnTo>
                <a:cubicBezTo>
                  <a:pt x="769935" y="0"/>
                  <a:pt x="782405" y="14926"/>
                  <a:pt x="782405" y="32340"/>
                </a:cubicBezTo>
                <a:cubicBezTo>
                  <a:pt x="782405" y="49753"/>
                  <a:pt x="769935" y="64679"/>
                  <a:pt x="751230" y="64679"/>
                </a:cubicBezTo>
                <a:lnTo>
                  <a:pt x="590370" y="64679"/>
                </a:lnTo>
                <a:cubicBezTo>
                  <a:pt x="572912" y="64679"/>
                  <a:pt x="559195" y="49753"/>
                  <a:pt x="559195" y="32340"/>
                </a:cubicBezTo>
                <a:cubicBezTo>
                  <a:pt x="559195" y="14926"/>
                  <a:pt x="572912" y="0"/>
                  <a:pt x="590370" y="0"/>
                </a:cubicBezTo>
                <a:close/>
                <a:moveTo>
                  <a:pt x="268649" y="0"/>
                </a:moveTo>
                <a:lnTo>
                  <a:pt x="429509" y="0"/>
                </a:lnTo>
                <a:cubicBezTo>
                  <a:pt x="446967" y="0"/>
                  <a:pt x="460684" y="14926"/>
                  <a:pt x="460684" y="32340"/>
                </a:cubicBezTo>
                <a:cubicBezTo>
                  <a:pt x="460684" y="49753"/>
                  <a:pt x="446967" y="64679"/>
                  <a:pt x="429509" y="64679"/>
                </a:cubicBezTo>
                <a:lnTo>
                  <a:pt x="268649" y="64679"/>
                </a:lnTo>
                <a:cubicBezTo>
                  <a:pt x="251191" y="64679"/>
                  <a:pt x="236227" y="49753"/>
                  <a:pt x="236227" y="32340"/>
                </a:cubicBezTo>
                <a:cubicBezTo>
                  <a:pt x="236227" y="14926"/>
                  <a:pt x="251191" y="0"/>
                  <a:pt x="268649" y="0"/>
                </a:cubicBezTo>
                <a:close/>
                <a:moveTo>
                  <a:pt x="31600" y="0"/>
                </a:moveTo>
                <a:lnTo>
                  <a:pt x="108706" y="0"/>
                </a:lnTo>
                <a:cubicBezTo>
                  <a:pt x="126402" y="0"/>
                  <a:pt x="141570" y="14926"/>
                  <a:pt x="141570" y="32340"/>
                </a:cubicBezTo>
                <a:cubicBezTo>
                  <a:pt x="141570" y="49753"/>
                  <a:pt x="126402" y="64679"/>
                  <a:pt x="108706" y="64679"/>
                </a:cubicBezTo>
                <a:lnTo>
                  <a:pt x="31600" y="64679"/>
                </a:lnTo>
                <a:cubicBezTo>
                  <a:pt x="13904" y="64679"/>
                  <a:pt x="0" y="49753"/>
                  <a:pt x="0" y="32340"/>
                </a:cubicBezTo>
                <a:cubicBezTo>
                  <a:pt x="0" y="14926"/>
                  <a:pt x="13904" y="0"/>
                  <a:pt x="31600" y="0"/>
                </a:cubicBezTo>
                <a:close/>
              </a:path>
            </a:pathLst>
          </a:custGeom>
          <a:solidFill>
            <a:srgbClr val="00868C"/>
          </a:solidFill>
          <a:ln>
            <a:noFill/>
          </a:ln>
          <a:effectLst/>
        </p:spPr>
        <p:txBody>
          <a:bodyPr wrap="square"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65" b="0" i="0" u="none" strike="noStrike" kern="1200" cap="none" spc="0" normalizeH="0" baseline="0" noProof="0">
              <a:ln>
                <a:noFill/>
              </a:ln>
              <a:solidFill>
                <a:srgbClr val="000000"/>
              </a:solidFill>
              <a:effectLst/>
              <a:uLnTx/>
              <a:uFillTx/>
              <a:latin typeface="Century Gothic" panose="020B0502020202020204" pitchFamily="34" charset="0"/>
            </a:endParaRPr>
          </a:p>
        </p:txBody>
      </p:sp>
      <p:sp>
        <p:nvSpPr>
          <p:cNvPr id="19" name="TextBox 18">
            <a:extLst>
              <a:ext uri="{FF2B5EF4-FFF2-40B4-BE49-F238E27FC236}">
                <a16:creationId xmlns:a16="http://schemas.microsoft.com/office/drawing/2014/main" id="{9E0E89AD-AABD-EE42-B344-270BC2028985}"/>
              </a:ext>
            </a:extLst>
          </p:cNvPr>
          <p:cNvSpPr txBox="1"/>
          <p:nvPr/>
        </p:nvSpPr>
        <p:spPr>
          <a:xfrm>
            <a:off x="2510657" y="1385865"/>
            <a:ext cx="1327608" cy="348685"/>
          </a:xfrm>
          <a:prstGeom prst="rect">
            <a:avLst/>
          </a:prstGeom>
          <a:noFill/>
        </p:spPr>
        <p:txBody>
          <a:bodyPr wrap="none" lIns="91440" tIns="45720" rIns="91440" bIns="45720" rtlCol="0" anchor="b">
            <a:spAutoFit/>
          </a:bodyPr>
          <a:lstStyle/>
          <a:p>
            <a:pPr marL="0" marR="0" lvl="0" indent="0" algn="l" defTabSz="914400" rtl="0" eaLnBrk="1" fontAlgn="auto" latinLnBrk="0" hangingPunct="1">
              <a:lnSpc>
                <a:spcPts val="2160"/>
              </a:lnSpc>
              <a:spcBef>
                <a:spcPts val="0"/>
              </a:spcBef>
              <a:spcAft>
                <a:spcPts val="0"/>
              </a:spcAft>
              <a:buClrTx/>
              <a:buSzTx/>
              <a:buFontTx/>
              <a:buNone/>
              <a:tabLst/>
              <a:defRPr/>
            </a:pPr>
            <a:r>
              <a:rPr lang="en-US" sz="1600" b="1">
                <a:solidFill>
                  <a:srgbClr val="000000"/>
                </a:solidFill>
                <a:latin typeface="Century Gothic" panose="020B0502020202020204" pitchFamily="34" charset="0"/>
                <a:ea typeface="League Spartan" charset="0"/>
                <a:cs typeface="Poppins"/>
              </a:rPr>
              <a:t>Champions</a:t>
            </a:r>
            <a:endParaRPr kumimoji="0" lang="en-US" sz="1600" b="1" i="0" u="none" strike="noStrike" kern="1200" cap="none" spc="0" normalizeH="0" baseline="0" noProof="0">
              <a:ln>
                <a:noFill/>
              </a:ln>
              <a:solidFill>
                <a:srgbClr val="000000"/>
              </a:solidFill>
              <a:effectLst/>
              <a:uLnTx/>
              <a:uFillTx/>
              <a:latin typeface="Century Gothic" panose="020B0502020202020204" pitchFamily="34" charset="0"/>
              <a:ea typeface="League Spartan" charset="0"/>
              <a:cs typeface="Poppins"/>
            </a:endParaRPr>
          </a:p>
        </p:txBody>
      </p:sp>
      <p:sp>
        <p:nvSpPr>
          <p:cNvPr id="22" name="TextBox 21">
            <a:extLst>
              <a:ext uri="{FF2B5EF4-FFF2-40B4-BE49-F238E27FC236}">
                <a16:creationId xmlns:a16="http://schemas.microsoft.com/office/drawing/2014/main" id="{50B60520-712A-9A41-B3F6-063348E57CA0}"/>
              </a:ext>
            </a:extLst>
          </p:cNvPr>
          <p:cNvSpPr txBox="1"/>
          <p:nvPr/>
        </p:nvSpPr>
        <p:spPr>
          <a:xfrm>
            <a:off x="841497" y="4626680"/>
            <a:ext cx="2062327" cy="1785104"/>
          </a:xfrm>
          <a:prstGeom prst="rect">
            <a:avLst/>
          </a:prstGeom>
          <a:noFill/>
        </p:spPr>
        <p:txBody>
          <a:bodyPr wrap="square" rtlCol="0" anchor="t">
            <a:spAutoFit/>
          </a:bodyPr>
          <a:lstStyle/>
          <a:p>
            <a:r>
              <a:rPr lang="en-US" sz="1100" b="1">
                <a:latin typeface="Century Gothic" panose="020B0502020202020204" pitchFamily="34" charset="0"/>
              </a:rPr>
              <a:t>Cadence: </a:t>
            </a:r>
            <a:r>
              <a:rPr lang="en-US" sz="1100">
                <a:latin typeface="Century Gothic" panose="020B0502020202020204" pitchFamily="34" charset="0"/>
              </a:rPr>
              <a:t>Bi-Weekly Alignment</a:t>
            </a:r>
          </a:p>
          <a:p>
            <a:endParaRPr lang="en-US" sz="1100">
              <a:latin typeface="Century Gothic" panose="020B0502020202020204" pitchFamily="34" charset="0"/>
            </a:endParaRPr>
          </a:p>
          <a:p>
            <a:r>
              <a:rPr lang="en-US" sz="1100" b="1">
                <a:latin typeface="Century Gothic" panose="020B0502020202020204" pitchFamily="34" charset="0"/>
              </a:rPr>
              <a:t>Focus</a:t>
            </a:r>
          </a:p>
          <a:p>
            <a:pPr marL="171450" indent="-171450">
              <a:buFont typeface="Arial" panose="020B0604020202020204" pitchFamily="34" charset="0"/>
              <a:buChar char="•"/>
            </a:pPr>
            <a:r>
              <a:rPr lang="en-US" sz="1100">
                <a:latin typeface="Century Gothic" panose="020B0502020202020204" pitchFamily="34" charset="0"/>
              </a:rPr>
              <a:t>Connect offerings to pipeline and pursuits</a:t>
            </a:r>
          </a:p>
          <a:p>
            <a:pPr marL="171450" indent="-171450">
              <a:buFont typeface="Arial" panose="020B0604020202020204" pitchFamily="34" charset="0"/>
              <a:buChar char="•"/>
            </a:pPr>
            <a:r>
              <a:rPr lang="en-US" sz="1100">
                <a:latin typeface="Century Gothic" panose="020B0502020202020204" pitchFamily="34" charset="0"/>
              </a:rPr>
              <a:t>Identify target accounts and opportunities</a:t>
            </a:r>
          </a:p>
          <a:p>
            <a:pPr marL="171450" indent="-171450">
              <a:buFont typeface="Arial" panose="020B0604020202020204" pitchFamily="34" charset="0"/>
              <a:buChar char="•"/>
            </a:pPr>
            <a:r>
              <a:rPr lang="en-US" sz="1100">
                <a:latin typeface="Century Gothic" panose="020B0502020202020204" pitchFamily="34" charset="0"/>
              </a:rPr>
              <a:t>Align messaging for client conversations</a:t>
            </a:r>
          </a:p>
        </p:txBody>
      </p:sp>
      <p:sp>
        <p:nvSpPr>
          <p:cNvPr id="23" name="TextBox 22">
            <a:extLst>
              <a:ext uri="{FF2B5EF4-FFF2-40B4-BE49-F238E27FC236}">
                <a16:creationId xmlns:a16="http://schemas.microsoft.com/office/drawing/2014/main" id="{FC38007F-8B4B-244B-8F5D-005E2438DB1D}"/>
              </a:ext>
            </a:extLst>
          </p:cNvPr>
          <p:cNvSpPr txBox="1"/>
          <p:nvPr/>
        </p:nvSpPr>
        <p:spPr>
          <a:xfrm>
            <a:off x="826817" y="4269685"/>
            <a:ext cx="1582484" cy="348685"/>
          </a:xfrm>
          <a:prstGeom prst="rect">
            <a:avLst/>
          </a:prstGeom>
          <a:noFill/>
        </p:spPr>
        <p:txBody>
          <a:bodyPr wrap="none" rtlCol="0" anchor="b">
            <a:spAutoFit/>
          </a:bodyPr>
          <a:lstStyle/>
          <a:p>
            <a:pPr marL="0" marR="0" lvl="0" indent="0" algn="l" defTabSz="914400" rtl="0" eaLnBrk="1" fontAlgn="auto" latinLnBrk="0" hangingPunct="1">
              <a:lnSpc>
                <a:spcPts val="216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Century Gothic" panose="020B0502020202020204" pitchFamily="34" charset="0"/>
                <a:ea typeface="League Spartan" charset="0"/>
                <a:cs typeface="Poppins" pitchFamily="2" charset="77"/>
              </a:rPr>
              <a:t>AI Sales Force</a:t>
            </a:r>
          </a:p>
        </p:txBody>
      </p:sp>
      <p:sp>
        <p:nvSpPr>
          <p:cNvPr id="25" name="TextBox 24">
            <a:extLst>
              <a:ext uri="{FF2B5EF4-FFF2-40B4-BE49-F238E27FC236}">
                <a16:creationId xmlns:a16="http://schemas.microsoft.com/office/drawing/2014/main" id="{4B2AF1F6-B7DC-3946-A3A6-19312BDE233C}"/>
              </a:ext>
            </a:extLst>
          </p:cNvPr>
          <p:cNvSpPr txBox="1"/>
          <p:nvPr/>
        </p:nvSpPr>
        <p:spPr>
          <a:xfrm>
            <a:off x="9390200" y="1769355"/>
            <a:ext cx="2062327" cy="1954381"/>
          </a:xfrm>
          <a:prstGeom prst="rect">
            <a:avLst/>
          </a:prstGeom>
          <a:noFill/>
        </p:spPr>
        <p:txBody>
          <a:bodyPr wrap="square" rtlCol="0" anchor="t">
            <a:spAutoFit/>
          </a:bodyPr>
          <a:lstStyle/>
          <a:p>
            <a:r>
              <a:rPr lang="en-US" sz="1100" b="1">
                <a:latin typeface="Century Gothic" panose="020B0502020202020204" pitchFamily="34" charset="0"/>
              </a:rPr>
              <a:t>Cadence: </a:t>
            </a:r>
            <a:r>
              <a:rPr lang="en-US" sz="1100">
                <a:latin typeface="Century Gothic" panose="020B0502020202020204" pitchFamily="34" charset="0"/>
              </a:rPr>
              <a:t>Continuous Collaboration + Weekly Alignment</a:t>
            </a:r>
          </a:p>
          <a:p>
            <a:endParaRPr lang="en-US" sz="1100">
              <a:latin typeface="Century Gothic" panose="020B0502020202020204" pitchFamily="34" charset="0"/>
            </a:endParaRPr>
          </a:p>
          <a:p>
            <a:r>
              <a:rPr lang="en-US" sz="1100" b="1">
                <a:latin typeface="Century Gothic" panose="020B0502020202020204" pitchFamily="34" charset="0"/>
              </a:rPr>
              <a:t>Focus</a:t>
            </a:r>
          </a:p>
          <a:p>
            <a:pPr marL="171450" indent="-171450">
              <a:buFont typeface="Arial" panose="020B0604020202020204" pitchFamily="34" charset="0"/>
              <a:buChar char="•"/>
            </a:pPr>
            <a:r>
              <a:rPr lang="en-US" sz="1100">
                <a:latin typeface="Century Gothic" panose="020B0502020202020204" pitchFamily="34" charset="0"/>
              </a:rPr>
              <a:t>Refine solution design and feasibility</a:t>
            </a:r>
          </a:p>
          <a:p>
            <a:pPr marL="171450" indent="-171450">
              <a:buFont typeface="Arial" panose="020B0604020202020204" pitchFamily="34" charset="0"/>
              <a:buChar char="•"/>
            </a:pPr>
            <a:r>
              <a:rPr lang="en-US" sz="1100">
                <a:latin typeface="Century Gothic" panose="020B0502020202020204" pitchFamily="34" charset="0"/>
              </a:rPr>
              <a:t>Support development of demos and accelerators</a:t>
            </a:r>
          </a:p>
          <a:p>
            <a:pPr marL="171450" indent="-171450">
              <a:buFont typeface="Arial" panose="020B0604020202020204" pitchFamily="34" charset="0"/>
              <a:buChar char="•"/>
            </a:pPr>
            <a:r>
              <a:rPr lang="en-US" sz="1100">
                <a:latin typeface="Century Gothic" panose="020B0502020202020204" pitchFamily="34" charset="0"/>
              </a:rPr>
              <a:t>Ensure solutions remain practical and scalable</a:t>
            </a:r>
          </a:p>
        </p:txBody>
      </p:sp>
      <p:sp>
        <p:nvSpPr>
          <p:cNvPr id="26" name="TextBox 25">
            <a:extLst>
              <a:ext uri="{FF2B5EF4-FFF2-40B4-BE49-F238E27FC236}">
                <a16:creationId xmlns:a16="http://schemas.microsoft.com/office/drawing/2014/main" id="{2059FBCC-29D0-4141-A0F2-AA103231AC3E}"/>
              </a:ext>
            </a:extLst>
          </p:cNvPr>
          <p:cNvSpPr txBox="1"/>
          <p:nvPr/>
        </p:nvSpPr>
        <p:spPr>
          <a:xfrm>
            <a:off x="9390200" y="1385865"/>
            <a:ext cx="2250937" cy="348685"/>
          </a:xfrm>
          <a:prstGeom prst="rect">
            <a:avLst/>
          </a:prstGeom>
          <a:noFill/>
        </p:spPr>
        <p:txBody>
          <a:bodyPr wrap="none" rtlCol="0" anchor="b">
            <a:spAutoFit/>
          </a:bodyPr>
          <a:lstStyle/>
          <a:p>
            <a:pPr marL="0" marR="0" lvl="0" indent="0" algn="l" defTabSz="914400" rtl="0" eaLnBrk="1" fontAlgn="auto" latinLnBrk="0" hangingPunct="1">
              <a:lnSpc>
                <a:spcPts val="216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Century Gothic" panose="020B0502020202020204" pitchFamily="34" charset="0"/>
                <a:ea typeface="League Spartan" charset="0"/>
                <a:cs typeface="Poppins" pitchFamily="2" charset="77"/>
              </a:rPr>
              <a:t>AI Engineers / AI Lab</a:t>
            </a:r>
          </a:p>
        </p:txBody>
      </p:sp>
      <p:sp>
        <p:nvSpPr>
          <p:cNvPr id="28" name="TextBox 27">
            <a:extLst>
              <a:ext uri="{FF2B5EF4-FFF2-40B4-BE49-F238E27FC236}">
                <a16:creationId xmlns:a16="http://schemas.microsoft.com/office/drawing/2014/main" id="{4B31EEE3-1327-0D4B-9D01-6E948758707C}"/>
              </a:ext>
            </a:extLst>
          </p:cNvPr>
          <p:cNvSpPr txBox="1"/>
          <p:nvPr/>
        </p:nvSpPr>
        <p:spPr>
          <a:xfrm>
            <a:off x="7793768" y="4656159"/>
            <a:ext cx="2062327" cy="1954381"/>
          </a:xfrm>
          <a:prstGeom prst="rect">
            <a:avLst/>
          </a:prstGeom>
          <a:noFill/>
        </p:spPr>
        <p:txBody>
          <a:bodyPr wrap="square" rtlCol="0" anchor="t">
            <a:spAutoFit/>
          </a:bodyPr>
          <a:lstStyle/>
          <a:p>
            <a:r>
              <a:rPr lang="en-US" sz="1100" b="1">
                <a:latin typeface="Century Gothic" panose="020B0502020202020204" pitchFamily="34" charset="0"/>
              </a:rPr>
              <a:t>Cadence: </a:t>
            </a:r>
            <a:r>
              <a:rPr lang="en-US" sz="1100">
                <a:latin typeface="Century Gothic" panose="020B0502020202020204" pitchFamily="34" charset="0"/>
              </a:rPr>
              <a:t>Monthly AI Check-Ins</a:t>
            </a:r>
          </a:p>
          <a:p>
            <a:endParaRPr lang="en-US" sz="1100">
              <a:latin typeface="Century Gothic" panose="020B0502020202020204" pitchFamily="34" charset="0"/>
            </a:endParaRPr>
          </a:p>
          <a:p>
            <a:r>
              <a:rPr lang="en-US" sz="1100" b="1">
                <a:latin typeface="Century Gothic" panose="020B0502020202020204" pitchFamily="34" charset="0"/>
              </a:rPr>
              <a:t>Focus</a:t>
            </a:r>
          </a:p>
          <a:p>
            <a:pPr marL="171450" indent="-171450">
              <a:buFont typeface="Arial" panose="020B0604020202020204" pitchFamily="34" charset="0"/>
              <a:buChar char="•"/>
            </a:pPr>
            <a:r>
              <a:rPr lang="en-US" sz="1100">
                <a:latin typeface="Century Gothic" panose="020B0502020202020204" pitchFamily="34" charset="0"/>
              </a:rPr>
              <a:t>Review priority use cases</a:t>
            </a:r>
          </a:p>
          <a:p>
            <a:pPr marL="171450" indent="-171450">
              <a:buFont typeface="Arial" panose="020B0604020202020204" pitchFamily="34" charset="0"/>
              <a:buChar char="•"/>
            </a:pPr>
            <a:r>
              <a:rPr lang="en-US" sz="1100">
                <a:latin typeface="Century Gothic" panose="020B0502020202020204" pitchFamily="34" charset="0"/>
              </a:rPr>
              <a:t>Validate domain relevance and market demand</a:t>
            </a:r>
          </a:p>
          <a:p>
            <a:pPr marL="171450" indent="-171450">
              <a:buFont typeface="Arial" panose="020B0604020202020204" pitchFamily="34" charset="0"/>
              <a:buChar char="•"/>
            </a:pPr>
            <a:r>
              <a:rPr lang="en-US" sz="1100">
                <a:latin typeface="Century Gothic" panose="020B0502020202020204" pitchFamily="34" charset="0"/>
              </a:rPr>
              <a:t>Align on backlog and next development priorities</a:t>
            </a:r>
          </a:p>
        </p:txBody>
      </p:sp>
      <p:sp>
        <p:nvSpPr>
          <p:cNvPr id="29" name="TextBox 28">
            <a:extLst>
              <a:ext uri="{FF2B5EF4-FFF2-40B4-BE49-F238E27FC236}">
                <a16:creationId xmlns:a16="http://schemas.microsoft.com/office/drawing/2014/main" id="{B33657E3-6611-7049-B6C3-00E07A3561DA}"/>
              </a:ext>
            </a:extLst>
          </p:cNvPr>
          <p:cNvSpPr txBox="1"/>
          <p:nvPr/>
        </p:nvSpPr>
        <p:spPr>
          <a:xfrm>
            <a:off x="7793768" y="4272669"/>
            <a:ext cx="2154757" cy="348685"/>
          </a:xfrm>
          <a:prstGeom prst="rect">
            <a:avLst/>
          </a:prstGeom>
          <a:noFill/>
        </p:spPr>
        <p:txBody>
          <a:bodyPr wrap="none" rtlCol="0" anchor="b">
            <a:spAutoFit/>
          </a:bodyPr>
          <a:lstStyle/>
          <a:p>
            <a:pPr marL="0" marR="0" lvl="0" indent="0" algn="l" defTabSz="914400" rtl="0" eaLnBrk="1" fontAlgn="auto" latinLnBrk="0" hangingPunct="1">
              <a:lnSpc>
                <a:spcPts val="2160"/>
              </a:lnSpc>
              <a:spcBef>
                <a:spcPts val="0"/>
              </a:spcBef>
              <a:spcAft>
                <a:spcPts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Century Gothic" panose="020B0502020202020204" pitchFamily="34" charset="0"/>
                <a:ea typeface="League Spartan" charset="0"/>
                <a:cs typeface="Poppins" pitchFamily="2" charset="77"/>
              </a:rPr>
              <a:t>Practice Leadership</a:t>
            </a:r>
          </a:p>
        </p:txBody>
      </p:sp>
      <p:sp>
        <p:nvSpPr>
          <p:cNvPr id="3" name="Text Placeholder 48">
            <a:extLst>
              <a:ext uri="{FF2B5EF4-FFF2-40B4-BE49-F238E27FC236}">
                <a16:creationId xmlns:a16="http://schemas.microsoft.com/office/drawing/2014/main" id="{DD66B448-0F29-64FF-F60F-856C73D8C51C}"/>
              </a:ext>
            </a:extLst>
          </p:cNvPr>
          <p:cNvSpPr txBox="1">
            <a:spLocks/>
          </p:cNvSpPr>
          <p:nvPr/>
        </p:nvSpPr>
        <p:spPr>
          <a:xfrm>
            <a:off x="449228" y="690891"/>
            <a:ext cx="11527719" cy="280286"/>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sz="1400" b="0" i="0" kern="1200">
                <a:solidFill>
                  <a:schemeClr val="accent3"/>
                </a:solidFill>
                <a:latin typeface="+mn-lt"/>
                <a:ea typeface="Verdana" panose="020B0604030504040204" pitchFamily="34" charset="0"/>
                <a:cs typeface="Calibri" panose="020F0502020204030204" pitchFamily="34" charset="0"/>
              </a:defRPr>
            </a:lvl1pPr>
            <a:lvl2pPr marL="0" indent="0" algn="l" defTabSz="914400" rtl="0" eaLnBrk="1" latinLnBrk="0" hangingPunct="1">
              <a:lnSpc>
                <a:spcPct val="100000"/>
              </a:lnSpc>
              <a:spcBef>
                <a:spcPts val="300"/>
              </a:spcBef>
              <a:buFont typeface="Arial Narrow" panose="020B0606020202030204" pitchFamily="34" charset="0"/>
              <a:buNone/>
              <a:defRPr sz="1200" b="0" i="0" kern="1200">
                <a:solidFill>
                  <a:schemeClr val="accent3"/>
                </a:solidFill>
                <a:latin typeface="+mn-lt"/>
                <a:ea typeface="Verdana" panose="020B0604030504040204" pitchFamily="34" charset="0"/>
                <a:cs typeface="Calibri" panose="020F0502020204030204" pitchFamily="34" charset="0"/>
              </a:defRPr>
            </a:lvl2pPr>
            <a:lvl3pPr marL="180975" indent="-180975" algn="l" defTabSz="914400" rtl="0" eaLnBrk="1" latinLnBrk="0" hangingPunct="1">
              <a:lnSpc>
                <a:spcPct val="100000"/>
              </a:lnSpc>
              <a:spcBef>
                <a:spcPts val="300"/>
              </a:spcBef>
              <a:buClr>
                <a:schemeClr val="accent1"/>
              </a:buClr>
              <a:buFont typeface="Arial" panose="020B0604020202020204" pitchFamily="34" charset="0"/>
              <a:buChar char="•"/>
              <a:defRPr sz="1200" b="0" i="0" kern="1200">
                <a:solidFill>
                  <a:schemeClr val="accent3"/>
                </a:solidFill>
                <a:latin typeface="+mn-lt"/>
                <a:ea typeface="Verdana" panose="020B0604030504040204" pitchFamily="34" charset="0"/>
                <a:cs typeface="Calibri" panose="020F0502020204030204" pitchFamily="34" charset="0"/>
              </a:defRPr>
            </a:lvl3pPr>
            <a:lvl4pPr marL="361950" indent="-180975" algn="l" defTabSz="914400" rtl="0" eaLnBrk="1" latinLnBrk="0" hangingPunct="1">
              <a:lnSpc>
                <a:spcPct val="100000"/>
              </a:lnSpc>
              <a:spcBef>
                <a:spcPts val="300"/>
              </a:spcBef>
              <a:buClr>
                <a:schemeClr val="accent1"/>
              </a:buClr>
              <a:buFont typeface="Arial" panose="020B0604020202020204" pitchFamily="34" charset="0"/>
              <a:buChar char="•"/>
              <a:defRPr sz="1100" b="0" i="0" kern="1200">
                <a:solidFill>
                  <a:schemeClr val="accent3"/>
                </a:solidFill>
                <a:latin typeface="+mn-lt"/>
                <a:ea typeface="Verdana" panose="020B0604030504040204" pitchFamily="34" charset="0"/>
                <a:cs typeface="Calibri" panose="020F0502020204030204" pitchFamily="34" charset="0"/>
              </a:defRPr>
            </a:lvl4pPr>
            <a:lvl5pPr marL="542925" indent="-180975" algn="l" defTabSz="914400" rtl="0" eaLnBrk="1" latinLnBrk="0" hangingPunct="1">
              <a:lnSpc>
                <a:spcPct val="100000"/>
              </a:lnSpc>
              <a:spcBef>
                <a:spcPts val="300"/>
              </a:spcBef>
              <a:buClr>
                <a:schemeClr val="accent1"/>
              </a:buClr>
              <a:buFont typeface="Arial" panose="020B0604020202020204" pitchFamily="34" charset="0"/>
              <a:buChar char="•"/>
              <a:defRPr sz="1100" b="0" i="0" kern="1200">
                <a:solidFill>
                  <a:schemeClr val="accent3"/>
                </a:solidFill>
                <a:latin typeface="+mn-lt"/>
                <a:ea typeface="Verdana" panose="020B060403050404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dirty="0">
                <a:solidFill>
                  <a:schemeClr val="tx1">
                    <a:lumMod val="50000"/>
                    <a:lumOff val="50000"/>
                  </a:schemeClr>
                </a:solidFill>
              </a:rPr>
              <a:t>A clear engagement cadence to move AI use cases from idea → solution → market.</a:t>
            </a:r>
          </a:p>
          <a:p>
            <a:pPr>
              <a:defRPr/>
            </a:pPr>
            <a:endParaRPr lang="en-US" dirty="0">
              <a:solidFill>
                <a:schemeClr val="tx1">
                  <a:lumMod val="50000"/>
                  <a:lumOff val="50000"/>
                </a:schemeClr>
              </a:solidFill>
            </a:endParaRPr>
          </a:p>
        </p:txBody>
      </p:sp>
      <p:sp>
        <p:nvSpPr>
          <p:cNvPr id="4" name="Title 2">
            <a:extLst>
              <a:ext uri="{FF2B5EF4-FFF2-40B4-BE49-F238E27FC236}">
                <a16:creationId xmlns:a16="http://schemas.microsoft.com/office/drawing/2014/main" id="{6AC7E967-4996-FB98-1B26-961D5BF90B8B}"/>
              </a:ext>
            </a:extLst>
          </p:cNvPr>
          <p:cNvSpPr txBox="1">
            <a:spLocks/>
          </p:cNvSpPr>
          <p:nvPr/>
        </p:nvSpPr>
        <p:spPr>
          <a:xfrm>
            <a:off x="542138" y="384444"/>
            <a:ext cx="11098999" cy="332399"/>
          </a:xfrm>
          <a:prstGeom prst="rect">
            <a:avLst/>
          </a:prstGeom>
        </p:spPr>
        <p:txBody>
          <a:bodyPr vert="horz" lIns="0" tIns="0" rIns="0" bIns="0" rtlCol="0" anchor="t" anchorCtr="0">
            <a:spAutoFit/>
          </a:bodyPr>
          <a:lstStyle>
            <a:lvl1pPr algn="l" defTabSz="914400" rtl="0" eaLnBrk="1" latinLnBrk="0" hangingPunct="1">
              <a:lnSpc>
                <a:spcPct val="90000"/>
              </a:lnSpc>
              <a:spcBef>
                <a:spcPct val="0"/>
              </a:spcBef>
              <a:buNone/>
              <a:defRPr sz="2400" b="0" i="0" kern="1200" cap="all" baseline="0">
                <a:solidFill>
                  <a:schemeClr val="tx1"/>
                </a:solidFill>
                <a:latin typeface="Century Gothic" panose="020B0502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GB" cap="none">
                <a:solidFill>
                  <a:srgbClr val="000000"/>
                </a:solidFill>
                <a:latin typeface="Century Gothic" panose="020F0302020204030204"/>
              </a:rPr>
              <a:t>Recommendations for How You will Stay Connected</a:t>
            </a:r>
            <a:endParaRPr kumimoji="0" lang="en-GB" sz="2400" b="0" i="0" u="none" strike="noStrike" kern="1200" cap="all" spc="0" normalizeH="0" baseline="0" noProof="0">
              <a:ln>
                <a:noFill/>
              </a:ln>
              <a:solidFill>
                <a:srgbClr val="000000"/>
              </a:solidFill>
              <a:effectLst/>
              <a:uLnTx/>
              <a:uFillTx/>
              <a:latin typeface="Century Gothic" panose="020B0502020202020204" pitchFamily="34" charset="0"/>
              <a:ea typeface="+mj-ea"/>
              <a:cs typeface="+mj-cs"/>
            </a:endParaRPr>
          </a:p>
        </p:txBody>
      </p:sp>
      <p:sp>
        <p:nvSpPr>
          <p:cNvPr id="5" name="TextBox 4">
            <a:extLst>
              <a:ext uri="{FF2B5EF4-FFF2-40B4-BE49-F238E27FC236}">
                <a16:creationId xmlns:a16="http://schemas.microsoft.com/office/drawing/2014/main" id="{DEAA4D2A-B2A5-8B19-FB33-D20D57F6DF8E}"/>
              </a:ext>
            </a:extLst>
          </p:cNvPr>
          <p:cNvSpPr txBox="1"/>
          <p:nvPr/>
        </p:nvSpPr>
        <p:spPr>
          <a:xfrm>
            <a:off x="2510657" y="1762396"/>
            <a:ext cx="1937891" cy="1785104"/>
          </a:xfrm>
          <a:prstGeom prst="rect">
            <a:avLst/>
          </a:prstGeom>
          <a:noFill/>
        </p:spPr>
        <p:txBody>
          <a:bodyPr wrap="square" lIns="91440" tIns="45720" rIns="91440" bIns="45720" anchor="t">
            <a:spAutoFit/>
          </a:bodyPr>
          <a:lstStyle/>
          <a:p>
            <a:pPr>
              <a:buNone/>
            </a:pPr>
            <a:r>
              <a:rPr lang="en-US" sz="1100" b="1">
                <a:latin typeface="Century Gothic" panose="020B0502020202020204" pitchFamily="34" charset="0"/>
              </a:rPr>
              <a:t>Cadence: </a:t>
            </a:r>
            <a:r>
              <a:rPr lang="en-US" sz="1100">
                <a:latin typeface="Century Gothic" panose="020B0502020202020204" pitchFamily="34" charset="0"/>
              </a:rPr>
              <a:t>Bi-Weekly Working Sessions</a:t>
            </a:r>
            <a:endParaRPr lang="en-US">
              <a:latin typeface="Century Gothic" panose="020B0502020202020204" pitchFamily="34" charset="0"/>
            </a:endParaRPr>
          </a:p>
          <a:p>
            <a:pPr>
              <a:buNone/>
            </a:pPr>
            <a:endParaRPr lang="en-US" sz="1100">
              <a:latin typeface="Century Gothic" panose="020B0502020202020204" pitchFamily="34" charset="0"/>
            </a:endParaRPr>
          </a:p>
          <a:p>
            <a:pPr>
              <a:buNone/>
            </a:pPr>
            <a:r>
              <a:rPr lang="en-US" sz="1100" b="1">
                <a:latin typeface="Century Gothic" panose="020B0502020202020204" pitchFamily="34" charset="0"/>
              </a:rPr>
              <a:t>Focus</a:t>
            </a:r>
          </a:p>
          <a:p>
            <a:pPr marL="171450" indent="-171450">
              <a:buFont typeface="Arial" panose="020B0604020202020204" pitchFamily="34" charset="0"/>
              <a:buChar char="•"/>
            </a:pPr>
            <a:r>
              <a:rPr lang="en-US" sz="1100">
                <a:latin typeface="Century Gothic" panose="020B0502020202020204" pitchFamily="34" charset="0"/>
              </a:rPr>
              <a:t>Exchange updates on use cases and priorities</a:t>
            </a:r>
          </a:p>
          <a:p>
            <a:pPr marL="171450" indent="-171450">
              <a:buFont typeface="Arial" panose="020B0604020202020204" pitchFamily="34" charset="0"/>
              <a:buChar char="•"/>
            </a:pPr>
            <a:r>
              <a:rPr lang="en-US" sz="1100">
                <a:latin typeface="Century Gothic" panose="020B0502020202020204" pitchFamily="34" charset="0"/>
              </a:rPr>
              <a:t>Share progress across domains</a:t>
            </a:r>
          </a:p>
          <a:p>
            <a:pPr marL="171450" indent="-171450">
              <a:buFont typeface="Arial" panose="020B0604020202020204" pitchFamily="34" charset="0"/>
              <a:buChar char="•"/>
            </a:pPr>
            <a:r>
              <a:rPr lang="en-US" sz="1100">
                <a:latin typeface="Century Gothic" panose="020B0502020202020204" pitchFamily="34" charset="0"/>
              </a:rPr>
              <a:t>Identify opportunities for collaboration</a:t>
            </a:r>
          </a:p>
        </p:txBody>
      </p:sp>
      <p:pic>
        <p:nvPicPr>
          <p:cNvPr id="31" name="Picture 30">
            <a:extLst>
              <a:ext uri="{FF2B5EF4-FFF2-40B4-BE49-F238E27FC236}">
                <a16:creationId xmlns:a16="http://schemas.microsoft.com/office/drawing/2014/main" id="{E5EB55FF-C913-C4EA-21A2-68576F59801E}"/>
              </a:ext>
            </a:extLst>
          </p:cNvPr>
          <p:cNvPicPr>
            <a:picLocks noChangeAspect="1"/>
          </p:cNvPicPr>
          <p:nvPr/>
        </p:nvPicPr>
        <p:blipFill>
          <a:blip r:embed="rId2"/>
          <a:stretch>
            <a:fillRect/>
          </a:stretch>
        </p:blipFill>
        <p:spPr>
          <a:xfrm>
            <a:off x="5786677" y="2932951"/>
            <a:ext cx="602163" cy="602163"/>
          </a:xfrm>
          <a:prstGeom prst="rect">
            <a:avLst/>
          </a:prstGeom>
        </p:spPr>
      </p:pic>
      <p:pic>
        <p:nvPicPr>
          <p:cNvPr id="33" name="Picture 32">
            <a:extLst>
              <a:ext uri="{FF2B5EF4-FFF2-40B4-BE49-F238E27FC236}">
                <a16:creationId xmlns:a16="http://schemas.microsoft.com/office/drawing/2014/main" id="{94FB016D-9FFC-F873-D93B-0E2CA38F404D}"/>
              </a:ext>
            </a:extLst>
          </p:cNvPr>
          <p:cNvPicPr>
            <a:picLocks noChangeAspect="1"/>
          </p:cNvPicPr>
          <p:nvPr/>
        </p:nvPicPr>
        <p:blipFill>
          <a:blip r:embed="rId3"/>
          <a:stretch>
            <a:fillRect/>
          </a:stretch>
        </p:blipFill>
        <p:spPr>
          <a:xfrm>
            <a:off x="7399724" y="2959712"/>
            <a:ext cx="548640" cy="548640"/>
          </a:xfrm>
          <a:prstGeom prst="rect">
            <a:avLst/>
          </a:prstGeom>
        </p:spPr>
      </p:pic>
      <p:pic>
        <p:nvPicPr>
          <p:cNvPr id="35" name="Picture 34">
            <a:extLst>
              <a:ext uri="{FF2B5EF4-FFF2-40B4-BE49-F238E27FC236}">
                <a16:creationId xmlns:a16="http://schemas.microsoft.com/office/drawing/2014/main" id="{86728F90-733C-FDD9-096F-479A6847E2F8}"/>
              </a:ext>
            </a:extLst>
          </p:cNvPr>
          <p:cNvPicPr>
            <a:picLocks noChangeAspect="1"/>
          </p:cNvPicPr>
          <p:nvPr/>
        </p:nvPicPr>
        <p:blipFill>
          <a:blip r:embed="rId4"/>
          <a:stretch>
            <a:fillRect/>
          </a:stretch>
        </p:blipFill>
        <p:spPr>
          <a:xfrm>
            <a:off x="4215426" y="4618370"/>
            <a:ext cx="548640" cy="548640"/>
          </a:xfrm>
          <a:prstGeom prst="rect">
            <a:avLst/>
          </a:prstGeom>
        </p:spPr>
      </p:pic>
      <p:pic>
        <p:nvPicPr>
          <p:cNvPr id="36" name="Picture 35">
            <a:extLst>
              <a:ext uri="{FF2B5EF4-FFF2-40B4-BE49-F238E27FC236}">
                <a16:creationId xmlns:a16="http://schemas.microsoft.com/office/drawing/2014/main" id="{E277C687-7274-46B7-51BC-A41B64704BF6}"/>
              </a:ext>
            </a:extLst>
          </p:cNvPr>
          <p:cNvPicPr>
            <a:picLocks noChangeAspect="1"/>
          </p:cNvPicPr>
          <p:nvPr/>
        </p:nvPicPr>
        <p:blipFill>
          <a:blip r:embed="rId5"/>
          <a:stretch>
            <a:fillRect/>
          </a:stretch>
        </p:blipFill>
        <p:spPr>
          <a:xfrm>
            <a:off x="5807827" y="4564213"/>
            <a:ext cx="548640" cy="548640"/>
          </a:xfrm>
          <a:prstGeom prst="rect">
            <a:avLst/>
          </a:prstGeom>
        </p:spPr>
      </p:pic>
    </p:spTree>
    <p:extLst>
      <p:ext uri="{BB962C8B-B14F-4D97-AF65-F5344CB8AC3E}">
        <p14:creationId xmlns:p14="http://schemas.microsoft.com/office/powerpoint/2010/main" val="38914236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583B5-4203-388B-8B40-ABF33BCB5C88}"/>
              </a:ext>
            </a:extLst>
          </p:cNvPr>
          <p:cNvSpPr>
            <a:spLocks noGrp="1"/>
          </p:cNvSpPr>
          <p:nvPr>
            <p:ph type="title"/>
          </p:nvPr>
        </p:nvSpPr>
        <p:spPr>
          <a:xfrm>
            <a:off x="542647" y="365126"/>
            <a:ext cx="11098999" cy="332399"/>
          </a:xfrm>
          <a:noFill/>
        </p:spPr>
        <p:txBody>
          <a:bodyPr/>
          <a:lstStyle/>
          <a:p>
            <a:r>
              <a:rPr lang="en-US" dirty="0"/>
              <a:t>AI Use Case Identification Roadmap</a:t>
            </a:r>
            <a:endParaRPr lang="en-US" b="1" dirty="0">
              <a:latin typeface="+mj-lt"/>
            </a:endParaRPr>
          </a:p>
        </p:txBody>
      </p:sp>
      <p:sp>
        <p:nvSpPr>
          <p:cNvPr id="3" name="Text Placeholder 2">
            <a:extLst>
              <a:ext uri="{FF2B5EF4-FFF2-40B4-BE49-F238E27FC236}">
                <a16:creationId xmlns:a16="http://schemas.microsoft.com/office/drawing/2014/main" id="{3B4A2764-BF56-88FA-4AA9-960F495C02D0}"/>
              </a:ext>
            </a:extLst>
          </p:cNvPr>
          <p:cNvSpPr>
            <a:spLocks noGrp="1"/>
          </p:cNvSpPr>
          <p:nvPr>
            <p:ph type="body" sz="quarter" idx="10"/>
          </p:nvPr>
        </p:nvSpPr>
        <p:spPr>
          <a:xfrm>
            <a:off x="542647" y="762299"/>
            <a:ext cx="11098999" cy="276999"/>
          </a:xfrm>
        </p:spPr>
        <p:txBody>
          <a:bodyPr/>
          <a:lstStyle/>
          <a:p>
            <a:r>
              <a:rPr lang="en-US" dirty="0">
                <a:latin typeface="+mj-lt"/>
              </a:rPr>
              <a:t>How to build the storyline to your use case</a:t>
            </a:r>
          </a:p>
        </p:txBody>
      </p:sp>
      <p:sp>
        <p:nvSpPr>
          <p:cNvPr id="4" name="Rectangle 3">
            <a:extLst>
              <a:ext uri="{FF2B5EF4-FFF2-40B4-BE49-F238E27FC236}">
                <a16:creationId xmlns:a16="http://schemas.microsoft.com/office/drawing/2014/main" id="{4EDCC731-C87D-14B8-47D8-36167D712673}"/>
              </a:ext>
            </a:extLst>
          </p:cNvPr>
          <p:cNvSpPr/>
          <p:nvPr/>
        </p:nvSpPr>
        <p:spPr>
          <a:xfrm>
            <a:off x="988038" y="1790251"/>
            <a:ext cx="3175063" cy="3711628"/>
          </a:xfrm>
          <a:prstGeom prst="rect">
            <a:avLst/>
          </a:prstGeom>
          <a:solidFill>
            <a:schemeClr val="bg1">
              <a:lumMod val="85000"/>
            </a:schemeClr>
          </a:solidFill>
          <a:ln w="1439" cap="flat">
            <a:noFill/>
            <a:prstDash val="solid"/>
            <a:miter/>
          </a:ln>
        </p:spPr>
        <p:txBody>
          <a:bodyPr/>
          <a:lstStyle/>
          <a:p>
            <a:endParaRPr lang="fr-FR">
              <a:latin typeface="+mj-lt"/>
            </a:endParaRPr>
          </a:p>
        </p:txBody>
      </p:sp>
      <p:sp>
        <p:nvSpPr>
          <p:cNvPr id="5" name="Rectangle 4">
            <a:extLst>
              <a:ext uri="{FF2B5EF4-FFF2-40B4-BE49-F238E27FC236}">
                <a16:creationId xmlns:a16="http://schemas.microsoft.com/office/drawing/2014/main" id="{C9784958-6906-96E6-E7A3-EC9DC3B342A5}"/>
              </a:ext>
            </a:extLst>
          </p:cNvPr>
          <p:cNvSpPr/>
          <p:nvPr/>
        </p:nvSpPr>
        <p:spPr>
          <a:xfrm>
            <a:off x="4654001" y="1790251"/>
            <a:ext cx="3175063" cy="3711628"/>
          </a:xfrm>
          <a:prstGeom prst="rect">
            <a:avLst/>
          </a:prstGeom>
          <a:solidFill>
            <a:schemeClr val="bg1">
              <a:lumMod val="85000"/>
            </a:schemeClr>
          </a:solidFill>
          <a:ln w="1439" cap="flat">
            <a:noFill/>
            <a:prstDash val="solid"/>
            <a:miter/>
          </a:ln>
        </p:spPr>
        <p:txBody>
          <a:bodyPr/>
          <a:lstStyle/>
          <a:p>
            <a:endParaRPr lang="fr-FR">
              <a:latin typeface="+mj-lt"/>
            </a:endParaRPr>
          </a:p>
        </p:txBody>
      </p:sp>
      <p:sp>
        <p:nvSpPr>
          <p:cNvPr id="6" name="Rectangle 5">
            <a:extLst>
              <a:ext uri="{FF2B5EF4-FFF2-40B4-BE49-F238E27FC236}">
                <a16:creationId xmlns:a16="http://schemas.microsoft.com/office/drawing/2014/main" id="{5686F00C-BC62-1AA8-9FE3-5E55476D6F75}"/>
              </a:ext>
            </a:extLst>
          </p:cNvPr>
          <p:cNvSpPr/>
          <p:nvPr/>
        </p:nvSpPr>
        <p:spPr>
          <a:xfrm>
            <a:off x="8319954" y="1790251"/>
            <a:ext cx="3175063" cy="3711628"/>
          </a:xfrm>
          <a:prstGeom prst="rect">
            <a:avLst/>
          </a:prstGeom>
          <a:solidFill>
            <a:schemeClr val="bg1">
              <a:lumMod val="85000"/>
            </a:schemeClr>
          </a:solidFill>
          <a:ln w="1439" cap="flat">
            <a:noFill/>
            <a:prstDash val="solid"/>
            <a:miter/>
          </a:ln>
        </p:spPr>
        <p:txBody>
          <a:bodyPr/>
          <a:lstStyle/>
          <a:p>
            <a:endParaRPr lang="fr-FR">
              <a:latin typeface="+mj-lt"/>
            </a:endParaRPr>
          </a:p>
        </p:txBody>
      </p:sp>
      <p:sp>
        <p:nvSpPr>
          <p:cNvPr id="7" name="Rectangle 6">
            <a:extLst>
              <a:ext uri="{FF2B5EF4-FFF2-40B4-BE49-F238E27FC236}">
                <a16:creationId xmlns:a16="http://schemas.microsoft.com/office/drawing/2014/main" id="{6BCA4737-43FA-1F0C-11B6-57B27F7BA253}"/>
              </a:ext>
            </a:extLst>
          </p:cNvPr>
          <p:cNvSpPr/>
          <p:nvPr/>
        </p:nvSpPr>
        <p:spPr>
          <a:xfrm>
            <a:off x="838200" y="1640413"/>
            <a:ext cx="3175063" cy="3711628"/>
          </a:xfrm>
          <a:prstGeom prst="rect">
            <a:avLst/>
          </a:prstGeom>
          <a:solidFill>
            <a:schemeClr val="bg1"/>
          </a:solidFill>
          <a:ln w="1439" cap="flat">
            <a:solidFill>
              <a:schemeClr val="tx1"/>
            </a:solidFill>
            <a:prstDash val="solid"/>
            <a:miter/>
          </a:ln>
        </p:spPr>
        <p:txBody>
          <a:bodyPr/>
          <a:lstStyle/>
          <a:p>
            <a:endParaRPr lang="fr-FR">
              <a:latin typeface="+mj-lt"/>
            </a:endParaRPr>
          </a:p>
        </p:txBody>
      </p:sp>
      <p:sp>
        <p:nvSpPr>
          <p:cNvPr id="8" name="Forme libre 4">
            <a:extLst>
              <a:ext uri="{FF2B5EF4-FFF2-40B4-BE49-F238E27FC236}">
                <a16:creationId xmlns:a16="http://schemas.microsoft.com/office/drawing/2014/main" id="{EAFC5BDB-77F2-6848-38B4-3DAB01ADC003}"/>
              </a:ext>
            </a:extLst>
          </p:cNvPr>
          <p:cNvSpPr/>
          <p:nvPr/>
        </p:nvSpPr>
        <p:spPr>
          <a:xfrm>
            <a:off x="937667" y="1502516"/>
            <a:ext cx="669690" cy="3255902"/>
          </a:xfrm>
          <a:custGeom>
            <a:avLst/>
            <a:gdLst>
              <a:gd name="csX0" fmla="*/ 49414 w 62231"/>
              <a:gd name="csY0" fmla="*/ 0 h 302555"/>
              <a:gd name="csX1" fmla="*/ 12947 w 62231"/>
              <a:gd name="csY1" fmla="*/ 0 h 302555"/>
              <a:gd name="csX2" fmla="*/ 0 w 62231"/>
              <a:gd name="csY2" fmla="*/ 12943 h 302555"/>
              <a:gd name="csX3" fmla="*/ 0 w 62231"/>
              <a:gd name="csY3" fmla="*/ 277863 h 302555"/>
              <a:gd name="csX4" fmla="*/ 24700 w 62231"/>
              <a:gd name="csY4" fmla="*/ 302556 h 302555"/>
              <a:gd name="csX5" fmla="*/ 24700 w 62231"/>
              <a:gd name="csY5" fmla="*/ 302556 h 302555"/>
              <a:gd name="csX6" fmla="*/ 49399 w 62231"/>
              <a:gd name="csY6" fmla="*/ 277863 h 302555"/>
              <a:gd name="csX7" fmla="*/ 49399 w 62231"/>
              <a:gd name="csY7" fmla="*/ 12828 h 302555"/>
              <a:gd name="csX8" fmla="*/ 62231 w 62231"/>
              <a:gd name="csY8" fmla="*/ 0 h 302555"/>
              <a:gd name="csX9" fmla="*/ 49399 w 62231"/>
              <a:gd name="csY9" fmla="*/ 0 h 3025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2231" h="302555">
                <a:moveTo>
                  <a:pt x="49414" y="0"/>
                </a:moveTo>
                <a:lnTo>
                  <a:pt x="12947" y="0"/>
                </a:lnTo>
                <a:cubicBezTo>
                  <a:pt x="5797" y="0"/>
                  <a:pt x="0" y="5796"/>
                  <a:pt x="0" y="12943"/>
                </a:cubicBezTo>
                <a:lnTo>
                  <a:pt x="0" y="277863"/>
                </a:lnTo>
                <a:cubicBezTo>
                  <a:pt x="0" y="291496"/>
                  <a:pt x="11062" y="302556"/>
                  <a:pt x="24700" y="302556"/>
                </a:cubicBezTo>
                <a:lnTo>
                  <a:pt x="24700" y="302556"/>
                </a:lnTo>
                <a:cubicBezTo>
                  <a:pt x="38351" y="302556"/>
                  <a:pt x="49399" y="291496"/>
                  <a:pt x="49399" y="277863"/>
                </a:cubicBezTo>
                <a:lnTo>
                  <a:pt x="49399" y="12828"/>
                </a:lnTo>
                <a:cubicBezTo>
                  <a:pt x="49399" y="12828"/>
                  <a:pt x="61095" y="0"/>
                  <a:pt x="62231" y="0"/>
                </a:cubicBezTo>
                <a:lnTo>
                  <a:pt x="49399" y="0"/>
                </a:lnTo>
                <a:close/>
              </a:path>
            </a:pathLst>
          </a:custGeom>
          <a:solidFill>
            <a:schemeClr val="tx1"/>
          </a:solidFill>
          <a:ln w="1439" cap="flat">
            <a:noFill/>
            <a:prstDash val="solid"/>
            <a:miter/>
          </a:ln>
        </p:spPr>
        <p:txBody>
          <a:bodyPr/>
          <a:lstStyle/>
          <a:p>
            <a:endParaRPr lang="fr-FR">
              <a:latin typeface="+mj-lt"/>
            </a:endParaRPr>
          </a:p>
        </p:txBody>
      </p:sp>
      <p:sp>
        <p:nvSpPr>
          <p:cNvPr id="9" name="Forme libre 5">
            <a:extLst>
              <a:ext uri="{FF2B5EF4-FFF2-40B4-BE49-F238E27FC236}">
                <a16:creationId xmlns:a16="http://schemas.microsoft.com/office/drawing/2014/main" id="{2FAEEE23-70FC-C009-D09C-3138044F571E}"/>
              </a:ext>
            </a:extLst>
          </p:cNvPr>
          <p:cNvSpPr/>
          <p:nvPr/>
        </p:nvSpPr>
        <p:spPr>
          <a:xfrm>
            <a:off x="1469418" y="1502516"/>
            <a:ext cx="276007" cy="138047"/>
          </a:xfrm>
          <a:custGeom>
            <a:avLst/>
            <a:gdLst>
              <a:gd name="csX0" fmla="*/ 12832 w 25648"/>
              <a:gd name="csY0" fmla="*/ 0 h 12828"/>
              <a:gd name="csX1" fmla="*/ 0 w 25648"/>
              <a:gd name="csY1" fmla="*/ 12828 h 12828"/>
              <a:gd name="csX2" fmla="*/ 25649 w 25648"/>
              <a:gd name="csY2" fmla="*/ 12828 h 12828"/>
              <a:gd name="csX3" fmla="*/ 12817 w 25648"/>
              <a:gd name="csY3" fmla="*/ 0 h 12828"/>
            </a:gdLst>
            <a:ahLst/>
            <a:cxnLst>
              <a:cxn ang="0">
                <a:pos x="csX0" y="csY0"/>
              </a:cxn>
              <a:cxn ang="0">
                <a:pos x="csX1" y="csY1"/>
              </a:cxn>
              <a:cxn ang="0">
                <a:pos x="csX2" y="csY2"/>
              </a:cxn>
              <a:cxn ang="0">
                <a:pos x="csX3" y="csY3"/>
              </a:cxn>
            </a:cxnLst>
            <a:rect l="l" t="t" r="r" b="b"/>
            <a:pathLst>
              <a:path w="25648" h="12828">
                <a:moveTo>
                  <a:pt x="12832" y="0"/>
                </a:moveTo>
                <a:cubicBezTo>
                  <a:pt x="5754" y="0"/>
                  <a:pt x="0" y="5738"/>
                  <a:pt x="0" y="12828"/>
                </a:cubicBezTo>
                <a:lnTo>
                  <a:pt x="25649" y="12828"/>
                </a:lnTo>
                <a:cubicBezTo>
                  <a:pt x="25649" y="5738"/>
                  <a:pt x="19909" y="0"/>
                  <a:pt x="12817" y="0"/>
                </a:cubicBezTo>
                <a:close/>
              </a:path>
            </a:pathLst>
          </a:custGeom>
          <a:solidFill>
            <a:schemeClr val="tx1"/>
          </a:solidFill>
          <a:ln w="1439" cap="flat">
            <a:noFill/>
            <a:prstDash val="solid"/>
            <a:miter/>
          </a:ln>
        </p:spPr>
        <p:txBody>
          <a:bodyPr/>
          <a:lstStyle/>
          <a:p>
            <a:endParaRPr lang="fr-FR">
              <a:latin typeface="+mj-lt"/>
            </a:endParaRPr>
          </a:p>
        </p:txBody>
      </p:sp>
      <p:sp>
        <p:nvSpPr>
          <p:cNvPr id="10" name="Rectangle 9">
            <a:extLst>
              <a:ext uri="{FF2B5EF4-FFF2-40B4-BE49-F238E27FC236}">
                <a16:creationId xmlns:a16="http://schemas.microsoft.com/office/drawing/2014/main" id="{2B722EEF-53E9-8690-BC0D-166B5561F48F}"/>
              </a:ext>
            </a:extLst>
          </p:cNvPr>
          <p:cNvSpPr/>
          <p:nvPr/>
        </p:nvSpPr>
        <p:spPr>
          <a:xfrm>
            <a:off x="4504163" y="1640413"/>
            <a:ext cx="3175063" cy="3711628"/>
          </a:xfrm>
          <a:prstGeom prst="rect">
            <a:avLst/>
          </a:prstGeom>
          <a:solidFill>
            <a:schemeClr val="bg1"/>
          </a:solidFill>
          <a:ln w="1439" cap="flat">
            <a:solidFill>
              <a:schemeClr val="tx1"/>
            </a:solidFill>
            <a:prstDash val="solid"/>
            <a:miter/>
          </a:ln>
        </p:spPr>
        <p:txBody>
          <a:bodyPr/>
          <a:lstStyle/>
          <a:p>
            <a:endParaRPr lang="fr-FR">
              <a:latin typeface="+mj-lt"/>
            </a:endParaRPr>
          </a:p>
        </p:txBody>
      </p:sp>
      <p:sp>
        <p:nvSpPr>
          <p:cNvPr id="11" name="Forme libre 7">
            <a:extLst>
              <a:ext uri="{FF2B5EF4-FFF2-40B4-BE49-F238E27FC236}">
                <a16:creationId xmlns:a16="http://schemas.microsoft.com/office/drawing/2014/main" id="{42D2F939-32ED-DDDF-8F2A-6651E9AA3B05}"/>
              </a:ext>
            </a:extLst>
          </p:cNvPr>
          <p:cNvSpPr/>
          <p:nvPr/>
        </p:nvSpPr>
        <p:spPr>
          <a:xfrm>
            <a:off x="4622670" y="1502516"/>
            <a:ext cx="669690" cy="3255902"/>
          </a:xfrm>
          <a:custGeom>
            <a:avLst/>
            <a:gdLst>
              <a:gd name="csX0" fmla="*/ 49413 w 62231"/>
              <a:gd name="csY0" fmla="*/ 0 h 302555"/>
              <a:gd name="csX1" fmla="*/ 12947 w 62231"/>
              <a:gd name="csY1" fmla="*/ 0 h 302555"/>
              <a:gd name="csX2" fmla="*/ 0 w 62231"/>
              <a:gd name="csY2" fmla="*/ 12943 h 302555"/>
              <a:gd name="csX3" fmla="*/ 0 w 62231"/>
              <a:gd name="csY3" fmla="*/ 277863 h 302555"/>
              <a:gd name="csX4" fmla="*/ 24700 w 62231"/>
              <a:gd name="csY4" fmla="*/ 302556 h 302555"/>
              <a:gd name="csX5" fmla="*/ 24700 w 62231"/>
              <a:gd name="csY5" fmla="*/ 302556 h 302555"/>
              <a:gd name="csX6" fmla="*/ 49399 w 62231"/>
              <a:gd name="csY6" fmla="*/ 277863 h 302555"/>
              <a:gd name="csX7" fmla="*/ 49399 w 62231"/>
              <a:gd name="csY7" fmla="*/ 12828 h 302555"/>
              <a:gd name="csX8" fmla="*/ 62231 w 62231"/>
              <a:gd name="csY8" fmla="*/ 0 h 302555"/>
              <a:gd name="csX9" fmla="*/ 49399 w 62231"/>
              <a:gd name="csY9" fmla="*/ 0 h 3025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2231" h="302555">
                <a:moveTo>
                  <a:pt x="49413" y="0"/>
                </a:moveTo>
                <a:lnTo>
                  <a:pt x="12947" y="0"/>
                </a:lnTo>
                <a:cubicBezTo>
                  <a:pt x="5797" y="0"/>
                  <a:pt x="0" y="5796"/>
                  <a:pt x="0" y="12943"/>
                </a:cubicBezTo>
                <a:lnTo>
                  <a:pt x="0" y="277863"/>
                </a:lnTo>
                <a:cubicBezTo>
                  <a:pt x="0" y="291496"/>
                  <a:pt x="11062" y="302556"/>
                  <a:pt x="24700" y="302556"/>
                </a:cubicBezTo>
                <a:lnTo>
                  <a:pt x="24700" y="302556"/>
                </a:lnTo>
                <a:cubicBezTo>
                  <a:pt x="38351" y="302556"/>
                  <a:pt x="49399" y="291496"/>
                  <a:pt x="49399" y="277863"/>
                </a:cubicBezTo>
                <a:lnTo>
                  <a:pt x="49399" y="12828"/>
                </a:lnTo>
                <a:cubicBezTo>
                  <a:pt x="49399" y="12828"/>
                  <a:pt x="61095" y="0"/>
                  <a:pt x="62231" y="0"/>
                </a:cubicBezTo>
                <a:lnTo>
                  <a:pt x="49399" y="0"/>
                </a:lnTo>
                <a:close/>
              </a:path>
            </a:pathLst>
          </a:custGeom>
          <a:solidFill>
            <a:schemeClr val="accent5"/>
          </a:solidFill>
          <a:ln w="1439" cap="flat">
            <a:noFill/>
            <a:prstDash val="solid"/>
            <a:miter/>
          </a:ln>
        </p:spPr>
        <p:txBody>
          <a:bodyPr/>
          <a:lstStyle/>
          <a:p>
            <a:endParaRPr lang="fr-FR">
              <a:latin typeface="+mj-lt"/>
            </a:endParaRPr>
          </a:p>
        </p:txBody>
      </p:sp>
      <p:sp>
        <p:nvSpPr>
          <p:cNvPr id="12" name="Forme libre 8">
            <a:extLst>
              <a:ext uri="{FF2B5EF4-FFF2-40B4-BE49-F238E27FC236}">
                <a16:creationId xmlns:a16="http://schemas.microsoft.com/office/drawing/2014/main" id="{C573990E-6348-AA6F-A01B-D25E9D2107C3}"/>
              </a:ext>
            </a:extLst>
          </p:cNvPr>
          <p:cNvSpPr/>
          <p:nvPr/>
        </p:nvSpPr>
        <p:spPr>
          <a:xfrm>
            <a:off x="5154421" y="1502516"/>
            <a:ext cx="276018" cy="138047"/>
          </a:xfrm>
          <a:custGeom>
            <a:avLst/>
            <a:gdLst>
              <a:gd name="csX0" fmla="*/ 12832 w 25649"/>
              <a:gd name="csY0" fmla="*/ 0 h 12828"/>
              <a:gd name="csX1" fmla="*/ 0 w 25649"/>
              <a:gd name="csY1" fmla="*/ 12828 h 12828"/>
              <a:gd name="csX2" fmla="*/ 25649 w 25649"/>
              <a:gd name="csY2" fmla="*/ 12828 h 12828"/>
              <a:gd name="csX3" fmla="*/ 12818 w 25649"/>
              <a:gd name="csY3" fmla="*/ 0 h 12828"/>
            </a:gdLst>
            <a:ahLst/>
            <a:cxnLst>
              <a:cxn ang="0">
                <a:pos x="csX0" y="csY0"/>
              </a:cxn>
              <a:cxn ang="0">
                <a:pos x="csX1" y="csY1"/>
              </a:cxn>
              <a:cxn ang="0">
                <a:pos x="csX2" y="csY2"/>
              </a:cxn>
              <a:cxn ang="0">
                <a:pos x="csX3" y="csY3"/>
              </a:cxn>
            </a:cxnLst>
            <a:rect l="l" t="t" r="r" b="b"/>
            <a:pathLst>
              <a:path w="25649" h="12828">
                <a:moveTo>
                  <a:pt x="12832" y="0"/>
                </a:moveTo>
                <a:cubicBezTo>
                  <a:pt x="5754" y="0"/>
                  <a:pt x="0" y="5738"/>
                  <a:pt x="0" y="12828"/>
                </a:cubicBezTo>
                <a:lnTo>
                  <a:pt x="25649" y="12828"/>
                </a:lnTo>
                <a:cubicBezTo>
                  <a:pt x="25649" y="5738"/>
                  <a:pt x="19909" y="0"/>
                  <a:pt x="12818" y="0"/>
                </a:cubicBezTo>
                <a:close/>
              </a:path>
            </a:pathLst>
          </a:custGeom>
          <a:solidFill>
            <a:schemeClr val="accent5">
              <a:lumMod val="50000"/>
            </a:schemeClr>
          </a:solidFill>
          <a:ln w="1439" cap="flat">
            <a:noFill/>
            <a:prstDash val="solid"/>
            <a:miter/>
          </a:ln>
        </p:spPr>
        <p:txBody>
          <a:bodyPr/>
          <a:lstStyle/>
          <a:p>
            <a:endParaRPr lang="fr-FR">
              <a:latin typeface="+mj-lt"/>
            </a:endParaRPr>
          </a:p>
        </p:txBody>
      </p:sp>
      <p:sp>
        <p:nvSpPr>
          <p:cNvPr id="13" name="Rectangle 12">
            <a:extLst>
              <a:ext uri="{FF2B5EF4-FFF2-40B4-BE49-F238E27FC236}">
                <a16:creationId xmlns:a16="http://schemas.microsoft.com/office/drawing/2014/main" id="{182BF541-ED75-89F3-B46C-67DE09FEE7F5}"/>
              </a:ext>
            </a:extLst>
          </p:cNvPr>
          <p:cNvSpPr/>
          <p:nvPr/>
        </p:nvSpPr>
        <p:spPr>
          <a:xfrm>
            <a:off x="8170116" y="1640413"/>
            <a:ext cx="3175063" cy="3711628"/>
          </a:xfrm>
          <a:prstGeom prst="rect">
            <a:avLst/>
          </a:prstGeom>
          <a:solidFill>
            <a:schemeClr val="bg1"/>
          </a:solidFill>
          <a:ln w="1439" cap="flat">
            <a:solidFill>
              <a:schemeClr val="tx1"/>
            </a:solidFill>
            <a:prstDash val="solid"/>
            <a:miter/>
          </a:ln>
        </p:spPr>
        <p:txBody>
          <a:bodyPr/>
          <a:lstStyle/>
          <a:p>
            <a:endParaRPr lang="fr-FR">
              <a:latin typeface="+mj-lt"/>
            </a:endParaRPr>
          </a:p>
        </p:txBody>
      </p:sp>
      <p:sp>
        <p:nvSpPr>
          <p:cNvPr id="14" name="Forme libre 10">
            <a:extLst>
              <a:ext uri="{FF2B5EF4-FFF2-40B4-BE49-F238E27FC236}">
                <a16:creationId xmlns:a16="http://schemas.microsoft.com/office/drawing/2014/main" id="{091A6789-BB8A-579E-4C0F-51809B73B5FE}"/>
              </a:ext>
            </a:extLst>
          </p:cNvPr>
          <p:cNvSpPr/>
          <p:nvPr/>
        </p:nvSpPr>
        <p:spPr>
          <a:xfrm>
            <a:off x="8279097" y="1502516"/>
            <a:ext cx="669690" cy="3255902"/>
          </a:xfrm>
          <a:custGeom>
            <a:avLst/>
            <a:gdLst>
              <a:gd name="csX0" fmla="*/ 49414 w 62231"/>
              <a:gd name="csY0" fmla="*/ 0 h 302555"/>
              <a:gd name="csX1" fmla="*/ 12947 w 62231"/>
              <a:gd name="csY1" fmla="*/ 0 h 302555"/>
              <a:gd name="csX2" fmla="*/ 0 w 62231"/>
              <a:gd name="csY2" fmla="*/ 12943 h 302555"/>
              <a:gd name="csX3" fmla="*/ 0 w 62231"/>
              <a:gd name="csY3" fmla="*/ 277863 h 302555"/>
              <a:gd name="csX4" fmla="*/ 24700 w 62231"/>
              <a:gd name="csY4" fmla="*/ 302556 h 302555"/>
              <a:gd name="csX5" fmla="*/ 24700 w 62231"/>
              <a:gd name="csY5" fmla="*/ 302556 h 302555"/>
              <a:gd name="csX6" fmla="*/ 49399 w 62231"/>
              <a:gd name="csY6" fmla="*/ 277863 h 302555"/>
              <a:gd name="csX7" fmla="*/ 49399 w 62231"/>
              <a:gd name="csY7" fmla="*/ 12828 h 302555"/>
              <a:gd name="csX8" fmla="*/ 62231 w 62231"/>
              <a:gd name="csY8" fmla="*/ 0 h 302555"/>
              <a:gd name="csX9" fmla="*/ 49399 w 62231"/>
              <a:gd name="csY9" fmla="*/ 0 h 3025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2231" h="302555">
                <a:moveTo>
                  <a:pt x="49414" y="0"/>
                </a:moveTo>
                <a:lnTo>
                  <a:pt x="12947" y="0"/>
                </a:lnTo>
                <a:cubicBezTo>
                  <a:pt x="5797" y="0"/>
                  <a:pt x="0" y="5796"/>
                  <a:pt x="0" y="12943"/>
                </a:cubicBezTo>
                <a:lnTo>
                  <a:pt x="0" y="277863"/>
                </a:lnTo>
                <a:cubicBezTo>
                  <a:pt x="0" y="291496"/>
                  <a:pt x="11063" y="302556"/>
                  <a:pt x="24700" y="302556"/>
                </a:cubicBezTo>
                <a:lnTo>
                  <a:pt x="24700" y="302556"/>
                </a:lnTo>
                <a:cubicBezTo>
                  <a:pt x="38352" y="302556"/>
                  <a:pt x="49399" y="291496"/>
                  <a:pt x="49399" y="277863"/>
                </a:cubicBezTo>
                <a:lnTo>
                  <a:pt x="49399" y="12828"/>
                </a:lnTo>
                <a:cubicBezTo>
                  <a:pt x="49399" y="12828"/>
                  <a:pt x="61095" y="0"/>
                  <a:pt x="62231" y="0"/>
                </a:cubicBezTo>
                <a:lnTo>
                  <a:pt x="49399" y="0"/>
                </a:lnTo>
                <a:close/>
              </a:path>
            </a:pathLst>
          </a:custGeom>
          <a:solidFill>
            <a:schemeClr val="accent4"/>
          </a:solidFill>
          <a:ln w="1439" cap="flat">
            <a:noFill/>
            <a:prstDash val="solid"/>
            <a:miter/>
          </a:ln>
        </p:spPr>
        <p:txBody>
          <a:bodyPr/>
          <a:lstStyle/>
          <a:p>
            <a:endParaRPr lang="fr-FR">
              <a:latin typeface="+mj-lt"/>
            </a:endParaRPr>
          </a:p>
        </p:txBody>
      </p:sp>
      <p:sp>
        <p:nvSpPr>
          <p:cNvPr id="15" name="Forme libre 11">
            <a:extLst>
              <a:ext uri="{FF2B5EF4-FFF2-40B4-BE49-F238E27FC236}">
                <a16:creationId xmlns:a16="http://schemas.microsoft.com/office/drawing/2014/main" id="{FB83020B-64FA-A711-8980-41926304366C}"/>
              </a:ext>
            </a:extLst>
          </p:cNvPr>
          <p:cNvSpPr/>
          <p:nvPr/>
        </p:nvSpPr>
        <p:spPr>
          <a:xfrm>
            <a:off x="8810859" y="1502516"/>
            <a:ext cx="276018" cy="138047"/>
          </a:xfrm>
          <a:custGeom>
            <a:avLst/>
            <a:gdLst>
              <a:gd name="csX0" fmla="*/ 12832 w 25649"/>
              <a:gd name="csY0" fmla="*/ 0 h 12828"/>
              <a:gd name="csX1" fmla="*/ 0 w 25649"/>
              <a:gd name="csY1" fmla="*/ 12828 h 12828"/>
              <a:gd name="csX2" fmla="*/ 25649 w 25649"/>
              <a:gd name="csY2" fmla="*/ 12828 h 12828"/>
              <a:gd name="csX3" fmla="*/ 12817 w 25649"/>
              <a:gd name="csY3" fmla="*/ 0 h 12828"/>
            </a:gdLst>
            <a:ahLst/>
            <a:cxnLst>
              <a:cxn ang="0">
                <a:pos x="csX0" y="csY0"/>
              </a:cxn>
              <a:cxn ang="0">
                <a:pos x="csX1" y="csY1"/>
              </a:cxn>
              <a:cxn ang="0">
                <a:pos x="csX2" y="csY2"/>
              </a:cxn>
              <a:cxn ang="0">
                <a:pos x="csX3" y="csY3"/>
              </a:cxn>
            </a:cxnLst>
            <a:rect l="l" t="t" r="r" b="b"/>
            <a:pathLst>
              <a:path w="25649" h="12828">
                <a:moveTo>
                  <a:pt x="12832" y="0"/>
                </a:moveTo>
                <a:cubicBezTo>
                  <a:pt x="5754" y="0"/>
                  <a:pt x="0" y="5738"/>
                  <a:pt x="0" y="12828"/>
                </a:cubicBezTo>
                <a:lnTo>
                  <a:pt x="25649" y="12828"/>
                </a:lnTo>
                <a:cubicBezTo>
                  <a:pt x="25649" y="5738"/>
                  <a:pt x="19909" y="0"/>
                  <a:pt x="12817" y="0"/>
                </a:cubicBezTo>
                <a:close/>
              </a:path>
            </a:pathLst>
          </a:custGeom>
          <a:solidFill>
            <a:schemeClr val="accent4">
              <a:lumMod val="50000"/>
            </a:schemeClr>
          </a:solidFill>
          <a:ln w="1439" cap="flat">
            <a:noFill/>
            <a:prstDash val="solid"/>
            <a:miter/>
          </a:ln>
        </p:spPr>
        <p:txBody>
          <a:bodyPr/>
          <a:lstStyle/>
          <a:p>
            <a:endParaRPr lang="fr-FR">
              <a:latin typeface="+mj-lt"/>
            </a:endParaRPr>
          </a:p>
        </p:txBody>
      </p:sp>
      <p:pic>
        <p:nvPicPr>
          <p:cNvPr id="16" name="Graphic 13" descr="Bullseye with solid fill">
            <a:extLst>
              <a:ext uri="{FF2B5EF4-FFF2-40B4-BE49-F238E27FC236}">
                <a16:creationId xmlns:a16="http://schemas.microsoft.com/office/drawing/2014/main" id="{626C4C2E-5B70-CF7F-2702-0CC36F79C26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1355" y="4249605"/>
            <a:ext cx="444225" cy="444225"/>
          </a:xfrm>
          <a:prstGeom prst="rect">
            <a:avLst/>
          </a:prstGeom>
        </p:spPr>
      </p:pic>
      <p:pic>
        <p:nvPicPr>
          <p:cNvPr id="17" name="Graphic 16" descr="Hourglass 30% with solid fill">
            <a:extLst>
              <a:ext uri="{FF2B5EF4-FFF2-40B4-BE49-F238E27FC236}">
                <a16:creationId xmlns:a16="http://schemas.microsoft.com/office/drawing/2014/main" id="{11E75E46-F0C0-A81F-C2D8-F5BB5AD9182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66358" y="4200721"/>
            <a:ext cx="444225" cy="444225"/>
          </a:xfrm>
          <a:prstGeom prst="rect">
            <a:avLst/>
          </a:prstGeom>
        </p:spPr>
      </p:pic>
      <p:pic>
        <p:nvPicPr>
          <p:cNvPr id="18" name="Graphic 17" descr="Lightbulb with solid fill">
            <a:extLst>
              <a:ext uri="{FF2B5EF4-FFF2-40B4-BE49-F238E27FC236}">
                <a16:creationId xmlns:a16="http://schemas.microsoft.com/office/drawing/2014/main" id="{ECA5B844-039A-35B2-D255-F468A4C97BE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22785" y="4221985"/>
            <a:ext cx="444225" cy="444225"/>
          </a:xfrm>
          <a:prstGeom prst="rect">
            <a:avLst/>
          </a:prstGeom>
        </p:spPr>
      </p:pic>
      <p:sp>
        <p:nvSpPr>
          <p:cNvPr id="19" name="ZoneTexte 20">
            <a:extLst>
              <a:ext uri="{FF2B5EF4-FFF2-40B4-BE49-F238E27FC236}">
                <a16:creationId xmlns:a16="http://schemas.microsoft.com/office/drawing/2014/main" id="{D686B337-7BBC-1D83-5EAA-78F751EC5F08}"/>
              </a:ext>
            </a:extLst>
          </p:cNvPr>
          <p:cNvSpPr txBox="1"/>
          <p:nvPr/>
        </p:nvSpPr>
        <p:spPr>
          <a:xfrm>
            <a:off x="981291" y="1571539"/>
            <a:ext cx="444353" cy="369332"/>
          </a:xfrm>
          <a:prstGeom prst="rect">
            <a:avLst/>
          </a:prstGeom>
          <a:noFill/>
        </p:spPr>
        <p:txBody>
          <a:bodyPr wrap="none" rtlCol="0" anchor="ctr">
            <a:spAutoFit/>
          </a:bodyPr>
          <a:lstStyle/>
          <a:p>
            <a:pPr algn="ctr"/>
            <a:r>
              <a:rPr lang="fr-FR" b="1" dirty="0">
                <a:solidFill>
                  <a:schemeClr val="bg1"/>
                </a:solidFill>
                <a:latin typeface="+mj-lt"/>
              </a:rPr>
              <a:t>01</a:t>
            </a:r>
          </a:p>
        </p:txBody>
      </p:sp>
      <p:sp>
        <p:nvSpPr>
          <p:cNvPr id="20" name="ZoneTexte 21">
            <a:extLst>
              <a:ext uri="{FF2B5EF4-FFF2-40B4-BE49-F238E27FC236}">
                <a16:creationId xmlns:a16="http://schemas.microsoft.com/office/drawing/2014/main" id="{CA2069F1-44D1-62F0-21F7-8A80775C3A52}"/>
              </a:ext>
            </a:extLst>
          </p:cNvPr>
          <p:cNvSpPr txBox="1"/>
          <p:nvPr/>
        </p:nvSpPr>
        <p:spPr>
          <a:xfrm>
            <a:off x="4666294" y="1571539"/>
            <a:ext cx="444353" cy="369332"/>
          </a:xfrm>
          <a:prstGeom prst="rect">
            <a:avLst/>
          </a:prstGeom>
          <a:noFill/>
        </p:spPr>
        <p:txBody>
          <a:bodyPr wrap="none" rtlCol="0" anchor="ctr">
            <a:spAutoFit/>
          </a:bodyPr>
          <a:lstStyle/>
          <a:p>
            <a:pPr algn="ctr"/>
            <a:r>
              <a:rPr lang="fr-FR" b="1" dirty="0">
                <a:solidFill>
                  <a:schemeClr val="bg1"/>
                </a:solidFill>
                <a:latin typeface="+mj-lt"/>
              </a:rPr>
              <a:t>02</a:t>
            </a:r>
          </a:p>
        </p:txBody>
      </p:sp>
      <p:sp>
        <p:nvSpPr>
          <p:cNvPr id="21" name="ZoneTexte 22">
            <a:extLst>
              <a:ext uri="{FF2B5EF4-FFF2-40B4-BE49-F238E27FC236}">
                <a16:creationId xmlns:a16="http://schemas.microsoft.com/office/drawing/2014/main" id="{3709C1BD-C689-A242-A325-4268ECC4CD5A}"/>
              </a:ext>
            </a:extLst>
          </p:cNvPr>
          <p:cNvSpPr txBox="1"/>
          <p:nvPr/>
        </p:nvSpPr>
        <p:spPr>
          <a:xfrm>
            <a:off x="8322721" y="1571539"/>
            <a:ext cx="444353" cy="369332"/>
          </a:xfrm>
          <a:prstGeom prst="rect">
            <a:avLst/>
          </a:prstGeom>
          <a:noFill/>
        </p:spPr>
        <p:txBody>
          <a:bodyPr wrap="none" rtlCol="0" anchor="ctr">
            <a:spAutoFit/>
          </a:bodyPr>
          <a:lstStyle/>
          <a:p>
            <a:pPr algn="ctr"/>
            <a:r>
              <a:rPr lang="fr-FR" b="1" dirty="0">
                <a:solidFill>
                  <a:schemeClr val="bg1"/>
                </a:solidFill>
                <a:latin typeface="+mj-lt"/>
              </a:rPr>
              <a:t>03</a:t>
            </a:r>
          </a:p>
        </p:txBody>
      </p:sp>
      <p:sp>
        <p:nvSpPr>
          <p:cNvPr id="22" name="TextBox 36">
            <a:extLst>
              <a:ext uri="{FF2B5EF4-FFF2-40B4-BE49-F238E27FC236}">
                <a16:creationId xmlns:a16="http://schemas.microsoft.com/office/drawing/2014/main" id="{5C399D47-A0D8-AE13-73B7-C1B4D3F18172}"/>
              </a:ext>
            </a:extLst>
          </p:cNvPr>
          <p:cNvSpPr txBox="1"/>
          <p:nvPr/>
        </p:nvSpPr>
        <p:spPr>
          <a:xfrm rot="16200000">
            <a:off x="357647" y="2803651"/>
            <a:ext cx="1691640" cy="461665"/>
          </a:xfrm>
          <a:prstGeom prst="rect">
            <a:avLst/>
          </a:prstGeom>
          <a:noFill/>
        </p:spPr>
        <p:txBody>
          <a:bodyPr wrap="square" lIns="0" rIns="0" rtlCol="0" anchor="ctr">
            <a:spAutoFit/>
          </a:bodyPr>
          <a:lstStyle/>
          <a:p>
            <a:pPr algn="ctr"/>
            <a:r>
              <a:rPr lang="en-US" sz="2400" b="1" noProof="1">
                <a:solidFill>
                  <a:schemeClr val="bg1"/>
                </a:solidFill>
                <a:effectLst>
                  <a:outerShdw blurRad="38100" dist="38100" dir="2700000" algn="tl">
                    <a:srgbClr val="000000">
                      <a:alpha val="43137"/>
                    </a:srgbClr>
                  </a:outerShdw>
                </a:effectLst>
                <a:latin typeface="+mj-lt"/>
              </a:rPr>
              <a:t>Desirability</a:t>
            </a:r>
          </a:p>
        </p:txBody>
      </p:sp>
      <p:sp>
        <p:nvSpPr>
          <p:cNvPr id="23" name="TextBox 36">
            <a:extLst>
              <a:ext uri="{FF2B5EF4-FFF2-40B4-BE49-F238E27FC236}">
                <a16:creationId xmlns:a16="http://schemas.microsoft.com/office/drawing/2014/main" id="{04D72B9D-75D5-8728-236C-B15C4C8092C8}"/>
              </a:ext>
            </a:extLst>
          </p:cNvPr>
          <p:cNvSpPr txBox="1"/>
          <p:nvPr/>
        </p:nvSpPr>
        <p:spPr>
          <a:xfrm rot="16200000">
            <a:off x="4042650" y="2803652"/>
            <a:ext cx="1691640" cy="461665"/>
          </a:xfrm>
          <a:prstGeom prst="rect">
            <a:avLst/>
          </a:prstGeom>
          <a:noFill/>
        </p:spPr>
        <p:txBody>
          <a:bodyPr wrap="square" lIns="0" rIns="0" rtlCol="0" anchor="ctr">
            <a:spAutoFit/>
          </a:bodyPr>
          <a:lstStyle/>
          <a:p>
            <a:pPr algn="ctr"/>
            <a:r>
              <a:rPr lang="en-US" sz="2400" b="1" noProof="1">
                <a:solidFill>
                  <a:schemeClr val="bg1"/>
                </a:solidFill>
                <a:effectLst>
                  <a:outerShdw blurRad="38100" dist="38100" dir="2700000" algn="tl">
                    <a:srgbClr val="000000">
                      <a:alpha val="43137"/>
                    </a:srgbClr>
                  </a:outerShdw>
                </a:effectLst>
                <a:latin typeface="+mj-lt"/>
              </a:rPr>
              <a:t>Feasibility</a:t>
            </a:r>
          </a:p>
        </p:txBody>
      </p:sp>
      <p:sp>
        <p:nvSpPr>
          <p:cNvPr id="24" name="TextBox 36">
            <a:extLst>
              <a:ext uri="{FF2B5EF4-FFF2-40B4-BE49-F238E27FC236}">
                <a16:creationId xmlns:a16="http://schemas.microsoft.com/office/drawing/2014/main" id="{3698E1F7-6B6C-5FFC-A480-D1304694A8F7}"/>
              </a:ext>
            </a:extLst>
          </p:cNvPr>
          <p:cNvSpPr txBox="1"/>
          <p:nvPr/>
        </p:nvSpPr>
        <p:spPr>
          <a:xfrm rot="16200000">
            <a:off x="7699077" y="2803653"/>
            <a:ext cx="1691640" cy="461665"/>
          </a:xfrm>
          <a:prstGeom prst="rect">
            <a:avLst/>
          </a:prstGeom>
          <a:noFill/>
        </p:spPr>
        <p:txBody>
          <a:bodyPr wrap="square" lIns="0" rIns="0" rtlCol="0" anchor="ctr">
            <a:spAutoFit/>
          </a:bodyPr>
          <a:lstStyle/>
          <a:p>
            <a:pPr algn="ctr"/>
            <a:r>
              <a:rPr lang="en-US" sz="2400" b="1" noProof="1">
                <a:solidFill>
                  <a:schemeClr val="bg1"/>
                </a:solidFill>
                <a:effectLst>
                  <a:outerShdw blurRad="38100" dist="38100" dir="2700000" algn="tl">
                    <a:srgbClr val="000000">
                      <a:alpha val="43137"/>
                    </a:srgbClr>
                  </a:outerShdw>
                </a:effectLst>
                <a:latin typeface="+mj-lt"/>
              </a:rPr>
              <a:t>Viability</a:t>
            </a:r>
          </a:p>
        </p:txBody>
      </p:sp>
      <p:sp>
        <p:nvSpPr>
          <p:cNvPr id="37" name="Rectangle 1">
            <a:extLst>
              <a:ext uri="{FF2B5EF4-FFF2-40B4-BE49-F238E27FC236}">
                <a16:creationId xmlns:a16="http://schemas.microsoft.com/office/drawing/2014/main" id="{ED943FCF-F3D3-5CD7-9EB1-DAD15842CAF0}"/>
              </a:ext>
            </a:extLst>
          </p:cNvPr>
          <p:cNvSpPr>
            <a:spLocks noChangeArrowheads="1"/>
          </p:cNvSpPr>
          <p:nvPr/>
        </p:nvSpPr>
        <p:spPr bwMode="auto">
          <a:xfrm>
            <a:off x="1527598" y="1947248"/>
            <a:ext cx="2466615" cy="2693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ts val="600"/>
              </a:spcBef>
              <a:spcAft>
                <a:spcPct val="0"/>
              </a:spcAft>
              <a:buClrTx/>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What is the pain?</a:t>
            </a: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(in plain language)</a:t>
            </a:r>
          </a:p>
          <a:p>
            <a:pPr marL="285750" marR="0" lvl="0" indent="-285750" algn="l" defTabSz="914400" rtl="0" eaLnBrk="0" fontAlgn="base" latinLnBrk="0" hangingPunct="0">
              <a:lnSpc>
                <a:spcPct val="100000"/>
              </a:lnSpc>
              <a:spcBef>
                <a:spcPts val="600"/>
              </a:spcBef>
              <a:spcAft>
                <a:spcPct val="0"/>
              </a:spcAft>
              <a:buClrTx/>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Who feels it?</a:t>
            </a: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(buyer / user)</a:t>
            </a:r>
          </a:p>
          <a:p>
            <a:pPr marL="285750" marR="0" lvl="0" indent="-285750" algn="l" defTabSz="914400" rtl="0" eaLnBrk="0" fontAlgn="base" latinLnBrk="0" hangingPunct="0">
              <a:lnSpc>
                <a:spcPct val="100000"/>
              </a:lnSpc>
              <a:spcBef>
                <a:spcPts val="600"/>
              </a:spcBef>
              <a:spcAft>
                <a:spcPct val="0"/>
              </a:spcAft>
              <a:buClrTx/>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Why it matters:</a:t>
            </a: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cost, time, risk, errors, client experience</a:t>
            </a:r>
          </a:p>
          <a:p>
            <a:pPr marL="285750" marR="0" lvl="0" indent="-285750" algn="l" defTabSz="914400" rtl="0" eaLnBrk="0" fontAlgn="base" latinLnBrk="0" hangingPunct="0">
              <a:lnSpc>
                <a:spcPct val="100000"/>
              </a:lnSpc>
              <a:spcBef>
                <a:spcPts val="600"/>
              </a:spcBef>
              <a:spcAft>
                <a:spcPct val="0"/>
              </a:spcAft>
              <a:buClrTx/>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Why unsolved today?</a:t>
            </a: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(data, process, tooling, governance, fragmentation)</a:t>
            </a:r>
          </a:p>
        </p:txBody>
      </p:sp>
      <p:sp>
        <p:nvSpPr>
          <p:cNvPr id="38" name="Rectangle 2">
            <a:extLst>
              <a:ext uri="{FF2B5EF4-FFF2-40B4-BE49-F238E27FC236}">
                <a16:creationId xmlns:a16="http://schemas.microsoft.com/office/drawing/2014/main" id="{5B6D82E5-D0A7-2A53-2638-8C08EFBC6C1A}"/>
              </a:ext>
            </a:extLst>
          </p:cNvPr>
          <p:cNvSpPr>
            <a:spLocks noChangeArrowheads="1"/>
          </p:cNvSpPr>
          <p:nvPr/>
        </p:nvSpPr>
        <p:spPr bwMode="auto">
          <a:xfrm>
            <a:off x="5269142" y="1947248"/>
            <a:ext cx="2322284"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What could we do?</a:t>
            </a: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(2–3 options, include “non-AI” if relevant)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Best approach:</a:t>
            </a: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what we’d build first (MVP/demo)</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Inputs needed:</a:t>
            </a: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data, SMEs, systems, controls/guardrails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What “done” looks like:</a:t>
            </a: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output artifact (demo, accelerator, agent, workflow)</a:t>
            </a:r>
          </a:p>
        </p:txBody>
      </p:sp>
      <p:sp>
        <p:nvSpPr>
          <p:cNvPr id="39" name="Rectangle 3">
            <a:extLst>
              <a:ext uri="{FF2B5EF4-FFF2-40B4-BE49-F238E27FC236}">
                <a16:creationId xmlns:a16="http://schemas.microsoft.com/office/drawing/2014/main" id="{CDE93D0C-910D-A8F6-04B7-59DE7C35292D}"/>
              </a:ext>
            </a:extLst>
          </p:cNvPr>
          <p:cNvSpPr>
            <a:spLocks noChangeArrowheads="1"/>
          </p:cNvSpPr>
          <p:nvPr/>
        </p:nvSpPr>
        <p:spPr bwMode="auto">
          <a:xfrm>
            <a:off x="8863618" y="1947248"/>
            <a:ext cx="2481561"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Repeatability:</a:t>
            </a: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can this scale to </a:t>
            </a: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2+ clients</a:t>
            </a: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Value signal:</a:t>
            </a: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expected impact (time saved, throughput, quality, margin)</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Services angle:</a:t>
            </a: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assess / build / implement / run (where Capco monetizes)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Differentiation:</a:t>
            </a:r>
            <a:r>
              <a:rPr kumimoji="0" lang="en-US" altLang="en-US" sz="1400" b="0" i="0" u="none" strike="noStrike" cap="none" normalizeH="0" baseline="0" dirty="0">
                <a:ln>
                  <a:noFill/>
                </a:ln>
                <a:solidFill>
                  <a:schemeClr val="tx1"/>
                </a:solidFill>
                <a:effectLst/>
                <a:latin typeface="+mj-lt"/>
                <a:ea typeface="Calibri" panose="020F0502020204030204" pitchFamily="34" charset="0"/>
                <a:cs typeface="Calibri" panose="020F0502020204030204" pitchFamily="34" charset="0"/>
              </a:rPr>
              <a:t> why Capco wins (domain + AI + delivery)</a:t>
            </a:r>
          </a:p>
        </p:txBody>
      </p:sp>
    </p:spTree>
    <p:extLst>
      <p:ext uri="{BB962C8B-B14F-4D97-AF65-F5344CB8AC3E}">
        <p14:creationId xmlns:p14="http://schemas.microsoft.com/office/powerpoint/2010/main" val="332767994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5fb00820-03f3-486d-a607-a14c9784a4d9"/>
</p:tagLst>
</file>

<file path=ppt/theme/theme1.xml><?xml version="1.0" encoding="utf-8"?>
<a:theme xmlns:a="http://schemas.openxmlformats.org/drawingml/2006/main" name="Standard Template Short">
  <a:themeElements>
    <a:clrScheme name="Custom 1">
      <a:dk1>
        <a:srgbClr val="000000"/>
      </a:dk1>
      <a:lt1>
        <a:srgbClr val="FFFFFF"/>
      </a:lt1>
      <a:dk2>
        <a:srgbClr val="7F7F7F"/>
      </a:dk2>
      <a:lt2>
        <a:srgbClr val="D8D8D8"/>
      </a:lt2>
      <a:accent1>
        <a:srgbClr val="C00D0D"/>
      </a:accent1>
      <a:accent2>
        <a:srgbClr val="5B5D60"/>
      </a:accent2>
      <a:accent3>
        <a:srgbClr val="3F3F3F"/>
      </a:accent3>
      <a:accent4>
        <a:srgbClr val="005F65"/>
      </a:accent4>
      <a:accent5>
        <a:srgbClr val="00B3BB"/>
      </a:accent5>
      <a:accent6>
        <a:srgbClr val="FDC437"/>
      </a:accent6>
      <a:hlink>
        <a:srgbClr val="009BFF"/>
      </a:hlink>
      <a:folHlink>
        <a:srgbClr val="7F7F7F"/>
      </a:folHlink>
    </a:clrScheme>
    <a:fontScheme name="capco 2024">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400" dirty="0"/>
        </a:defPPr>
      </a:lstStyle>
    </a:txDef>
  </a:objectDefaults>
  <a:extraClrSchemeLst/>
  <a:extLst>
    <a:ext uri="{05A4C25C-085E-4340-85A3-A5531E510DB2}">
      <thm15:themeFamily xmlns:thm15="http://schemas.microsoft.com/office/thememl/2012/main" name="Capco_global_16x9_template_short_v1_jan_2025.potx" id="{32165016-86B2-4F5C-93C4-F088B029EF6D}" vid="{AFD0ED78-79E3-40D2-BEF2-47573A37DF4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28EFFF0DA1D5B4DBF8249BED08561BB" ma:contentTypeVersion="17" ma:contentTypeDescription="Create a new document." ma:contentTypeScope="" ma:versionID="f08fc05d1db3cf491fdb766890d64766">
  <xsd:schema xmlns:xsd="http://www.w3.org/2001/XMLSchema" xmlns:xs="http://www.w3.org/2001/XMLSchema" xmlns:p="http://schemas.microsoft.com/office/2006/metadata/properties" xmlns:ns2="ec3c6018-09f5-4809-9b5d-e2bfca705c08" xmlns:ns3="71029cba-dcc4-4484-8c29-432787023710" targetNamespace="http://schemas.microsoft.com/office/2006/metadata/properties" ma:root="true" ma:fieldsID="79089d1d7a73409330360ea10512f84c" ns2:_="" ns3:_="">
    <xsd:import namespace="ec3c6018-09f5-4809-9b5d-e2bfca705c08"/>
    <xsd:import namespace="71029cba-dcc4-4484-8c29-432787023710"/>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ObjectDetectorVersion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LengthInSeconds" minOccurs="0"/>
                <xsd:element ref="ns2:MediaServiceSearchProperties" minOccurs="0"/>
                <xsd:element ref="ns2:MediaServiceLocation" minOccurs="0"/>
                <xsd:element ref="ns2:MediaServiceBillingMetadata" minOccurs="0"/>
                <xsd:element ref="ns2:_Flow_Signoff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3c6018-09f5-4809-9b5d-e2bfca705c08"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18306e37-2ff6-40dd-9fb1-708650ca7a10"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Location" ma:index="22" nillable="true" ma:displayName="Location" ma:indexed="true" ma:internalName="MediaServiceLocation" ma:readOnly="true">
      <xsd:simpleType>
        <xsd:restriction base="dms:Text"/>
      </xsd:simpleType>
    </xsd:element>
    <xsd:element name="MediaServiceBillingMetadata" ma:index="23" nillable="true" ma:displayName="MediaServiceBillingMetadata" ma:hidden="true" ma:internalName="MediaServiceBillingMetadata" ma:readOnly="true">
      <xsd:simpleType>
        <xsd:restriction base="dms:Note"/>
      </xsd:simpleType>
    </xsd:element>
    <xsd:element name="_Flow_SignoffStatus" ma:index="24" nillable="true" ma:displayName="Sign-off status" ma:internalName="_x0024_Resources_x003a_core_x002c_Signoff_Status">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029cba-dcc4-4484-8c29-432787023710"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b8e93fb8-11cf-4011-94d4-f27d3df68ba2}" ma:internalName="TaxCatchAll" ma:showField="CatchAllData" ma:web="71029cba-dcc4-4484-8c29-432787023710">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71029cba-dcc4-4484-8c29-432787023710" xsi:nil="true"/>
    <lcf76f155ced4ddcb4097134ff3c332f xmlns="ec3c6018-09f5-4809-9b5d-e2bfca705c08">
      <Terms xmlns="http://schemas.microsoft.com/office/infopath/2007/PartnerControls"/>
    </lcf76f155ced4ddcb4097134ff3c332f>
    <_Flow_SignoffStatus xmlns="ec3c6018-09f5-4809-9b5d-e2bfca705c08" xsi:nil="true"/>
  </documentManagement>
</p:properties>
</file>

<file path=customXml/itemProps1.xml><?xml version="1.0" encoding="utf-8"?>
<ds:datastoreItem xmlns:ds="http://schemas.openxmlformats.org/officeDocument/2006/customXml" ds:itemID="{1A255A0B-18D6-45F6-8797-CD214BB8D56B}">
  <ds:schemaRefs>
    <ds:schemaRef ds:uri="http://schemas.microsoft.com/sharepoint/v3/contenttype/forms"/>
  </ds:schemaRefs>
</ds:datastoreItem>
</file>

<file path=customXml/itemProps2.xml><?xml version="1.0" encoding="utf-8"?>
<ds:datastoreItem xmlns:ds="http://schemas.openxmlformats.org/officeDocument/2006/customXml" ds:itemID="{0AB294E8-1846-4746-B9B1-90E964BF383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c3c6018-09f5-4809-9b5d-e2bfca705c08"/>
    <ds:schemaRef ds:uri="71029cba-dcc4-4484-8c29-43278702371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FAC2729-16B4-452E-A0BB-1DF94751167C}">
  <ds:schemaRefs>
    <ds:schemaRef ds:uri="http://schemas.microsoft.com/office/2006/documentManagement/types"/>
    <ds:schemaRef ds:uri="http://purl.org/dc/terms/"/>
    <ds:schemaRef ds:uri="ec3c6018-09f5-4809-9b5d-e2bfca705c08"/>
    <ds:schemaRef ds:uri="http://purl.org/dc/dcmitype/"/>
    <ds:schemaRef ds:uri="http://schemas.microsoft.com/office/infopath/2007/PartnerControls"/>
    <ds:schemaRef ds:uri="71029cba-dcc4-4484-8c29-432787023710"/>
    <ds:schemaRef ds:uri="http://www.w3.org/XML/1998/namespace"/>
    <ds:schemaRef ds:uri="http://schemas.openxmlformats.org/package/2006/metadata/core-properties"/>
    <ds:schemaRef ds:uri="http://schemas.microsoft.com/office/2006/metadata/propertie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blank</Template>
  <TotalTime>32479</TotalTime>
  <Words>2409</Words>
  <Application>Microsoft Macintosh PowerPoint</Application>
  <PresentationFormat>Widescreen</PresentationFormat>
  <Paragraphs>403</Paragraphs>
  <Slides>11</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Aptos Narrow</vt:lpstr>
      <vt:lpstr>Arial</vt:lpstr>
      <vt:lpstr>Arial Narrow</vt:lpstr>
      <vt:lpstr>Calibri</vt:lpstr>
      <vt:lpstr>Century Gothic</vt:lpstr>
      <vt:lpstr>Century Gothic (Headings)</vt:lpstr>
      <vt:lpstr>Tungsten Semibold</vt:lpstr>
      <vt:lpstr>Wingdings</vt:lpstr>
      <vt:lpstr>Standard Template Short</vt:lpstr>
      <vt:lpstr>AI Power Teams Kick Off</vt:lpstr>
      <vt:lpstr>Meet Your “AI Power Team”: Assembled to Win in Every Practice</vt:lpstr>
      <vt:lpstr>AI Sales Offerings Process Roadmap: From Ideas to Pipeline</vt:lpstr>
      <vt:lpstr>AI Service Offering Champions: Next Steps &amp; Key Dates</vt:lpstr>
      <vt:lpstr>PowerPoint Presentation</vt:lpstr>
      <vt:lpstr>PowerPoint Presentation</vt:lpstr>
      <vt:lpstr>AI Infusion Champions: Next Steps &amp; Key Dates</vt:lpstr>
      <vt:lpstr>PowerPoint Presentation</vt:lpstr>
      <vt:lpstr>Scaling our ai Capability: Kick off April 10th </vt:lpstr>
      <vt:lpstr>PowerPoint Presentation</vt:lpstr>
      <vt:lpstr>AI Use Case Identification Roadmap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Woods, Ryan</dc:creator>
  <cp:lastModifiedBy>Sha, Hanni</cp:lastModifiedBy>
  <cp:revision>5</cp:revision>
  <dcterms:created xsi:type="dcterms:W3CDTF">2026-02-23T03:40:41Z</dcterms:created>
  <dcterms:modified xsi:type="dcterms:W3CDTF">2026-03-20T18:07:56Z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0x010100528EFFF0DA1D5B4DBF8249BED08561BB</vt:lpwstr>
  </property>
  <property fmtid="{D5CDD505-2E9C-101B-9397-08002B2CF9AE}" pid="3" name="MediaServiceImageTags">
    <vt:lpwstr/>
  </property>
</Properties>
</file>